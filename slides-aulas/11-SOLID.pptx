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7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y="5143500" cx="9144000"/>
  <p:notesSz cx="6858000" cy="9144000"/>
  <p:embeddedFontLst>
    <p:embeddedFont>
      <p:font typeface="Proxima Nova"/>
      <p:regular r:id="rId77"/>
      <p:bold r:id="rId78"/>
      <p:italic r:id="rId79"/>
      <p:boldItalic r:id="rId80"/>
    </p:embeddedFont>
    <p:embeddedFont>
      <p:font typeface="Anaheim"/>
      <p:regular r:id="rId81"/>
      <p:bold r:id="rId82"/>
    </p:embeddedFont>
    <p:embeddedFont>
      <p:font typeface="Barlow Condensed ExtraBold"/>
      <p:bold r:id="rId83"/>
      <p:boldItalic r:id="rId84"/>
    </p:embeddedFont>
    <p:embeddedFont>
      <p:font typeface="Proxima Nova Semibold"/>
      <p:regular r:id="rId85"/>
      <p:bold r:id="rId86"/>
      <p:boldItalic r:id="rId87"/>
    </p:embeddedFont>
    <p:embeddedFont>
      <p:font typeface="Overpass Mono"/>
      <p:regular r:id="rId88"/>
      <p:bold r:id="rId89"/>
    </p:embeddedFont>
    <p:embeddedFont>
      <p:font typeface="Barlow"/>
      <p:regular r:id="rId90"/>
      <p:bold r:id="rId91"/>
      <p:italic r:id="rId92"/>
      <p:boldItalic r:id="rId9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94" roundtripDataSignature="AMtx7mi67TCR3S7XAoiOPTorC/Oi/CG1L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0C6C6AC-1AF4-4518-83AD-BACC96AC2AAB}">
  <a:tblStyle styleId="{F0C6C6AC-1AF4-4518-83AD-BACC96AC2AAB}"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BarlowCondensedExtraBold-boldItalic.fntdata"/><Relationship Id="rId83" Type="http://schemas.openxmlformats.org/officeDocument/2006/relationships/font" Target="fonts/BarlowCondensedExtraBold-bold.fntdata"/><Relationship Id="rId42" Type="http://schemas.openxmlformats.org/officeDocument/2006/relationships/slide" Target="slides/slide36.xml"/><Relationship Id="rId86" Type="http://schemas.openxmlformats.org/officeDocument/2006/relationships/font" Target="fonts/ProximaNovaSemibold-bold.fntdata"/><Relationship Id="rId41" Type="http://schemas.openxmlformats.org/officeDocument/2006/relationships/slide" Target="slides/slide35.xml"/><Relationship Id="rId85" Type="http://schemas.openxmlformats.org/officeDocument/2006/relationships/font" Target="fonts/ProximaNovaSemibold-regular.fntdata"/><Relationship Id="rId44" Type="http://schemas.openxmlformats.org/officeDocument/2006/relationships/slide" Target="slides/slide38.xml"/><Relationship Id="rId88" Type="http://schemas.openxmlformats.org/officeDocument/2006/relationships/font" Target="fonts/OverpassMono-regular.fntdata"/><Relationship Id="rId43" Type="http://schemas.openxmlformats.org/officeDocument/2006/relationships/slide" Target="slides/slide37.xml"/><Relationship Id="rId87" Type="http://schemas.openxmlformats.org/officeDocument/2006/relationships/font" Target="fonts/ProximaNovaSemibold-boldItalic.fntdata"/><Relationship Id="rId46" Type="http://schemas.openxmlformats.org/officeDocument/2006/relationships/slide" Target="slides/slide40.xml"/><Relationship Id="rId45" Type="http://schemas.openxmlformats.org/officeDocument/2006/relationships/slide" Target="slides/slide39.xml"/><Relationship Id="rId89" Type="http://schemas.openxmlformats.org/officeDocument/2006/relationships/font" Target="fonts/OverpassMono-bold.fntdata"/><Relationship Id="rId80" Type="http://schemas.openxmlformats.org/officeDocument/2006/relationships/font" Target="fonts/ProximaNova-boldItalic.fntdata"/><Relationship Id="rId82" Type="http://schemas.openxmlformats.org/officeDocument/2006/relationships/font" Target="fonts/Anaheim-bold.fntdata"/><Relationship Id="rId81" Type="http://schemas.openxmlformats.org/officeDocument/2006/relationships/font" Target="fonts/Anaheim-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31" Type="http://schemas.openxmlformats.org/officeDocument/2006/relationships/slide" Target="slides/slide25.xml"/><Relationship Id="rId75" Type="http://schemas.openxmlformats.org/officeDocument/2006/relationships/slide" Target="slides/slide69.xml"/><Relationship Id="rId30" Type="http://schemas.openxmlformats.org/officeDocument/2006/relationships/slide" Target="slides/slide24.xml"/><Relationship Id="rId74" Type="http://schemas.openxmlformats.org/officeDocument/2006/relationships/slide" Target="slides/slide68.xml"/><Relationship Id="rId33" Type="http://schemas.openxmlformats.org/officeDocument/2006/relationships/slide" Target="slides/slide27.xml"/><Relationship Id="rId77" Type="http://schemas.openxmlformats.org/officeDocument/2006/relationships/font" Target="fonts/ProximaNova-regular.fntdata"/><Relationship Id="rId32" Type="http://schemas.openxmlformats.org/officeDocument/2006/relationships/slide" Target="slides/slide26.xml"/><Relationship Id="rId76" Type="http://schemas.openxmlformats.org/officeDocument/2006/relationships/slide" Target="slides/slide70.xml"/><Relationship Id="rId35" Type="http://schemas.openxmlformats.org/officeDocument/2006/relationships/slide" Target="slides/slide29.xml"/><Relationship Id="rId79" Type="http://schemas.openxmlformats.org/officeDocument/2006/relationships/font" Target="fonts/ProximaNova-italic.fntdata"/><Relationship Id="rId34" Type="http://schemas.openxmlformats.org/officeDocument/2006/relationships/slide" Target="slides/slide28.xml"/><Relationship Id="rId78" Type="http://schemas.openxmlformats.org/officeDocument/2006/relationships/font" Target="fonts/ProximaNova-bold.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94" Type="http://customschemas.google.com/relationships/presentationmetadata" Target="metadata"/><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91" Type="http://schemas.openxmlformats.org/officeDocument/2006/relationships/font" Target="fonts/Barlow-bold.fntdata"/><Relationship Id="rId90" Type="http://schemas.openxmlformats.org/officeDocument/2006/relationships/font" Target="fonts/Barlow-regular.fntdata"/><Relationship Id="rId93" Type="http://schemas.openxmlformats.org/officeDocument/2006/relationships/font" Target="fonts/Barlow-boldItalic.fntdata"/><Relationship Id="rId92" Type="http://schemas.openxmlformats.org/officeDocument/2006/relationships/font" Target="fonts/Barlow-italic.fntdata"/><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20a6dd2528c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g20a6dd2528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e150d19917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4" name="Google Shape;364;g3e150d19917_0_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e150d1991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4" name="Google Shape;374;g3e150d19917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e16a03eb4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7" name="Google Shape;387;g3e16a03eb46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3e16a03eb4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3" name="Google Shape;393;g3e16a03eb46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g3e16a03eb4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3" name="Google Shape;403;g3e16a03eb46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g3e16a03eb46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g3e16a03eb46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7" name="Shape 417"/>
        <p:cNvGrpSpPr/>
        <p:nvPr/>
      </p:nvGrpSpPr>
      <p:grpSpPr>
        <a:xfrm>
          <a:off x="0" y="0"/>
          <a:ext cx="0" cy="0"/>
          <a:chOff x="0" y="0"/>
          <a:chExt cx="0" cy="0"/>
        </a:xfrm>
      </p:grpSpPr>
      <p:sp>
        <p:nvSpPr>
          <p:cNvPr id="418" name="Google Shape;418;g3e16a03eb46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9" name="Google Shape;419;g3e16a03eb46_0_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g3e16a03eb46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2" name="Google Shape;432;g3e16a03eb46_0_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g3e16a03eb4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5" name="Google Shape;445;g3e16a03eb46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3e150d1991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3" name="Google Shape;453;g3e150d1991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g3e16a03eb46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8" name="Google Shape;458;g3e16a03eb46_0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6" name="Shape 466"/>
        <p:cNvGrpSpPr/>
        <p:nvPr/>
      </p:nvGrpSpPr>
      <p:grpSpPr>
        <a:xfrm>
          <a:off x="0" y="0"/>
          <a:ext cx="0" cy="0"/>
          <a:chOff x="0" y="0"/>
          <a:chExt cx="0" cy="0"/>
        </a:xfrm>
      </p:grpSpPr>
      <p:sp>
        <p:nvSpPr>
          <p:cNvPr id="467" name="Google Shape;467;g3e16a03eb46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8" name="Google Shape;468;g3e16a03eb46_0_1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3e16a03eb4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4" name="Google Shape;474;g3e16a03eb46_0_1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5" name="Shape 485"/>
        <p:cNvGrpSpPr/>
        <p:nvPr/>
      </p:nvGrpSpPr>
      <p:grpSpPr>
        <a:xfrm>
          <a:off x="0" y="0"/>
          <a:ext cx="0" cy="0"/>
          <a:chOff x="0" y="0"/>
          <a:chExt cx="0" cy="0"/>
        </a:xfrm>
      </p:grpSpPr>
      <p:sp>
        <p:nvSpPr>
          <p:cNvPr id="486" name="Google Shape;486;g3e16a03eb46_0_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7" name="Google Shape;487;g3e16a03eb46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3e16a03eb4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6" name="Google Shape;496;g3e16a03eb46_0_1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3e16a03eb46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2" name="Google Shape;502;g3e16a03eb46_0_1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16a03eb46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2" name="Google Shape;512;g3e16a03eb46_0_1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e16a03eb46_0_1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g3e16a03eb46_0_1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e16a03eb46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6" name="Google Shape;526;g3e16a03eb46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0" name="Shape 530"/>
        <p:cNvGrpSpPr/>
        <p:nvPr/>
      </p:nvGrpSpPr>
      <p:grpSpPr>
        <a:xfrm>
          <a:off x="0" y="0"/>
          <a:ext cx="0" cy="0"/>
          <a:chOff x="0" y="0"/>
          <a:chExt cx="0" cy="0"/>
        </a:xfrm>
      </p:grpSpPr>
      <p:sp>
        <p:nvSpPr>
          <p:cNvPr id="531" name="Google Shape;531;g3e16a03eb46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2" name="Google Shape;532;g3e16a03eb46_0_18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0" name="Shape 540"/>
        <p:cNvGrpSpPr/>
        <p:nvPr/>
      </p:nvGrpSpPr>
      <p:grpSpPr>
        <a:xfrm>
          <a:off x="0" y="0"/>
          <a:ext cx="0" cy="0"/>
          <a:chOff x="0" y="0"/>
          <a:chExt cx="0" cy="0"/>
        </a:xfrm>
      </p:grpSpPr>
      <p:sp>
        <p:nvSpPr>
          <p:cNvPr id="541" name="Google Shape;541;g3e16a03eb46_0_1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2" name="Google Shape;542;g3e16a03eb46_0_1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7" name="Shape 547"/>
        <p:cNvGrpSpPr/>
        <p:nvPr/>
      </p:nvGrpSpPr>
      <p:grpSpPr>
        <a:xfrm>
          <a:off x="0" y="0"/>
          <a:ext cx="0" cy="0"/>
          <a:chOff x="0" y="0"/>
          <a:chExt cx="0" cy="0"/>
        </a:xfrm>
      </p:grpSpPr>
      <p:sp>
        <p:nvSpPr>
          <p:cNvPr id="548" name="Google Shape;548;g3e16a03eb46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9" name="Google Shape;549;g3e16a03eb46_0_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e16a03eb46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9" name="Google Shape;559;g3e16a03eb46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3" name="Shape 563"/>
        <p:cNvGrpSpPr/>
        <p:nvPr/>
      </p:nvGrpSpPr>
      <p:grpSpPr>
        <a:xfrm>
          <a:off x="0" y="0"/>
          <a:ext cx="0" cy="0"/>
          <a:chOff x="0" y="0"/>
          <a:chExt cx="0" cy="0"/>
        </a:xfrm>
      </p:grpSpPr>
      <p:sp>
        <p:nvSpPr>
          <p:cNvPr id="564" name="Google Shape;564;g3e16a03eb46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5" name="Google Shape;565;g3e16a03eb46_0_2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3e16a03eb46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8" name="Google Shape;578;g3e16a03eb46_0_2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e16a03eb4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7" name="Google Shape;587;g3e16a03eb46_0_2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1" name="Shape 591"/>
        <p:cNvGrpSpPr/>
        <p:nvPr/>
      </p:nvGrpSpPr>
      <p:grpSpPr>
        <a:xfrm>
          <a:off x="0" y="0"/>
          <a:ext cx="0" cy="0"/>
          <a:chOff x="0" y="0"/>
          <a:chExt cx="0" cy="0"/>
        </a:xfrm>
      </p:grpSpPr>
      <p:sp>
        <p:nvSpPr>
          <p:cNvPr id="592" name="Google Shape;592;g3e16a03eb46_0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3" name="Google Shape;593;g3e16a03eb46_0_2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3e16a03eb46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4" name="Google Shape;604;g3e16a03eb46_0_2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3e16a03eb46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0" name="Google Shape;610;g3e16a03eb46_0_2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g3e16a03eb46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g3e16a03eb46_0_2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3e16a03eb46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6" name="Google Shape;626;g3e16a03eb46_0_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3e16a03eb46_0_2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6" name="Google Shape;636;g3e16a03eb46_0_2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3e16a03eb46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2" name="Google Shape;642;g3e16a03eb46_0_2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e16a03eb46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5" name="Google Shape;655;g3e16a03eb46_0_2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2" name="Shape 662"/>
        <p:cNvGrpSpPr/>
        <p:nvPr/>
      </p:nvGrpSpPr>
      <p:grpSpPr>
        <a:xfrm>
          <a:off x="0" y="0"/>
          <a:ext cx="0" cy="0"/>
          <a:chOff x="0" y="0"/>
          <a:chExt cx="0" cy="0"/>
        </a:xfrm>
      </p:grpSpPr>
      <p:sp>
        <p:nvSpPr>
          <p:cNvPr id="663" name="Google Shape;663;g3e16a03eb46_0_2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4" name="Google Shape;664;g3e16a03eb46_0_29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g3e16a03eb46_0_3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0" name="Google Shape;670;g3e16a03eb46_0_3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6" name="Shape 676"/>
        <p:cNvGrpSpPr/>
        <p:nvPr/>
      </p:nvGrpSpPr>
      <p:grpSpPr>
        <a:xfrm>
          <a:off x="0" y="0"/>
          <a:ext cx="0" cy="0"/>
          <a:chOff x="0" y="0"/>
          <a:chExt cx="0" cy="0"/>
        </a:xfrm>
      </p:grpSpPr>
      <p:sp>
        <p:nvSpPr>
          <p:cNvPr id="677" name="Google Shape;677;g3e16a03eb46_0_3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8" name="Google Shape;678;g3e16a03eb46_0_3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3e16a03eb46_0_3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6" name="Google Shape;686;g3e16a03eb46_0_3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3e16a03eb46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2" name="Google Shape;692;g3e16a03eb46_0_3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3e16a03eb46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8" name="Google Shape;698;g3e16a03eb46_0_3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6" name="Shape 706"/>
        <p:cNvGrpSpPr/>
        <p:nvPr/>
      </p:nvGrpSpPr>
      <p:grpSpPr>
        <a:xfrm>
          <a:off x="0" y="0"/>
          <a:ext cx="0" cy="0"/>
          <a:chOff x="0" y="0"/>
          <a:chExt cx="0" cy="0"/>
        </a:xfrm>
      </p:grpSpPr>
      <p:sp>
        <p:nvSpPr>
          <p:cNvPr id="707" name="Google Shape;707;g3e16a03eb46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8" name="Google Shape;708;g3e16a03eb46_0_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3e16a03eb46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8" name="Google Shape;718;g3e16a03eb46_0_34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2" name="Shape 722"/>
        <p:cNvGrpSpPr/>
        <p:nvPr/>
      </p:nvGrpSpPr>
      <p:grpSpPr>
        <a:xfrm>
          <a:off x="0" y="0"/>
          <a:ext cx="0" cy="0"/>
          <a:chOff x="0" y="0"/>
          <a:chExt cx="0" cy="0"/>
        </a:xfrm>
      </p:grpSpPr>
      <p:sp>
        <p:nvSpPr>
          <p:cNvPr id="723" name="Google Shape;723;g3e16a03eb46_0_3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4" name="Google Shape;724;g3e16a03eb46_0_3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5" name="Shape 735"/>
        <p:cNvGrpSpPr/>
        <p:nvPr/>
      </p:nvGrpSpPr>
      <p:grpSpPr>
        <a:xfrm>
          <a:off x="0" y="0"/>
          <a:ext cx="0" cy="0"/>
          <a:chOff x="0" y="0"/>
          <a:chExt cx="0" cy="0"/>
        </a:xfrm>
      </p:grpSpPr>
      <p:sp>
        <p:nvSpPr>
          <p:cNvPr id="736" name="Google Shape;736;g3e16a03eb46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7" name="Google Shape;737;g3e16a03eb46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g3e16a03eb46_0_3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8" name="Google Shape;748;g3e16a03eb46_0_3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2" name="Shape 752"/>
        <p:cNvGrpSpPr/>
        <p:nvPr/>
      </p:nvGrpSpPr>
      <p:grpSpPr>
        <a:xfrm>
          <a:off x="0" y="0"/>
          <a:ext cx="0" cy="0"/>
          <a:chOff x="0" y="0"/>
          <a:chExt cx="0" cy="0"/>
        </a:xfrm>
      </p:grpSpPr>
      <p:sp>
        <p:nvSpPr>
          <p:cNvPr id="753" name="Google Shape;753;g3e16a03eb46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4" name="Google Shape;754;g3e16a03eb46_0_3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3e16a03eb46_0_3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2" name="Google Shape;762;g3e16a03eb46_0_3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8" name="Shape 768"/>
        <p:cNvGrpSpPr/>
        <p:nvPr/>
      </p:nvGrpSpPr>
      <p:grpSpPr>
        <a:xfrm>
          <a:off x="0" y="0"/>
          <a:ext cx="0" cy="0"/>
          <a:chOff x="0" y="0"/>
          <a:chExt cx="0" cy="0"/>
        </a:xfrm>
      </p:grpSpPr>
      <p:sp>
        <p:nvSpPr>
          <p:cNvPr id="769" name="Google Shape;769;g3e16a03eb46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0" name="Google Shape;770;g3e16a03eb46_0_4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6" name="Shape 776"/>
        <p:cNvGrpSpPr/>
        <p:nvPr/>
      </p:nvGrpSpPr>
      <p:grpSpPr>
        <a:xfrm>
          <a:off x="0" y="0"/>
          <a:ext cx="0" cy="0"/>
          <a:chOff x="0" y="0"/>
          <a:chExt cx="0" cy="0"/>
        </a:xfrm>
      </p:grpSpPr>
      <p:sp>
        <p:nvSpPr>
          <p:cNvPr id="777" name="Google Shape;777;g3e16a03eb46_0_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8" name="Google Shape;778;g3e16a03eb46_0_4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g3e16a03eb46_0_4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84" name="Google Shape;784;g3e16a03eb46_0_4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8" name="Shape 788"/>
        <p:cNvGrpSpPr/>
        <p:nvPr/>
      </p:nvGrpSpPr>
      <p:grpSpPr>
        <a:xfrm>
          <a:off x="0" y="0"/>
          <a:ext cx="0" cy="0"/>
          <a:chOff x="0" y="0"/>
          <a:chExt cx="0" cy="0"/>
        </a:xfrm>
      </p:grpSpPr>
      <p:sp>
        <p:nvSpPr>
          <p:cNvPr id="789" name="Google Shape;789;g3e16a03eb46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0" name="Google Shape;790;g3e16a03eb46_0_4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8" name="Shape 798"/>
        <p:cNvGrpSpPr/>
        <p:nvPr/>
      </p:nvGrpSpPr>
      <p:grpSpPr>
        <a:xfrm>
          <a:off x="0" y="0"/>
          <a:ext cx="0" cy="0"/>
          <a:chOff x="0" y="0"/>
          <a:chExt cx="0" cy="0"/>
        </a:xfrm>
      </p:grpSpPr>
      <p:sp>
        <p:nvSpPr>
          <p:cNvPr id="799" name="Google Shape;799;g3e16a03eb46_0_4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0" name="Google Shape;800;g3e16a03eb46_0_4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g3e16a03eb46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7" name="Google Shape;807;g3e16a03eb46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e16a03eb46_0_4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7" name="Google Shape;817;g3e16a03eb46_0_4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1" name="Shape 821"/>
        <p:cNvGrpSpPr/>
        <p:nvPr/>
      </p:nvGrpSpPr>
      <p:grpSpPr>
        <a:xfrm>
          <a:off x="0" y="0"/>
          <a:ext cx="0" cy="0"/>
          <a:chOff x="0" y="0"/>
          <a:chExt cx="0" cy="0"/>
        </a:xfrm>
      </p:grpSpPr>
      <p:sp>
        <p:nvSpPr>
          <p:cNvPr id="822" name="Google Shape;822;g3e16a03eb46_0_4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3" name="Google Shape;823;g3e16a03eb46_0_4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4" name="Shape 834"/>
        <p:cNvGrpSpPr/>
        <p:nvPr/>
      </p:nvGrpSpPr>
      <p:grpSpPr>
        <a:xfrm>
          <a:off x="0" y="0"/>
          <a:ext cx="0" cy="0"/>
          <a:chOff x="0" y="0"/>
          <a:chExt cx="0" cy="0"/>
        </a:xfrm>
      </p:grpSpPr>
      <p:sp>
        <p:nvSpPr>
          <p:cNvPr id="835" name="Google Shape;835;g3e16a03eb46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36" name="Google Shape;836;g3e16a03eb46_0_4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3" name="Shape 843"/>
        <p:cNvGrpSpPr/>
        <p:nvPr/>
      </p:nvGrpSpPr>
      <p:grpSpPr>
        <a:xfrm>
          <a:off x="0" y="0"/>
          <a:ext cx="0" cy="0"/>
          <a:chOff x="0" y="0"/>
          <a:chExt cx="0" cy="0"/>
        </a:xfrm>
      </p:grpSpPr>
      <p:sp>
        <p:nvSpPr>
          <p:cNvPr id="844" name="Google Shape;844;g3e16a03eb46_0_4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45" name="Google Shape;845;g3e16a03eb46_0_4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9" name="Shape 849"/>
        <p:cNvGrpSpPr/>
        <p:nvPr/>
      </p:nvGrpSpPr>
      <p:grpSpPr>
        <a:xfrm>
          <a:off x="0" y="0"/>
          <a:ext cx="0" cy="0"/>
          <a:chOff x="0" y="0"/>
          <a:chExt cx="0" cy="0"/>
        </a:xfrm>
      </p:grpSpPr>
      <p:sp>
        <p:nvSpPr>
          <p:cNvPr id="850" name="Google Shape;850;g3e16a03eb46_0_4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1" name="Google Shape;851;g3e16a03eb46_0_4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7" name="Shape 857"/>
        <p:cNvGrpSpPr/>
        <p:nvPr/>
      </p:nvGrpSpPr>
      <p:grpSpPr>
        <a:xfrm>
          <a:off x="0" y="0"/>
          <a:ext cx="0" cy="0"/>
          <a:chOff x="0" y="0"/>
          <a:chExt cx="0" cy="0"/>
        </a:xfrm>
      </p:grpSpPr>
      <p:sp>
        <p:nvSpPr>
          <p:cNvPr id="858" name="Google Shape;858;g3e16a03eb46_0_4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9" name="Google Shape;859;g3e16a03eb46_0_4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3e16a03eb46_0_4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7" name="Google Shape;867;g3e16a03eb46_0_4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1" name="Shape 871"/>
        <p:cNvGrpSpPr/>
        <p:nvPr/>
      </p:nvGrpSpPr>
      <p:grpSpPr>
        <a:xfrm>
          <a:off x="0" y="0"/>
          <a:ext cx="0" cy="0"/>
          <a:chOff x="0" y="0"/>
          <a:chExt cx="0" cy="0"/>
        </a:xfrm>
      </p:grpSpPr>
      <p:sp>
        <p:nvSpPr>
          <p:cNvPr id="872" name="Google Shape;872;g3e16a03eb46_0_4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3" name="Google Shape;873;g3e16a03eb46_0_4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e16a03eb46_0_4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9" name="Google Shape;879;g3e16a03eb46_0_48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7" name="Shape 887"/>
        <p:cNvGrpSpPr/>
        <p:nvPr/>
      </p:nvGrpSpPr>
      <p:grpSpPr>
        <a:xfrm>
          <a:off x="0" y="0"/>
          <a:ext cx="0" cy="0"/>
          <a:chOff x="0" y="0"/>
          <a:chExt cx="0" cy="0"/>
        </a:xfrm>
      </p:grpSpPr>
      <p:sp>
        <p:nvSpPr>
          <p:cNvPr id="888" name="Google Shape;888;g3e16a03eb46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9" name="Google Shape;889;g3e16a03eb46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3e16a03eb46_0_5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94" name="Google Shape;894;g3e16a03eb46_0_5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3e16a03eb46_0_5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4" name="Google Shape;904;g3e16a03eb46_0_5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8" name="Shape 908"/>
        <p:cNvGrpSpPr/>
        <p:nvPr/>
      </p:nvGrpSpPr>
      <p:grpSpPr>
        <a:xfrm>
          <a:off x="0" y="0"/>
          <a:ext cx="0" cy="0"/>
          <a:chOff x="0" y="0"/>
          <a:chExt cx="0" cy="0"/>
        </a:xfrm>
      </p:grpSpPr>
      <p:sp>
        <p:nvSpPr>
          <p:cNvPr id="909" name="Google Shape;909;g3e16a03eb46_0_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0" name="Google Shape;910;g3e16a03eb46_0_5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20a70d3dc02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16" name="Google Shape;916;g20a70d3dc02_0_4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4" name="Shape 924"/>
        <p:cNvGrpSpPr/>
        <p:nvPr/>
      </p:nvGrpSpPr>
      <p:grpSpPr>
        <a:xfrm>
          <a:off x="0" y="0"/>
          <a:ext cx="0" cy="0"/>
          <a:chOff x="0" y="0"/>
          <a:chExt cx="0" cy="0"/>
        </a:xfrm>
      </p:grpSpPr>
      <p:sp>
        <p:nvSpPr>
          <p:cNvPr id="925" name="Google Shape;925;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26" name="Google Shape;926;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9"/>
          <p:cNvGrpSpPr/>
          <p:nvPr/>
        </p:nvGrpSpPr>
        <p:grpSpPr>
          <a:xfrm>
            <a:off x="7362284" y="1723643"/>
            <a:ext cx="1781706" cy="3419867"/>
            <a:chOff x="7397009" y="1731193"/>
            <a:chExt cx="1781706" cy="3419867"/>
          </a:xfrm>
        </p:grpSpPr>
        <p:sp>
          <p:nvSpPr>
            <p:cNvPr id="10" name="Google Shape;10;p29"/>
            <p:cNvSpPr/>
            <p:nvPr/>
          </p:nvSpPr>
          <p:spPr>
            <a:xfrm>
              <a:off x="7858529" y="1731193"/>
              <a:ext cx="1320185" cy="132176"/>
            </a:xfrm>
            <a:custGeom>
              <a:rect b="b" l="l" r="r" t="t"/>
              <a:pathLst>
                <a:path extrusionOk="0" h="1930" w="19277">
                  <a:moveTo>
                    <a:pt x="1" y="1"/>
                  </a:moveTo>
                  <a:lnTo>
                    <a:pt x="1" y="1930"/>
                  </a:lnTo>
                  <a:lnTo>
                    <a:pt x="19277" y="1930"/>
                  </a:lnTo>
                  <a:lnTo>
                    <a:pt x="1927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9"/>
            <p:cNvSpPr/>
            <p:nvPr/>
          </p:nvSpPr>
          <p:spPr>
            <a:xfrm>
              <a:off x="7784360" y="1950550"/>
              <a:ext cx="865993" cy="132176"/>
            </a:xfrm>
            <a:custGeom>
              <a:rect b="b" l="l" r="r" t="t"/>
              <a:pathLst>
                <a:path extrusionOk="0" h="1930" w="12645">
                  <a:moveTo>
                    <a:pt x="0" y="1"/>
                  </a:moveTo>
                  <a:lnTo>
                    <a:pt x="0" y="1929"/>
                  </a:lnTo>
                  <a:lnTo>
                    <a:pt x="12645" y="1929"/>
                  </a:lnTo>
                  <a:lnTo>
                    <a:pt x="1264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9"/>
            <p:cNvSpPr/>
            <p:nvPr/>
          </p:nvSpPr>
          <p:spPr>
            <a:xfrm>
              <a:off x="8855808" y="1950550"/>
              <a:ext cx="322907" cy="132176"/>
            </a:xfrm>
            <a:custGeom>
              <a:rect b="b" l="l" r="r" t="t"/>
              <a:pathLst>
                <a:path extrusionOk="0" h="1930" w="4715">
                  <a:moveTo>
                    <a:pt x="0" y="1"/>
                  </a:moveTo>
                  <a:lnTo>
                    <a:pt x="0" y="1929"/>
                  </a:lnTo>
                  <a:lnTo>
                    <a:pt x="4715" y="1929"/>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29"/>
            <p:cNvSpPr/>
            <p:nvPr/>
          </p:nvSpPr>
          <p:spPr>
            <a:xfrm>
              <a:off x="8445651" y="2169086"/>
              <a:ext cx="733063" cy="132998"/>
            </a:xfrm>
            <a:custGeom>
              <a:rect b="b" l="l" r="r" t="t"/>
              <a:pathLst>
                <a:path extrusionOk="0" h="1942" w="10704">
                  <a:moveTo>
                    <a:pt x="0" y="0"/>
                  </a:moveTo>
                  <a:lnTo>
                    <a:pt x="0" y="1941"/>
                  </a:lnTo>
                  <a:lnTo>
                    <a:pt x="10704" y="1941"/>
                  </a:lnTo>
                  <a:lnTo>
                    <a:pt x="10704"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29"/>
            <p:cNvSpPr/>
            <p:nvPr/>
          </p:nvSpPr>
          <p:spPr>
            <a:xfrm>
              <a:off x="8738356" y="2388443"/>
              <a:ext cx="440359" cy="132929"/>
            </a:xfrm>
            <a:custGeom>
              <a:rect b="b" l="l" r="r" t="t"/>
              <a:pathLst>
                <a:path extrusionOk="0" h="1941" w="6430">
                  <a:moveTo>
                    <a:pt x="1" y="0"/>
                  </a:moveTo>
                  <a:lnTo>
                    <a:pt x="1" y="1941"/>
                  </a:lnTo>
                  <a:lnTo>
                    <a:pt x="6430" y="1941"/>
                  </a:lnTo>
                  <a:lnTo>
                    <a:pt x="6430"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29"/>
            <p:cNvSpPr/>
            <p:nvPr/>
          </p:nvSpPr>
          <p:spPr>
            <a:xfrm>
              <a:off x="7990637" y="2388443"/>
              <a:ext cx="597737" cy="132929"/>
            </a:xfrm>
            <a:custGeom>
              <a:rect b="b" l="l" r="r" t="t"/>
              <a:pathLst>
                <a:path extrusionOk="0" h="1941" w="8728">
                  <a:moveTo>
                    <a:pt x="1" y="0"/>
                  </a:moveTo>
                  <a:lnTo>
                    <a:pt x="1" y="1941"/>
                  </a:lnTo>
                  <a:lnTo>
                    <a:pt x="8728" y="1941"/>
                  </a:lnTo>
                  <a:lnTo>
                    <a:pt x="8728"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29"/>
            <p:cNvSpPr/>
            <p:nvPr/>
          </p:nvSpPr>
          <p:spPr>
            <a:xfrm>
              <a:off x="7683208" y="2607801"/>
              <a:ext cx="1495507" cy="132108"/>
            </a:xfrm>
            <a:custGeom>
              <a:rect b="b" l="l" r="r" t="t"/>
              <a:pathLst>
                <a:path extrusionOk="0" h="1929" w="21837">
                  <a:moveTo>
                    <a:pt x="1" y="0"/>
                  </a:moveTo>
                  <a:lnTo>
                    <a:pt x="1" y="1929"/>
                  </a:lnTo>
                  <a:lnTo>
                    <a:pt x="21837" y="1929"/>
                  </a:lnTo>
                  <a:lnTo>
                    <a:pt x="2183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29"/>
            <p:cNvSpPr/>
            <p:nvPr/>
          </p:nvSpPr>
          <p:spPr>
            <a:xfrm>
              <a:off x="8298888" y="2827090"/>
              <a:ext cx="879827" cy="132176"/>
            </a:xfrm>
            <a:custGeom>
              <a:rect b="b" l="l" r="r" t="t"/>
              <a:pathLst>
                <a:path extrusionOk="0" h="1930" w="12847">
                  <a:moveTo>
                    <a:pt x="0" y="1"/>
                  </a:moveTo>
                  <a:lnTo>
                    <a:pt x="0" y="1930"/>
                  </a:lnTo>
                  <a:lnTo>
                    <a:pt x="12847" y="1930"/>
                  </a:lnTo>
                  <a:lnTo>
                    <a:pt x="128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29"/>
            <p:cNvSpPr/>
            <p:nvPr/>
          </p:nvSpPr>
          <p:spPr>
            <a:xfrm>
              <a:off x="8855808" y="3046447"/>
              <a:ext cx="322907" cy="132176"/>
            </a:xfrm>
            <a:custGeom>
              <a:rect b="b" l="l" r="r" t="t"/>
              <a:pathLst>
                <a:path extrusionOk="0" h="1930" w="4715">
                  <a:moveTo>
                    <a:pt x="0" y="1"/>
                  </a:moveTo>
                  <a:lnTo>
                    <a:pt x="0" y="1929"/>
                  </a:lnTo>
                  <a:lnTo>
                    <a:pt x="4715" y="1929"/>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29"/>
            <p:cNvSpPr/>
            <p:nvPr/>
          </p:nvSpPr>
          <p:spPr>
            <a:xfrm>
              <a:off x="7784360" y="2169086"/>
              <a:ext cx="499050" cy="132998"/>
            </a:xfrm>
            <a:custGeom>
              <a:rect b="b" l="l" r="r" t="t"/>
              <a:pathLst>
                <a:path extrusionOk="0" h="1942" w="7287">
                  <a:moveTo>
                    <a:pt x="0" y="0"/>
                  </a:moveTo>
                  <a:lnTo>
                    <a:pt x="0" y="1941"/>
                  </a:lnTo>
                  <a:lnTo>
                    <a:pt x="7287" y="1941"/>
                  </a:lnTo>
                  <a:lnTo>
                    <a:pt x="728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29"/>
            <p:cNvSpPr/>
            <p:nvPr/>
          </p:nvSpPr>
          <p:spPr>
            <a:xfrm>
              <a:off x="8020017" y="4142344"/>
              <a:ext cx="322975" cy="132176"/>
            </a:xfrm>
            <a:custGeom>
              <a:rect b="b" l="l" r="r" t="t"/>
              <a:pathLst>
                <a:path extrusionOk="0" h="1930" w="4716">
                  <a:moveTo>
                    <a:pt x="0" y="1"/>
                  </a:moveTo>
                  <a:lnTo>
                    <a:pt x="0" y="1929"/>
                  </a:lnTo>
                  <a:lnTo>
                    <a:pt x="4715" y="1929"/>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29"/>
            <p:cNvSpPr/>
            <p:nvPr/>
          </p:nvSpPr>
          <p:spPr>
            <a:xfrm>
              <a:off x="7521789" y="4142344"/>
              <a:ext cx="322153" cy="132176"/>
            </a:xfrm>
            <a:custGeom>
              <a:rect b="b" l="l" r="r" t="t"/>
              <a:pathLst>
                <a:path extrusionOk="0" h="1930" w="4704">
                  <a:moveTo>
                    <a:pt x="0" y="1"/>
                  </a:moveTo>
                  <a:lnTo>
                    <a:pt x="0" y="1929"/>
                  </a:lnTo>
                  <a:lnTo>
                    <a:pt x="4703" y="1929"/>
                  </a:lnTo>
                  <a:lnTo>
                    <a:pt x="47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29"/>
            <p:cNvSpPr/>
            <p:nvPr/>
          </p:nvSpPr>
          <p:spPr>
            <a:xfrm>
              <a:off x="8152056" y="3264983"/>
              <a:ext cx="1026659" cy="132998"/>
            </a:xfrm>
            <a:custGeom>
              <a:rect b="b" l="l" r="r" t="t"/>
              <a:pathLst>
                <a:path extrusionOk="0" h="1942" w="14991">
                  <a:moveTo>
                    <a:pt x="1" y="0"/>
                  </a:moveTo>
                  <a:lnTo>
                    <a:pt x="1" y="1941"/>
                  </a:lnTo>
                  <a:lnTo>
                    <a:pt x="14991" y="1941"/>
                  </a:lnTo>
                  <a:lnTo>
                    <a:pt x="14991"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29"/>
            <p:cNvSpPr/>
            <p:nvPr/>
          </p:nvSpPr>
          <p:spPr>
            <a:xfrm>
              <a:off x="7784360" y="3484340"/>
              <a:ext cx="807301" cy="132929"/>
            </a:xfrm>
            <a:custGeom>
              <a:rect b="b" l="l" r="r" t="t"/>
              <a:pathLst>
                <a:path extrusionOk="0" h="1941" w="11788">
                  <a:moveTo>
                    <a:pt x="0" y="0"/>
                  </a:moveTo>
                  <a:lnTo>
                    <a:pt x="0" y="1941"/>
                  </a:lnTo>
                  <a:lnTo>
                    <a:pt x="11787" y="1941"/>
                  </a:lnTo>
                  <a:lnTo>
                    <a:pt x="1178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29"/>
            <p:cNvSpPr/>
            <p:nvPr/>
          </p:nvSpPr>
          <p:spPr>
            <a:xfrm>
              <a:off x="8738356" y="3484340"/>
              <a:ext cx="440359" cy="132929"/>
            </a:xfrm>
            <a:custGeom>
              <a:rect b="b" l="l" r="r" t="t"/>
              <a:pathLst>
                <a:path extrusionOk="0" h="1941" w="6430">
                  <a:moveTo>
                    <a:pt x="1" y="0"/>
                  </a:moveTo>
                  <a:lnTo>
                    <a:pt x="1" y="1941"/>
                  </a:lnTo>
                  <a:lnTo>
                    <a:pt x="6430" y="1941"/>
                  </a:lnTo>
                  <a:lnTo>
                    <a:pt x="6430"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29"/>
            <p:cNvSpPr/>
            <p:nvPr/>
          </p:nvSpPr>
          <p:spPr>
            <a:xfrm>
              <a:off x="7931945" y="3046447"/>
              <a:ext cx="733063" cy="132176"/>
            </a:xfrm>
            <a:custGeom>
              <a:rect b="b" l="l" r="r" t="t"/>
              <a:pathLst>
                <a:path extrusionOk="0" h="1930" w="10704">
                  <a:moveTo>
                    <a:pt x="0" y="1"/>
                  </a:moveTo>
                  <a:lnTo>
                    <a:pt x="0" y="1929"/>
                  </a:lnTo>
                  <a:lnTo>
                    <a:pt x="10704" y="1929"/>
                  </a:lnTo>
                  <a:lnTo>
                    <a:pt x="1070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 name="Google Shape;26;p29"/>
            <p:cNvSpPr/>
            <p:nvPr/>
          </p:nvSpPr>
          <p:spPr>
            <a:xfrm>
              <a:off x="8445651" y="3703698"/>
              <a:ext cx="733063" cy="132108"/>
            </a:xfrm>
            <a:custGeom>
              <a:rect b="b" l="l" r="r" t="t"/>
              <a:pathLst>
                <a:path extrusionOk="0" h="1929" w="10704">
                  <a:moveTo>
                    <a:pt x="0" y="0"/>
                  </a:moveTo>
                  <a:lnTo>
                    <a:pt x="0" y="1929"/>
                  </a:lnTo>
                  <a:lnTo>
                    <a:pt x="10704" y="1929"/>
                  </a:lnTo>
                  <a:lnTo>
                    <a:pt x="10704"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 name="Google Shape;27;p29"/>
            <p:cNvSpPr/>
            <p:nvPr/>
          </p:nvSpPr>
          <p:spPr>
            <a:xfrm>
              <a:off x="8855808" y="3922987"/>
              <a:ext cx="322907" cy="132176"/>
            </a:xfrm>
            <a:custGeom>
              <a:rect b="b" l="l" r="r" t="t"/>
              <a:pathLst>
                <a:path extrusionOk="0" h="1930" w="4715">
                  <a:moveTo>
                    <a:pt x="0" y="1"/>
                  </a:moveTo>
                  <a:lnTo>
                    <a:pt x="0" y="1930"/>
                  </a:lnTo>
                  <a:lnTo>
                    <a:pt x="4715" y="1930"/>
                  </a:lnTo>
                  <a:lnTo>
                    <a:pt x="4715"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 name="Google Shape;28;p29"/>
            <p:cNvSpPr/>
            <p:nvPr/>
          </p:nvSpPr>
          <p:spPr>
            <a:xfrm>
              <a:off x="7990637" y="3703698"/>
              <a:ext cx="322975" cy="132108"/>
            </a:xfrm>
            <a:custGeom>
              <a:rect b="b" l="l" r="r" t="t"/>
              <a:pathLst>
                <a:path extrusionOk="0" h="1929" w="4716">
                  <a:moveTo>
                    <a:pt x="1" y="0"/>
                  </a:moveTo>
                  <a:lnTo>
                    <a:pt x="1" y="1929"/>
                  </a:lnTo>
                  <a:lnTo>
                    <a:pt x="4715" y="1929"/>
                  </a:lnTo>
                  <a:lnTo>
                    <a:pt x="471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p29"/>
            <p:cNvSpPr/>
            <p:nvPr/>
          </p:nvSpPr>
          <p:spPr>
            <a:xfrm>
              <a:off x="8445651" y="4142344"/>
              <a:ext cx="733063" cy="132176"/>
            </a:xfrm>
            <a:custGeom>
              <a:rect b="b" l="l" r="r" t="t"/>
              <a:pathLst>
                <a:path extrusionOk="0" h="1930" w="10704">
                  <a:moveTo>
                    <a:pt x="0" y="1"/>
                  </a:moveTo>
                  <a:lnTo>
                    <a:pt x="0" y="1929"/>
                  </a:lnTo>
                  <a:lnTo>
                    <a:pt x="10704" y="1929"/>
                  </a:lnTo>
                  <a:lnTo>
                    <a:pt x="1070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9"/>
            <p:cNvSpPr/>
            <p:nvPr/>
          </p:nvSpPr>
          <p:spPr>
            <a:xfrm>
              <a:off x="7858529" y="3922987"/>
              <a:ext cx="862774" cy="132176"/>
            </a:xfrm>
            <a:custGeom>
              <a:rect b="b" l="l" r="r" t="t"/>
              <a:pathLst>
                <a:path extrusionOk="0" h="1930" w="12598">
                  <a:moveTo>
                    <a:pt x="1" y="1"/>
                  </a:moveTo>
                  <a:lnTo>
                    <a:pt x="1" y="1930"/>
                  </a:lnTo>
                  <a:lnTo>
                    <a:pt x="12598" y="1930"/>
                  </a:lnTo>
                  <a:lnTo>
                    <a:pt x="1259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 name="Google Shape;31;p29"/>
            <p:cNvSpPr/>
            <p:nvPr/>
          </p:nvSpPr>
          <p:spPr>
            <a:xfrm>
              <a:off x="7683208" y="4361702"/>
              <a:ext cx="1495507" cy="132176"/>
            </a:xfrm>
            <a:custGeom>
              <a:rect b="b" l="l" r="r" t="t"/>
              <a:pathLst>
                <a:path extrusionOk="0" h="1930" w="21837">
                  <a:moveTo>
                    <a:pt x="1" y="0"/>
                  </a:moveTo>
                  <a:lnTo>
                    <a:pt x="1" y="1929"/>
                  </a:lnTo>
                  <a:lnTo>
                    <a:pt x="21837" y="1929"/>
                  </a:lnTo>
                  <a:lnTo>
                    <a:pt x="2183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 name="Google Shape;32;p29"/>
            <p:cNvSpPr/>
            <p:nvPr/>
          </p:nvSpPr>
          <p:spPr>
            <a:xfrm>
              <a:off x="8767736" y="4580237"/>
              <a:ext cx="410978" cy="132929"/>
            </a:xfrm>
            <a:custGeom>
              <a:rect b="b" l="l" r="r" t="t"/>
              <a:pathLst>
                <a:path extrusionOk="0" h="1941" w="6001">
                  <a:moveTo>
                    <a:pt x="0" y="0"/>
                  </a:moveTo>
                  <a:lnTo>
                    <a:pt x="0" y="1941"/>
                  </a:lnTo>
                  <a:lnTo>
                    <a:pt x="6001" y="1941"/>
                  </a:lnTo>
                  <a:lnTo>
                    <a:pt x="6001"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 name="Google Shape;33;p29"/>
            <p:cNvSpPr/>
            <p:nvPr/>
          </p:nvSpPr>
          <p:spPr>
            <a:xfrm>
              <a:off x="7814494" y="4580237"/>
              <a:ext cx="773880" cy="132929"/>
            </a:xfrm>
            <a:custGeom>
              <a:rect b="b" l="l" r="r" t="t"/>
              <a:pathLst>
                <a:path extrusionOk="0" h="1941" w="11300">
                  <a:moveTo>
                    <a:pt x="1" y="0"/>
                  </a:moveTo>
                  <a:lnTo>
                    <a:pt x="1" y="1941"/>
                  </a:lnTo>
                  <a:lnTo>
                    <a:pt x="11300" y="1941"/>
                  </a:lnTo>
                  <a:lnTo>
                    <a:pt x="11300"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9"/>
            <p:cNvSpPr/>
            <p:nvPr/>
          </p:nvSpPr>
          <p:spPr>
            <a:xfrm>
              <a:off x="7397009" y="4799526"/>
              <a:ext cx="833394" cy="132998"/>
            </a:xfrm>
            <a:custGeom>
              <a:rect b="b" l="l" r="r" t="t"/>
              <a:pathLst>
                <a:path extrusionOk="0" h="1942" w="12169">
                  <a:moveTo>
                    <a:pt x="1" y="1"/>
                  </a:moveTo>
                  <a:lnTo>
                    <a:pt x="1" y="1942"/>
                  </a:lnTo>
                  <a:lnTo>
                    <a:pt x="12169" y="1942"/>
                  </a:lnTo>
                  <a:lnTo>
                    <a:pt x="12169"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 name="Google Shape;35;p29"/>
            <p:cNvSpPr/>
            <p:nvPr/>
          </p:nvSpPr>
          <p:spPr>
            <a:xfrm>
              <a:off x="8382851" y="4799526"/>
              <a:ext cx="795864" cy="132998"/>
            </a:xfrm>
            <a:custGeom>
              <a:rect b="b" l="l" r="r" t="t"/>
              <a:pathLst>
                <a:path extrusionOk="0" h="1942" w="11621">
                  <a:moveTo>
                    <a:pt x="0" y="1"/>
                  </a:moveTo>
                  <a:lnTo>
                    <a:pt x="0" y="1942"/>
                  </a:lnTo>
                  <a:lnTo>
                    <a:pt x="11621" y="1942"/>
                  </a:lnTo>
                  <a:lnTo>
                    <a:pt x="1162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 name="Google Shape;36;p29"/>
            <p:cNvSpPr/>
            <p:nvPr/>
          </p:nvSpPr>
          <p:spPr>
            <a:xfrm>
              <a:off x="8064053" y="5018884"/>
              <a:ext cx="1114662" cy="132176"/>
            </a:xfrm>
            <a:custGeom>
              <a:rect b="b" l="l" r="r" t="t"/>
              <a:pathLst>
                <a:path extrusionOk="0" h="1930" w="16276">
                  <a:moveTo>
                    <a:pt x="0" y="1"/>
                  </a:moveTo>
                  <a:lnTo>
                    <a:pt x="0" y="1930"/>
                  </a:lnTo>
                  <a:lnTo>
                    <a:pt x="16276" y="1930"/>
                  </a:lnTo>
                  <a:lnTo>
                    <a:pt x="1627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7" name="Google Shape;37;p29"/>
          <p:cNvSpPr/>
          <p:nvPr/>
        </p:nvSpPr>
        <p:spPr>
          <a:xfrm>
            <a:off x="1962382" y="0"/>
            <a:ext cx="2721868" cy="387420"/>
          </a:xfrm>
          <a:custGeom>
            <a:rect b="b" l="l" r="r" t="t"/>
            <a:pathLst>
              <a:path extrusionOk="0" h="5657" w="39744">
                <a:moveTo>
                  <a:pt x="1" y="1"/>
                </a:moveTo>
                <a:lnTo>
                  <a:pt x="1" y="5656"/>
                </a:lnTo>
                <a:lnTo>
                  <a:pt x="39744" y="5656"/>
                </a:lnTo>
                <a:lnTo>
                  <a:pt x="39744"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 name="Google Shape;38;p29"/>
          <p:cNvSpPr/>
          <p:nvPr/>
        </p:nvSpPr>
        <p:spPr>
          <a:xfrm>
            <a:off x="873813" y="0"/>
            <a:ext cx="664647" cy="387420"/>
          </a:xfrm>
          <a:custGeom>
            <a:rect b="b" l="l" r="r" t="t"/>
            <a:pathLst>
              <a:path extrusionOk="0" h="5657" w="9705">
                <a:moveTo>
                  <a:pt x="1" y="1"/>
                </a:moveTo>
                <a:lnTo>
                  <a:pt x="1" y="5656"/>
                </a:lnTo>
                <a:lnTo>
                  <a:pt x="9704" y="5656"/>
                </a:lnTo>
                <a:lnTo>
                  <a:pt x="9704"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9"/>
          <p:cNvSpPr/>
          <p:nvPr/>
        </p:nvSpPr>
        <p:spPr>
          <a:xfrm>
            <a:off x="3516020" y="4983597"/>
            <a:ext cx="1054395" cy="159912"/>
          </a:xfrm>
          <a:custGeom>
            <a:rect b="b" l="l" r="r" t="t"/>
            <a:pathLst>
              <a:path extrusionOk="0" h="2335" w="15396">
                <a:moveTo>
                  <a:pt x="1" y="1"/>
                </a:moveTo>
                <a:lnTo>
                  <a:pt x="1" y="2335"/>
                </a:lnTo>
                <a:lnTo>
                  <a:pt x="15395" y="2335"/>
                </a:lnTo>
                <a:lnTo>
                  <a:pt x="15395"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29"/>
          <p:cNvSpPr/>
          <p:nvPr/>
        </p:nvSpPr>
        <p:spPr>
          <a:xfrm>
            <a:off x="1160341" y="4983597"/>
            <a:ext cx="2152689" cy="159912"/>
          </a:xfrm>
          <a:custGeom>
            <a:rect b="b" l="l" r="r" t="t"/>
            <a:pathLst>
              <a:path extrusionOk="0" h="2335" w="31433">
                <a:moveTo>
                  <a:pt x="0" y="1"/>
                </a:moveTo>
                <a:lnTo>
                  <a:pt x="0" y="2335"/>
                </a:lnTo>
                <a:lnTo>
                  <a:pt x="31433" y="2335"/>
                </a:lnTo>
                <a:lnTo>
                  <a:pt x="3143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29"/>
          <p:cNvSpPr/>
          <p:nvPr/>
        </p:nvSpPr>
        <p:spPr>
          <a:xfrm>
            <a:off x="1805333" y="4452017"/>
            <a:ext cx="3750923" cy="160666"/>
          </a:xfrm>
          <a:custGeom>
            <a:rect b="b" l="l" r="r" t="t"/>
            <a:pathLst>
              <a:path extrusionOk="0" h="2346" w="54770">
                <a:moveTo>
                  <a:pt x="0" y="0"/>
                </a:moveTo>
                <a:lnTo>
                  <a:pt x="0" y="2346"/>
                </a:lnTo>
                <a:lnTo>
                  <a:pt x="54769" y="2346"/>
                </a:lnTo>
                <a:lnTo>
                  <a:pt x="54769"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29"/>
          <p:cNvSpPr/>
          <p:nvPr/>
        </p:nvSpPr>
        <p:spPr>
          <a:xfrm>
            <a:off x="0" y="4452017"/>
            <a:ext cx="1490645" cy="160666"/>
          </a:xfrm>
          <a:custGeom>
            <a:rect b="b" l="l" r="r" t="t"/>
            <a:pathLst>
              <a:path extrusionOk="0" h="2346" w="21766">
                <a:moveTo>
                  <a:pt x="1" y="0"/>
                </a:moveTo>
                <a:lnTo>
                  <a:pt x="1" y="2346"/>
                </a:lnTo>
                <a:lnTo>
                  <a:pt x="21765" y="2346"/>
                </a:lnTo>
                <a:lnTo>
                  <a:pt x="21765" y="0"/>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29"/>
          <p:cNvSpPr/>
          <p:nvPr/>
        </p:nvSpPr>
        <p:spPr>
          <a:xfrm>
            <a:off x="596093" y="4717807"/>
            <a:ext cx="3218453" cy="160734"/>
          </a:xfrm>
          <a:custGeom>
            <a:rect b="b" l="l" r="r" t="t"/>
            <a:pathLst>
              <a:path extrusionOk="0" h="2347" w="46995">
                <a:moveTo>
                  <a:pt x="0" y="1"/>
                </a:moveTo>
                <a:lnTo>
                  <a:pt x="0" y="2346"/>
                </a:lnTo>
                <a:lnTo>
                  <a:pt x="46994" y="2346"/>
                </a:lnTo>
                <a:lnTo>
                  <a:pt x="46994"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9"/>
          <p:cNvSpPr/>
          <p:nvPr/>
        </p:nvSpPr>
        <p:spPr>
          <a:xfrm>
            <a:off x="0" y="4717807"/>
            <a:ext cx="364546" cy="160734"/>
          </a:xfrm>
          <a:custGeom>
            <a:rect b="b" l="l" r="r" t="t"/>
            <a:pathLst>
              <a:path extrusionOk="0" h="2347" w="5323">
                <a:moveTo>
                  <a:pt x="1" y="1"/>
                </a:moveTo>
                <a:lnTo>
                  <a:pt x="1" y="2346"/>
                </a:lnTo>
                <a:lnTo>
                  <a:pt x="5323" y="2346"/>
                </a:lnTo>
                <a:lnTo>
                  <a:pt x="532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29"/>
          <p:cNvSpPr/>
          <p:nvPr/>
        </p:nvSpPr>
        <p:spPr>
          <a:xfrm>
            <a:off x="0" y="4983597"/>
            <a:ext cx="828532" cy="159912"/>
          </a:xfrm>
          <a:custGeom>
            <a:rect b="b" l="l" r="r" t="t"/>
            <a:pathLst>
              <a:path extrusionOk="0" h="2335" w="12098">
                <a:moveTo>
                  <a:pt x="1" y="1"/>
                </a:moveTo>
                <a:lnTo>
                  <a:pt x="1" y="2335"/>
                </a:lnTo>
                <a:lnTo>
                  <a:pt x="12098" y="2335"/>
                </a:lnTo>
                <a:lnTo>
                  <a:pt x="12098" y="1"/>
                </a:ln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 name="Google Shape;46;p29"/>
          <p:cNvSpPr txBox="1"/>
          <p:nvPr>
            <p:ph type="ctrTitle"/>
          </p:nvPr>
        </p:nvSpPr>
        <p:spPr>
          <a:xfrm>
            <a:off x="596100" y="1222370"/>
            <a:ext cx="8520600" cy="1910400"/>
          </a:xfrm>
          <a:prstGeom prst="rect">
            <a:avLst/>
          </a:prstGeom>
          <a:noFill/>
          <a:ln>
            <a:noFill/>
          </a:ln>
        </p:spPr>
        <p:txBody>
          <a:bodyPr anchorCtr="0" anchor="b" bIns="0" lIns="91425" spcFirstLastPara="1" rIns="91425" wrap="square" tIns="91425">
            <a:noAutofit/>
          </a:bodyPr>
          <a:lstStyle>
            <a:lvl1pPr lvl="0" algn="l">
              <a:lnSpc>
                <a:spcPct val="80000"/>
              </a:lnSpc>
              <a:spcBef>
                <a:spcPts val="0"/>
              </a:spcBef>
              <a:spcAft>
                <a:spcPts val="0"/>
              </a:spcAft>
              <a:buSzPts val="6900"/>
              <a:buNone/>
              <a:defRPr sz="6900"/>
            </a:lvl1pPr>
            <a:lvl2pPr lvl="1" algn="ctr">
              <a:lnSpc>
                <a:spcPct val="100000"/>
              </a:lnSpc>
              <a:spcBef>
                <a:spcPts val="0"/>
              </a:spcBef>
              <a:spcAft>
                <a:spcPts val="0"/>
              </a:spcAft>
              <a:buSzPts val="6100"/>
              <a:buNone/>
              <a:defRPr sz="6100"/>
            </a:lvl2pPr>
            <a:lvl3pPr lvl="2" algn="ctr">
              <a:lnSpc>
                <a:spcPct val="100000"/>
              </a:lnSpc>
              <a:spcBef>
                <a:spcPts val="0"/>
              </a:spcBef>
              <a:spcAft>
                <a:spcPts val="0"/>
              </a:spcAft>
              <a:buSzPts val="6100"/>
              <a:buNone/>
              <a:defRPr sz="6100"/>
            </a:lvl3pPr>
            <a:lvl4pPr lvl="3" algn="ctr">
              <a:lnSpc>
                <a:spcPct val="100000"/>
              </a:lnSpc>
              <a:spcBef>
                <a:spcPts val="0"/>
              </a:spcBef>
              <a:spcAft>
                <a:spcPts val="0"/>
              </a:spcAft>
              <a:buSzPts val="6100"/>
              <a:buNone/>
              <a:defRPr sz="6100"/>
            </a:lvl4pPr>
            <a:lvl5pPr lvl="4" algn="ctr">
              <a:lnSpc>
                <a:spcPct val="100000"/>
              </a:lnSpc>
              <a:spcBef>
                <a:spcPts val="0"/>
              </a:spcBef>
              <a:spcAft>
                <a:spcPts val="0"/>
              </a:spcAft>
              <a:buSzPts val="6100"/>
              <a:buNone/>
              <a:defRPr sz="6100"/>
            </a:lvl5pPr>
            <a:lvl6pPr lvl="5" algn="ctr">
              <a:lnSpc>
                <a:spcPct val="100000"/>
              </a:lnSpc>
              <a:spcBef>
                <a:spcPts val="0"/>
              </a:spcBef>
              <a:spcAft>
                <a:spcPts val="0"/>
              </a:spcAft>
              <a:buSzPts val="6100"/>
              <a:buNone/>
              <a:defRPr sz="6100"/>
            </a:lvl6pPr>
            <a:lvl7pPr lvl="6" algn="ctr">
              <a:lnSpc>
                <a:spcPct val="100000"/>
              </a:lnSpc>
              <a:spcBef>
                <a:spcPts val="0"/>
              </a:spcBef>
              <a:spcAft>
                <a:spcPts val="0"/>
              </a:spcAft>
              <a:buSzPts val="6100"/>
              <a:buNone/>
              <a:defRPr sz="6100"/>
            </a:lvl7pPr>
            <a:lvl8pPr lvl="7" algn="ctr">
              <a:lnSpc>
                <a:spcPct val="100000"/>
              </a:lnSpc>
              <a:spcBef>
                <a:spcPts val="0"/>
              </a:spcBef>
              <a:spcAft>
                <a:spcPts val="0"/>
              </a:spcAft>
              <a:buSzPts val="6100"/>
              <a:buNone/>
              <a:defRPr sz="6100"/>
            </a:lvl8pPr>
            <a:lvl9pPr lvl="8" algn="ctr">
              <a:lnSpc>
                <a:spcPct val="100000"/>
              </a:lnSpc>
              <a:spcBef>
                <a:spcPts val="0"/>
              </a:spcBef>
              <a:spcAft>
                <a:spcPts val="0"/>
              </a:spcAft>
              <a:buSzPts val="6100"/>
              <a:buNone/>
              <a:defRPr sz="6100"/>
            </a:lvl9pPr>
          </a:lstStyle>
          <a:p/>
        </p:txBody>
      </p:sp>
      <p:sp>
        <p:nvSpPr>
          <p:cNvPr id="47" name="Google Shape;47;p29"/>
          <p:cNvSpPr txBox="1"/>
          <p:nvPr>
            <p:ph idx="1" type="subTitle"/>
          </p:nvPr>
        </p:nvSpPr>
        <p:spPr>
          <a:xfrm>
            <a:off x="769050" y="3396100"/>
            <a:ext cx="8520600" cy="7926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SzPts val="2100"/>
              <a:buNone/>
              <a:defRPr sz="2100"/>
            </a:lvl1pPr>
            <a:lvl2pPr lvl="1" algn="ctr">
              <a:lnSpc>
                <a:spcPct val="100000"/>
              </a:lnSpc>
              <a:spcBef>
                <a:spcPts val="0"/>
              </a:spcBef>
              <a:spcAft>
                <a:spcPts val="0"/>
              </a:spcAft>
              <a:buSzPts val="2900"/>
              <a:buNone/>
              <a:defRPr sz="2900"/>
            </a:lvl2pPr>
            <a:lvl3pPr lvl="2" algn="ctr">
              <a:lnSpc>
                <a:spcPct val="100000"/>
              </a:lnSpc>
              <a:spcBef>
                <a:spcPts val="0"/>
              </a:spcBef>
              <a:spcAft>
                <a:spcPts val="0"/>
              </a:spcAft>
              <a:buSzPts val="2900"/>
              <a:buNone/>
              <a:defRPr sz="2900"/>
            </a:lvl3pPr>
            <a:lvl4pPr lvl="3" algn="ctr">
              <a:lnSpc>
                <a:spcPct val="100000"/>
              </a:lnSpc>
              <a:spcBef>
                <a:spcPts val="0"/>
              </a:spcBef>
              <a:spcAft>
                <a:spcPts val="0"/>
              </a:spcAft>
              <a:buSzPts val="2900"/>
              <a:buNone/>
              <a:defRPr sz="2900"/>
            </a:lvl4pPr>
            <a:lvl5pPr lvl="4" algn="ctr">
              <a:lnSpc>
                <a:spcPct val="100000"/>
              </a:lnSpc>
              <a:spcBef>
                <a:spcPts val="0"/>
              </a:spcBef>
              <a:spcAft>
                <a:spcPts val="0"/>
              </a:spcAft>
              <a:buSzPts val="2900"/>
              <a:buNone/>
              <a:defRPr sz="2900"/>
            </a:lvl5pPr>
            <a:lvl6pPr lvl="5" algn="ctr">
              <a:lnSpc>
                <a:spcPct val="100000"/>
              </a:lnSpc>
              <a:spcBef>
                <a:spcPts val="0"/>
              </a:spcBef>
              <a:spcAft>
                <a:spcPts val="0"/>
              </a:spcAft>
              <a:buSzPts val="2900"/>
              <a:buNone/>
              <a:defRPr sz="2900"/>
            </a:lvl6pPr>
            <a:lvl7pPr lvl="6" algn="ctr">
              <a:lnSpc>
                <a:spcPct val="100000"/>
              </a:lnSpc>
              <a:spcBef>
                <a:spcPts val="0"/>
              </a:spcBef>
              <a:spcAft>
                <a:spcPts val="0"/>
              </a:spcAft>
              <a:buSzPts val="2900"/>
              <a:buNone/>
              <a:defRPr sz="2900"/>
            </a:lvl7pPr>
            <a:lvl8pPr lvl="7" algn="ctr">
              <a:lnSpc>
                <a:spcPct val="100000"/>
              </a:lnSpc>
              <a:spcBef>
                <a:spcPts val="0"/>
              </a:spcBef>
              <a:spcAft>
                <a:spcPts val="0"/>
              </a:spcAft>
              <a:buSzPts val="2900"/>
              <a:buNone/>
              <a:defRPr sz="2900"/>
            </a:lvl8pPr>
            <a:lvl9pPr lvl="8" algn="ctr">
              <a:lnSpc>
                <a:spcPct val="100000"/>
              </a:lnSpc>
              <a:spcBef>
                <a:spcPts val="0"/>
              </a:spcBef>
              <a:spcAft>
                <a:spcPts val="0"/>
              </a:spcAft>
              <a:buSzPts val="2900"/>
              <a:buNone/>
              <a:defRPr sz="29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ta al pie">
  <p:cSld name="CAPTION_ONLY_1">
    <p:spTree>
      <p:nvGrpSpPr>
        <p:cNvPr id="48" name="Shape 48"/>
        <p:cNvGrpSpPr/>
        <p:nvPr/>
      </p:nvGrpSpPr>
      <p:grpSpPr>
        <a:xfrm>
          <a:off x="0" y="0"/>
          <a:ext cx="0" cy="0"/>
          <a:chOff x="0" y="0"/>
          <a:chExt cx="0" cy="0"/>
        </a:xfrm>
      </p:grpSpPr>
      <p:sp>
        <p:nvSpPr>
          <p:cNvPr id="49" name="Google Shape;49;p32"/>
          <p:cNvSpPr/>
          <p:nvPr/>
        </p:nvSpPr>
        <p:spPr>
          <a:xfrm>
            <a:off x="7928639" y="1"/>
            <a:ext cx="1215355" cy="402011"/>
          </a:xfrm>
          <a:custGeom>
            <a:rect b="b" l="l" r="r" t="t"/>
            <a:pathLst>
              <a:path extrusionOk="0" h="5002" w="15122">
                <a:moveTo>
                  <a:pt x="0" y="1"/>
                </a:moveTo>
                <a:lnTo>
                  <a:pt x="0" y="5001"/>
                </a:lnTo>
                <a:lnTo>
                  <a:pt x="15121" y="5001"/>
                </a:lnTo>
                <a:lnTo>
                  <a:pt x="1512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 name="Google Shape;50;p32"/>
          <p:cNvSpPr/>
          <p:nvPr/>
        </p:nvSpPr>
        <p:spPr>
          <a:xfrm>
            <a:off x="3511525" y="783700"/>
            <a:ext cx="5632410" cy="2353867"/>
          </a:xfrm>
          <a:custGeom>
            <a:rect b="b" l="l" r="r" t="t"/>
            <a:pathLst>
              <a:path extrusionOk="0" h="27529" w="70081">
                <a:moveTo>
                  <a:pt x="0" y="1"/>
                </a:moveTo>
                <a:lnTo>
                  <a:pt x="0" y="27528"/>
                </a:lnTo>
                <a:lnTo>
                  <a:pt x="70080" y="27528"/>
                </a:lnTo>
                <a:lnTo>
                  <a:pt x="70080"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 name="Google Shape;51;p32"/>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lvl1pPr lvl="0" algn="r">
              <a:lnSpc>
                <a:spcPct val="100000"/>
              </a:lnSpc>
              <a:spcBef>
                <a:spcPts val="0"/>
              </a:spcBef>
              <a:spcAft>
                <a:spcPts val="0"/>
              </a:spcAft>
              <a:buClr>
                <a:srgbClr val="FFFFFF"/>
              </a:buClr>
              <a:buSzPts val="3500"/>
              <a:buNone/>
              <a:defRPr sz="3500">
                <a:solidFill>
                  <a:srgbClr val="FFFFFF"/>
                </a:solidFill>
              </a:defRPr>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52" name="Google Shape;52;p32"/>
          <p:cNvSpPr/>
          <p:nvPr/>
        </p:nvSpPr>
        <p:spPr>
          <a:xfrm>
            <a:off x="5865073" y="3429550"/>
            <a:ext cx="1215342" cy="259665"/>
          </a:xfrm>
          <a:custGeom>
            <a:rect b="b" l="l" r="r" t="t"/>
            <a:pathLst>
              <a:path extrusionOk="0" h="8298" w="30813">
                <a:moveTo>
                  <a:pt x="0" y="1"/>
                </a:moveTo>
                <a:lnTo>
                  <a:pt x="0" y="8297"/>
                </a:lnTo>
                <a:lnTo>
                  <a:pt x="30813" y="8297"/>
                </a:lnTo>
                <a:lnTo>
                  <a:pt x="3081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32"/>
          <p:cNvSpPr/>
          <p:nvPr/>
        </p:nvSpPr>
        <p:spPr>
          <a:xfrm>
            <a:off x="8018936" y="3429550"/>
            <a:ext cx="1124989" cy="259686"/>
          </a:xfrm>
          <a:custGeom>
            <a:rect b="b" l="l" r="r" t="t"/>
            <a:pathLst>
              <a:path extrusionOk="0" h="8298" w="35945">
                <a:moveTo>
                  <a:pt x="1" y="1"/>
                </a:moveTo>
                <a:lnTo>
                  <a:pt x="1" y="8297"/>
                </a:lnTo>
                <a:lnTo>
                  <a:pt x="35945" y="8297"/>
                </a:lnTo>
                <a:lnTo>
                  <a:pt x="35945"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32"/>
          <p:cNvSpPr/>
          <p:nvPr/>
        </p:nvSpPr>
        <p:spPr>
          <a:xfrm>
            <a:off x="7083824" y="3429550"/>
            <a:ext cx="259727" cy="259665"/>
          </a:xfrm>
          <a:custGeom>
            <a:rect b="b" l="l" r="r" t="t"/>
            <a:pathLst>
              <a:path extrusionOk="0" h="8298" w="8298">
                <a:moveTo>
                  <a:pt x="0" y="1"/>
                </a:moveTo>
                <a:lnTo>
                  <a:pt x="0" y="8297"/>
                </a:lnTo>
                <a:lnTo>
                  <a:pt x="8297" y="8297"/>
                </a:lnTo>
                <a:lnTo>
                  <a:pt x="8297"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32"/>
          <p:cNvSpPr/>
          <p:nvPr/>
        </p:nvSpPr>
        <p:spPr>
          <a:xfrm>
            <a:off x="7496607" y="3429550"/>
            <a:ext cx="259707" cy="259686"/>
          </a:xfrm>
          <a:custGeom>
            <a:rect b="b" l="l" r="r" t="t"/>
            <a:pathLst>
              <a:path extrusionOk="0" h="8298" w="8298">
                <a:moveTo>
                  <a:pt x="1" y="1"/>
                </a:moveTo>
                <a:lnTo>
                  <a:pt x="1" y="8297"/>
                </a:lnTo>
                <a:lnTo>
                  <a:pt x="8297" y="8297"/>
                </a:lnTo>
                <a:lnTo>
                  <a:pt x="829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3">
  <p:cSld name="CUSTOM_5">
    <p:spTree>
      <p:nvGrpSpPr>
        <p:cNvPr id="56" name="Shape 56"/>
        <p:cNvGrpSpPr/>
        <p:nvPr/>
      </p:nvGrpSpPr>
      <p:grpSpPr>
        <a:xfrm>
          <a:off x="0" y="0"/>
          <a:ext cx="0" cy="0"/>
          <a:chOff x="0" y="0"/>
          <a:chExt cx="0" cy="0"/>
        </a:xfrm>
      </p:grpSpPr>
      <p:sp>
        <p:nvSpPr>
          <p:cNvPr id="57" name="Google Shape;57;p33"/>
          <p:cNvSpPr/>
          <p:nvPr/>
        </p:nvSpPr>
        <p:spPr>
          <a:xfrm>
            <a:off x="1817725" y="0"/>
            <a:ext cx="7326300" cy="3906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 name="Google Shape;58;p33"/>
          <p:cNvSpPr txBox="1"/>
          <p:nvPr>
            <p:ph idx="1" type="body"/>
          </p:nvPr>
        </p:nvSpPr>
        <p:spPr>
          <a:xfrm>
            <a:off x="4579525" y="2388200"/>
            <a:ext cx="3932700" cy="2130900"/>
          </a:xfrm>
          <a:prstGeom prst="rect">
            <a:avLst/>
          </a:prstGeom>
          <a:noFill/>
          <a:ln>
            <a:noFill/>
          </a:ln>
        </p:spPr>
        <p:txBody>
          <a:bodyPr anchorCtr="0" anchor="t" bIns="91425" lIns="91425" spcFirstLastPara="1" rIns="91425" wrap="square" tIns="91425">
            <a:noAutofit/>
          </a:bodyPr>
          <a:lstStyle>
            <a:lvl1pPr indent="-330200" lvl="0" marL="457200" algn="r">
              <a:lnSpc>
                <a:spcPct val="100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a:lvl2pPr>
            <a:lvl3pPr indent="-323850" lvl="2" marL="1371600" algn="l">
              <a:lnSpc>
                <a:spcPct val="115000"/>
              </a:lnSpc>
              <a:spcBef>
                <a:spcPts val="1600"/>
              </a:spcBef>
              <a:spcAft>
                <a:spcPts val="0"/>
              </a:spcAft>
              <a:buSzPts val="1500"/>
              <a:buChar char="■"/>
              <a:defRPr/>
            </a:lvl3pPr>
            <a:lvl4pPr indent="-323850" lvl="3" marL="1828800" algn="l">
              <a:lnSpc>
                <a:spcPct val="115000"/>
              </a:lnSpc>
              <a:spcBef>
                <a:spcPts val="1600"/>
              </a:spcBef>
              <a:spcAft>
                <a:spcPts val="0"/>
              </a:spcAft>
              <a:buSzPts val="15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1150" lvl="6" marL="3200400" algn="l">
              <a:lnSpc>
                <a:spcPct val="115000"/>
              </a:lnSpc>
              <a:spcBef>
                <a:spcPts val="1600"/>
              </a:spcBef>
              <a:spcAft>
                <a:spcPts val="0"/>
              </a:spcAft>
              <a:buSzPts val="1300"/>
              <a:buChar char="●"/>
              <a:defRPr/>
            </a:lvl7pPr>
            <a:lvl8pPr indent="-311150" lvl="7" marL="3657600" algn="l">
              <a:lnSpc>
                <a:spcPct val="115000"/>
              </a:lnSpc>
              <a:spcBef>
                <a:spcPts val="1600"/>
              </a:spcBef>
              <a:spcAft>
                <a:spcPts val="0"/>
              </a:spcAft>
              <a:buSzPts val="1300"/>
              <a:buChar char="○"/>
              <a:defRPr/>
            </a:lvl8pPr>
            <a:lvl9pPr indent="-317500" lvl="8" marL="4114800" algn="l">
              <a:lnSpc>
                <a:spcPct val="115000"/>
              </a:lnSpc>
              <a:spcBef>
                <a:spcPts val="1600"/>
              </a:spcBef>
              <a:spcAft>
                <a:spcPts val="1600"/>
              </a:spcAft>
              <a:buSzPts val="1400"/>
              <a:buChar char="■"/>
              <a:defRPr/>
            </a:lvl9pPr>
          </a:lstStyle>
          <a:p/>
        </p:txBody>
      </p:sp>
      <p:sp>
        <p:nvSpPr>
          <p:cNvPr id="59" name="Google Shape;59;p33"/>
          <p:cNvSpPr txBox="1"/>
          <p:nvPr>
            <p:ph type="title"/>
          </p:nvPr>
        </p:nvSpPr>
        <p:spPr>
          <a:xfrm>
            <a:off x="4579531" y="1714800"/>
            <a:ext cx="3963300" cy="669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3000">
                <a:solidFill>
                  <a:srgbClr val="4C67ED"/>
                </a:solidFill>
              </a:defRPr>
            </a:lvl1pPr>
            <a:lvl2pPr lvl="1" algn="r">
              <a:lnSpc>
                <a:spcPct val="100000"/>
              </a:lnSpc>
              <a:spcBef>
                <a:spcPts val="0"/>
              </a:spcBef>
              <a:spcAft>
                <a:spcPts val="0"/>
              </a:spcAft>
              <a:buSzPts val="2800"/>
              <a:buNone/>
              <a:defRPr sz="3000"/>
            </a:lvl2pPr>
            <a:lvl3pPr lvl="2" algn="r">
              <a:lnSpc>
                <a:spcPct val="100000"/>
              </a:lnSpc>
              <a:spcBef>
                <a:spcPts val="0"/>
              </a:spcBef>
              <a:spcAft>
                <a:spcPts val="0"/>
              </a:spcAft>
              <a:buSzPts val="2800"/>
              <a:buNone/>
              <a:defRPr sz="3000"/>
            </a:lvl3pPr>
            <a:lvl4pPr lvl="3" algn="r">
              <a:lnSpc>
                <a:spcPct val="100000"/>
              </a:lnSpc>
              <a:spcBef>
                <a:spcPts val="0"/>
              </a:spcBef>
              <a:spcAft>
                <a:spcPts val="0"/>
              </a:spcAft>
              <a:buSzPts val="2800"/>
              <a:buNone/>
              <a:defRPr sz="3000"/>
            </a:lvl4pPr>
            <a:lvl5pPr lvl="4" algn="r">
              <a:lnSpc>
                <a:spcPct val="100000"/>
              </a:lnSpc>
              <a:spcBef>
                <a:spcPts val="0"/>
              </a:spcBef>
              <a:spcAft>
                <a:spcPts val="0"/>
              </a:spcAft>
              <a:buSzPts val="2800"/>
              <a:buNone/>
              <a:defRPr sz="3000"/>
            </a:lvl5pPr>
            <a:lvl6pPr lvl="5" algn="r">
              <a:lnSpc>
                <a:spcPct val="100000"/>
              </a:lnSpc>
              <a:spcBef>
                <a:spcPts val="0"/>
              </a:spcBef>
              <a:spcAft>
                <a:spcPts val="0"/>
              </a:spcAft>
              <a:buSzPts val="2800"/>
              <a:buNone/>
              <a:defRPr sz="3000"/>
            </a:lvl6pPr>
            <a:lvl7pPr lvl="6" algn="r">
              <a:lnSpc>
                <a:spcPct val="100000"/>
              </a:lnSpc>
              <a:spcBef>
                <a:spcPts val="0"/>
              </a:spcBef>
              <a:spcAft>
                <a:spcPts val="0"/>
              </a:spcAft>
              <a:buSzPts val="2800"/>
              <a:buNone/>
              <a:defRPr sz="3000"/>
            </a:lvl7pPr>
            <a:lvl8pPr lvl="7" algn="r">
              <a:lnSpc>
                <a:spcPct val="100000"/>
              </a:lnSpc>
              <a:spcBef>
                <a:spcPts val="0"/>
              </a:spcBef>
              <a:spcAft>
                <a:spcPts val="0"/>
              </a:spcAft>
              <a:buSzPts val="2800"/>
              <a:buNone/>
              <a:defRPr sz="3000"/>
            </a:lvl8pPr>
            <a:lvl9pPr lvl="8" algn="r">
              <a:lnSpc>
                <a:spcPct val="100000"/>
              </a:lnSpc>
              <a:spcBef>
                <a:spcPts val="0"/>
              </a:spcBef>
              <a:spcAft>
                <a:spcPts val="0"/>
              </a:spcAft>
              <a:buSzPts val="2800"/>
              <a:buNone/>
              <a:defRPr sz="3000"/>
            </a:lvl9pPr>
          </a:lstStyle>
          <a:p/>
        </p:txBody>
      </p:sp>
      <p:sp>
        <p:nvSpPr>
          <p:cNvPr id="60" name="Google Shape;60;p33"/>
          <p:cNvSpPr/>
          <p:nvPr/>
        </p:nvSpPr>
        <p:spPr>
          <a:xfrm>
            <a:off x="0" y="2156637"/>
            <a:ext cx="2107897" cy="128764"/>
          </a:xfrm>
          <a:custGeom>
            <a:rect b="b" l="l" r="r" t="t"/>
            <a:pathLst>
              <a:path extrusionOk="0" h="8298" w="135840">
                <a:moveTo>
                  <a:pt x="1" y="1"/>
                </a:moveTo>
                <a:lnTo>
                  <a:pt x="1" y="8298"/>
                </a:lnTo>
                <a:lnTo>
                  <a:pt x="135840" y="8298"/>
                </a:lnTo>
                <a:lnTo>
                  <a:pt x="135840"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 name="Google Shape;61;p33"/>
          <p:cNvSpPr/>
          <p:nvPr/>
        </p:nvSpPr>
        <p:spPr>
          <a:xfrm>
            <a:off x="2107970" y="2156637"/>
            <a:ext cx="1115538" cy="128764"/>
          </a:xfrm>
          <a:custGeom>
            <a:rect b="b" l="l" r="r" t="t"/>
            <a:pathLst>
              <a:path extrusionOk="0" h="8298" w="71889">
                <a:moveTo>
                  <a:pt x="1" y="1"/>
                </a:moveTo>
                <a:lnTo>
                  <a:pt x="1" y="8298"/>
                </a:lnTo>
                <a:lnTo>
                  <a:pt x="71889" y="8298"/>
                </a:lnTo>
                <a:lnTo>
                  <a:pt x="71889"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 name="Google Shape;62;p33"/>
          <p:cNvSpPr/>
          <p:nvPr/>
        </p:nvSpPr>
        <p:spPr>
          <a:xfrm>
            <a:off x="430892" y="2369856"/>
            <a:ext cx="1645026" cy="128764"/>
          </a:xfrm>
          <a:custGeom>
            <a:rect b="b" l="l" r="r" t="t"/>
            <a:pathLst>
              <a:path extrusionOk="0" h="8298" w="106011">
                <a:moveTo>
                  <a:pt x="1" y="1"/>
                </a:moveTo>
                <a:lnTo>
                  <a:pt x="1" y="8297"/>
                </a:lnTo>
                <a:lnTo>
                  <a:pt x="106011" y="8297"/>
                </a:lnTo>
                <a:lnTo>
                  <a:pt x="10601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33"/>
          <p:cNvSpPr/>
          <p:nvPr/>
        </p:nvSpPr>
        <p:spPr>
          <a:xfrm>
            <a:off x="1597826" y="2369856"/>
            <a:ext cx="478141" cy="128764"/>
          </a:xfrm>
          <a:custGeom>
            <a:rect b="b" l="l" r="r" t="t"/>
            <a:pathLst>
              <a:path extrusionOk="0" h="8298" w="30813">
                <a:moveTo>
                  <a:pt x="0" y="1"/>
                </a:moveTo>
                <a:lnTo>
                  <a:pt x="0" y="8297"/>
                </a:lnTo>
                <a:lnTo>
                  <a:pt x="30813" y="8297"/>
                </a:lnTo>
                <a:lnTo>
                  <a:pt x="3081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3"/>
          <p:cNvSpPr/>
          <p:nvPr/>
        </p:nvSpPr>
        <p:spPr>
          <a:xfrm>
            <a:off x="2665754" y="2369856"/>
            <a:ext cx="557777" cy="128764"/>
          </a:xfrm>
          <a:custGeom>
            <a:rect b="b" l="l" r="r" t="t"/>
            <a:pathLst>
              <a:path extrusionOk="0" h="8298" w="35945">
                <a:moveTo>
                  <a:pt x="1" y="1"/>
                </a:moveTo>
                <a:lnTo>
                  <a:pt x="1" y="8297"/>
                </a:lnTo>
                <a:lnTo>
                  <a:pt x="35945" y="8297"/>
                </a:lnTo>
                <a:lnTo>
                  <a:pt x="35945"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33"/>
          <p:cNvSpPr/>
          <p:nvPr/>
        </p:nvSpPr>
        <p:spPr>
          <a:xfrm>
            <a:off x="0" y="3222713"/>
            <a:ext cx="1472750" cy="128392"/>
          </a:xfrm>
          <a:custGeom>
            <a:rect b="b" l="l" r="r" t="t"/>
            <a:pathLst>
              <a:path extrusionOk="0" h="8274" w="94909">
                <a:moveTo>
                  <a:pt x="1" y="1"/>
                </a:moveTo>
                <a:lnTo>
                  <a:pt x="1" y="8274"/>
                </a:lnTo>
                <a:lnTo>
                  <a:pt x="94908" y="8274"/>
                </a:lnTo>
                <a:lnTo>
                  <a:pt x="94908"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 name="Google Shape;66;p33"/>
          <p:cNvSpPr/>
          <p:nvPr/>
        </p:nvSpPr>
        <p:spPr>
          <a:xfrm>
            <a:off x="2202118" y="2369856"/>
            <a:ext cx="128764" cy="128764"/>
          </a:xfrm>
          <a:custGeom>
            <a:rect b="b" l="l" r="r" t="t"/>
            <a:pathLst>
              <a:path extrusionOk="0" h="8298" w="8298">
                <a:moveTo>
                  <a:pt x="0" y="1"/>
                </a:moveTo>
                <a:lnTo>
                  <a:pt x="0" y="8297"/>
                </a:lnTo>
                <a:lnTo>
                  <a:pt x="8297" y="8297"/>
                </a:lnTo>
                <a:lnTo>
                  <a:pt x="8297"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33"/>
          <p:cNvSpPr/>
          <p:nvPr/>
        </p:nvSpPr>
        <p:spPr>
          <a:xfrm>
            <a:off x="2406772" y="2369856"/>
            <a:ext cx="128764" cy="128764"/>
          </a:xfrm>
          <a:custGeom>
            <a:rect b="b" l="l" r="r" t="t"/>
            <a:pathLst>
              <a:path extrusionOk="0" h="8298" w="8298">
                <a:moveTo>
                  <a:pt x="1" y="1"/>
                </a:moveTo>
                <a:lnTo>
                  <a:pt x="1" y="8297"/>
                </a:lnTo>
                <a:lnTo>
                  <a:pt x="8297" y="8297"/>
                </a:lnTo>
                <a:lnTo>
                  <a:pt x="829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33"/>
          <p:cNvSpPr/>
          <p:nvPr/>
        </p:nvSpPr>
        <p:spPr>
          <a:xfrm>
            <a:off x="2061089" y="2796292"/>
            <a:ext cx="128764" cy="128749"/>
          </a:xfrm>
          <a:custGeom>
            <a:rect b="b" l="l" r="r" t="t"/>
            <a:pathLst>
              <a:path extrusionOk="0" h="8297" w="8298">
                <a:moveTo>
                  <a:pt x="0" y="0"/>
                </a:moveTo>
                <a:lnTo>
                  <a:pt x="0" y="8297"/>
                </a:lnTo>
                <a:lnTo>
                  <a:pt x="8297" y="8297"/>
                </a:lnTo>
                <a:lnTo>
                  <a:pt x="8297"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33"/>
          <p:cNvSpPr/>
          <p:nvPr/>
        </p:nvSpPr>
        <p:spPr>
          <a:xfrm>
            <a:off x="1856436" y="2796292"/>
            <a:ext cx="128376" cy="128749"/>
          </a:xfrm>
          <a:custGeom>
            <a:rect b="b" l="l" r="r" t="t"/>
            <a:pathLst>
              <a:path extrusionOk="0" h="8297" w="8273">
                <a:moveTo>
                  <a:pt x="0" y="0"/>
                </a:moveTo>
                <a:lnTo>
                  <a:pt x="0" y="8297"/>
                </a:lnTo>
                <a:lnTo>
                  <a:pt x="8273" y="8297"/>
                </a:lnTo>
                <a:lnTo>
                  <a:pt x="827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33"/>
          <p:cNvSpPr/>
          <p:nvPr/>
        </p:nvSpPr>
        <p:spPr>
          <a:xfrm>
            <a:off x="641505" y="2796292"/>
            <a:ext cx="128764" cy="128749"/>
          </a:xfrm>
          <a:custGeom>
            <a:rect b="b" l="l" r="r" t="t"/>
            <a:pathLst>
              <a:path extrusionOk="0" h="8297" w="8298">
                <a:moveTo>
                  <a:pt x="1" y="0"/>
                </a:moveTo>
                <a:lnTo>
                  <a:pt x="1"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33"/>
          <p:cNvSpPr/>
          <p:nvPr/>
        </p:nvSpPr>
        <p:spPr>
          <a:xfrm>
            <a:off x="3094800" y="2583074"/>
            <a:ext cx="128749" cy="128764"/>
          </a:xfrm>
          <a:custGeom>
            <a:rect b="b" l="l" r="r" t="t"/>
            <a:pathLst>
              <a:path extrusionOk="0" h="8298" w="8297">
                <a:moveTo>
                  <a:pt x="0" y="0"/>
                </a:moveTo>
                <a:lnTo>
                  <a:pt x="0"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33"/>
          <p:cNvSpPr/>
          <p:nvPr/>
        </p:nvSpPr>
        <p:spPr>
          <a:xfrm>
            <a:off x="191634" y="2369856"/>
            <a:ext cx="128764" cy="128764"/>
          </a:xfrm>
          <a:custGeom>
            <a:rect b="b" l="l" r="r" t="t"/>
            <a:pathLst>
              <a:path extrusionOk="0" h="8298" w="8298">
                <a:moveTo>
                  <a:pt x="1" y="1"/>
                </a:moveTo>
                <a:lnTo>
                  <a:pt x="1" y="8297"/>
                </a:lnTo>
                <a:lnTo>
                  <a:pt x="8297" y="8297"/>
                </a:lnTo>
                <a:lnTo>
                  <a:pt x="8297"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33"/>
          <p:cNvSpPr/>
          <p:nvPr/>
        </p:nvSpPr>
        <p:spPr>
          <a:xfrm>
            <a:off x="1339573" y="3009138"/>
            <a:ext cx="1644653" cy="128749"/>
          </a:xfrm>
          <a:custGeom>
            <a:rect b="b" l="l" r="r" t="t"/>
            <a:pathLst>
              <a:path extrusionOk="0" h="8297" w="105987">
                <a:moveTo>
                  <a:pt x="1" y="0"/>
                </a:moveTo>
                <a:lnTo>
                  <a:pt x="1" y="8297"/>
                </a:lnTo>
                <a:lnTo>
                  <a:pt x="105987" y="8297"/>
                </a:lnTo>
                <a:lnTo>
                  <a:pt x="10598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33"/>
          <p:cNvSpPr/>
          <p:nvPr/>
        </p:nvSpPr>
        <p:spPr>
          <a:xfrm>
            <a:off x="1339573" y="3009138"/>
            <a:ext cx="478156" cy="128749"/>
          </a:xfrm>
          <a:custGeom>
            <a:rect b="b" l="l" r="r" t="t"/>
            <a:pathLst>
              <a:path extrusionOk="0" h="8297" w="30814">
                <a:moveTo>
                  <a:pt x="1" y="0"/>
                </a:moveTo>
                <a:lnTo>
                  <a:pt x="1" y="8297"/>
                </a:lnTo>
                <a:lnTo>
                  <a:pt x="30813" y="8297"/>
                </a:lnTo>
                <a:lnTo>
                  <a:pt x="30813"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3"/>
          <p:cNvSpPr/>
          <p:nvPr/>
        </p:nvSpPr>
        <p:spPr>
          <a:xfrm>
            <a:off x="0" y="3009510"/>
            <a:ext cx="749775" cy="128376"/>
          </a:xfrm>
          <a:custGeom>
            <a:rect b="b" l="l" r="r" t="t"/>
            <a:pathLst>
              <a:path extrusionOk="0" h="8273" w="48318">
                <a:moveTo>
                  <a:pt x="1" y="0"/>
                </a:moveTo>
                <a:lnTo>
                  <a:pt x="1" y="8273"/>
                </a:lnTo>
                <a:lnTo>
                  <a:pt x="48318" y="8273"/>
                </a:lnTo>
                <a:lnTo>
                  <a:pt x="48318"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33"/>
          <p:cNvSpPr/>
          <p:nvPr/>
        </p:nvSpPr>
        <p:spPr>
          <a:xfrm>
            <a:off x="1084687" y="3009138"/>
            <a:ext cx="128764" cy="128749"/>
          </a:xfrm>
          <a:custGeom>
            <a:rect b="b" l="l" r="r" t="t"/>
            <a:pathLst>
              <a:path extrusionOk="0" h="8297" w="8298">
                <a:moveTo>
                  <a:pt x="0" y="0"/>
                </a:moveTo>
                <a:lnTo>
                  <a:pt x="0"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33"/>
          <p:cNvSpPr/>
          <p:nvPr/>
        </p:nvSpPr>
        <p:spPr>
          <a:xfrm>
            <a:off x="879662" y="3009138"/>
            <a:ext cx="128749" cy="128749"/>
          </a:xfrm>
          <a:custGeom>
            <a:rect b="b" l="l" r="r" t="t"/>
            <a:pathLst>
              <a:path extrusionOk="0" h="8297" w="8297">
                <a:moveTo>
                  <a:pt x="0" y="0"/>
                </a:moveTo>
                <a:lnTo>
                  <a:pt x="0" y="8297"/>
                </a:lnTo>
                <a:lnTo>
                  <a:pt x="8297" y="8297"/>
                </a:lnTo>
                <a:lnTo>
                  <a:pt x="829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33"/>
          <p:cNvSpPr/>
          <p:nvPr/>
        </p:nvSpPr>
        <p:spPr>
          <a:xfrm>
            <a:off x="533979" y="3435558"/>
            <a:ext cx="128749" cy="128764"/>
          </a:xfrm>
          <a:custGeom>
            <a:rect b="b" l="l" r="r" t="t"/>
            <a:pathLst>
              <a:path extrusionOk="0" h="8298" w="8297">
                <a:moveTo>
                  <a:pt x="0" y="1"/>
                </a:moveTo>
                <a:lnTo>
                  <a:pt x="0" y="8297"/>
                </a:lnTo>
                <a:lnTo>
                  <a:pt x="8297" y="8297"/>
                </a:lnTo>
                <a:lnTo>
                  <a:pt x="8297"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33"/>
          <p:cNvSpPr/>
          <p:nvPr/>
        </p:nvSpPr>
        <p:spPr>
          <a:xfrm>
            <a:off x="338622" y="3435558"/>
            <a:ext cx="128749" cy="128764"/>
          </a:xfrm>
          <a:custGeom>
            <a:rect b="b" l="l" r="r" t="t"/>
            <a:pathLst>
              <a:path extrusionOk="0" h="8298" w="8297">
                <a:moveTo>
                  <a:pt x="0" y="1"/>
                </a:moveTo>
                <a:lnTo>
                  <a:pt x="0" y="8297"/>
                </a:lnTo>
                <a:lnTo>
                  <a:pt x="8297" y="8297"/>
                </a:lnTo>
                <a:lnTo>
                  <a:pt x="8297"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33"/>
          <p:cNvSpPr/>
          <p:nvPr/>
        </p:nvSpPr>
        <p:spPr>
          <a:xfrm>
            <a:off x="142891" y="3435558"/>
            <a:ext cx="128764" cy="128764"/>
          </a:xfrm>
          <a:custGeom>
            <a:rect b="b" l="l" r="r" t="t"/>
            <a:pathLst>
              <a:path extrusionOk="0" h="8298" w="8298">
                <a:moveTo>
                  <a:pt x="0" y="1"/>
                </a:moveTo>
                <a:lnTo>
                  <a:pt x="0" y="8297"/>
                </a:lnTo>
                <a:lnTo>
                  <a:pt x="8297" y="8297"/>
                </a:lnTo>
                <a:lnTo>
                  <a:pt x="8297"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 name="Google Shape;81;p33"/>
          <p:cNvSpPr/>
          <p:nvPr/>
        </p:nvSpPr>
        <p:spPr>
          <a:xfrm>
            <a:off x="3094800" y="3009138"/>
            <a:ext cx="128749" cy="128749"/>
          </a:xfrm>
          <a:custGeom>
            <a:rect b="b" l="l" r="r" t="t"/>
            <a:pathLst>
              <a:path extrusionOk="0" h="8297" w="8297">
                <a:moveTo>
                  <a:pt x="0" y="0"/>
                </a:moveTo>
                <a:lnTo>
                  <a:pt x="0" y="8297"/>
                </a:lnTo>
                <a:lnTo>
                  <a:pt x="8297" y="8297"/>
                </a:lnTo>
                <a:lnTo>
                  <a:pt x="8297" y="0"/>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33"/>
          <p:cNvSpPr/>
          <p:nvPr/>
        </p:nvSpPr>
        <p:spPr>
          <a:xfrm>
            <a:off x="1676332" y="2583074"/>
            <a:ext cx="1314984" cy="128764"/>
          </a:xfrm>
          <a:custGeom>
            <a:rect b="b" l="l" r="r" t="t"/>
            <a:pathLst>
              <a:path extrusionOk="0" h="8298" w="84742">
                <a:moveTo>
                  <a:pt x="1" y="0"/>
                </a:moveTo>
                <a:lnTo>
                  <a:pt x="1" y="8297"/>
                </a:lnTo>
                <a:lnTo>
                  <a:pt x="84741" y="8297"/>
                </a:lnTo>
                <a:lnTo>
                  <a:pt x="84741"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33"/>
          <p:cNvSpPr/>
          <p:nvPr/>
        </p:nvSpPr>
        <p:spPr>
          <a:xfrm>
            <a:off x="2267232" y="2796292"/>
            <a:ext cx="956281" cy="128749"/>
          </a:xfrm>
          <a:custGeom>
            <a:rect b="b" l="l" r="r" t="t"/>
            <a:pathLst>
              <a:path extrusionOk="0" h="8297" w="61626">
                <a:moveTo>
                  <a:pt x="1" y="0"/>
                </a:moveTo>
                <a:lnTo>
                  <a:pt x="1" y="8297"/>
                </a:lnTo>
                <a:lnTo>
                  <a:pt x="61626" y="8297"/>
                </a:lnTo>
                <a:lnTo>
                  <a:pt x="61626"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33"/>
          <p:cNvSpPr/>
          <p:nvPr/>
        </p:nvSpPr>
        <p:spPr>
          <a:xfrm>
            <a:off x="641505" y="2796292"/>
            <a:ext cx="896384" cy="128749"/>
          </a:xfrm>
          <a:custGeom>
            <a:rect b="b" l="l" r="r" t="t"/>
            <a:pathLst>
              <a:path extrusionOk="0" h="8297" w="57766">
                <a:moveTo>
                  <a:pt x="1" y="0"/>
                </a:moveTo>
                <a:lnTo>
                  <a:pt x="1" y="8297"/>
                </a:lnTo>
                <a:lnTo>
                  <a:pt x="57765" y="8297"/>
                </a:lnTo>
                <a:lnTo>
                  <a:pt x="57765" y="0"/>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33"/>
          <p:cNvSpPr/>
          <p:nvPr/>
        </p:nvSpPr>
        <p:spPr>
          <a:xfrm>
            <a:off x="0" y="2796292"/>
            <a:ext cx="449495" cy="128749"/>
          </a:xfrm>
          <a:custGeom>
            <a:rect b="b" l="l" r="r" t="t"/>
            <a:pathLst>
              <a:path extrusionOk="0" h="8297" w="28967">
                <a:moveTo>
                  <a:pt x="1" y="0"/>
                </a:moveTo>
                <a:lnTo>
                  <a:pt x="1" y="8297"/>
                </a:lnTo>
                <a:lnTo>
                  <a:pt x="28967" y="8297"/>
                </a:lnTo>
                <a:lnTo>
                  <a:pt x="28967"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33"/>
          <p:cNvSpPr/>
          <p:nvPr/>
        </p:nvSpPr>
        <p:spPr>
          <a:xfrm>
            <a:off x="1676332" y="3222340"/>
            <a:ext cx="1547157" cy="128764"/>
          </a:xfrm>
          <a:custGeom>
            <a:rect b="b" l="l" r="r" t="t"/>
            <a:pathLst>
              <a:path extrusionOk="0" h="8298" w="99704">
                <a:moveTo>
                  <a:pt x="1" y="1"/>
                </a:moveTo>
                <a:lnTo>
                  <a:pt x="1" y="8298"/>
                </a:lnTo>
                <a:lnTo>
                  <a:pt x="99704" y="8298"/>
                </a:lnTo>
                <a:lnTo>
                  <a:pt x="99704"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33"/>
          <p:cNvSpPr/>
          <p:nvPr/>
        </p:nvSpPr>
        <p:spPr>
          <a:xfrm>
            <a:off x="2522506" y="3435558"/>
            <a:ext cx="701019" cy="128764"/>
          </a:xfrm>
          <a:custGeom>
            <a:rect b="b" l="l" r="r" t="t"/>
            <a:pathLst>
              <a:path extrusionOk="0" h="8298" w="45176">
                <a:moveTo>
                  <a:pt x="0" y="1"/>
                </a:moveTo>
                <a:lnTo>
                  <a:pt x="0" y="8297"/>
                </a:lnTo>
                <a:lnTo>
                  <a:pt x="45176" y="8297"/>
                </a:lnTo>
                <a:lnTo>
                  <a:pt x="45176"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33"/>
          <p:cNvSpPr/>
          <p:nvPr/>
        </p:nvSpPr>
        <p:spPr>
          <a:xfrm>
            <a:off x="0" y="2583074"/>
            <a:ext cx="1277773" cy="128764"/>
          </a:xfrm>
          <a:custGeom>
            <a:rect b="b" l="l" r="r" t="t"/>
            <a:pathLst>
              <a:path extrusionOk="0" h="8298" w="82344">
                <a:moveTo>
                  <a:pt x="1" y="0"/>
                </a:moveTo>
                <a:lnTo>
                  <a:pt x="1" y="8297"/>
                </a:lnTo>
                <a:lnTo>
                  <a:pt x="82343" y="8297"/>
                </a:lnTo>
                <a:lnTo>
                  <a:pt x="82343"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 name="Google Shape;89;p33"/>
          <p:cNvSpPr/>
          <p:nvPr/>
        </p:nvSpPr>
        <p:spPr>
          <a:xfrm>
            <a:off x="812313" y="3435558"/>
            <a:ext cx="1562783" cy="128764"/>
          </a:xfrm>
          <a:custGeom>
            <a:rect b="b" l="l" r="r" t="t"/>
            <a:pathLst>
              <a:path extrusionOk="0" h="8298" w="100711">
                <a:moveTo>
                  <a:pt x="0" y="1"/>
                </a:moveTo>
                <a:lnTo>
                  <a:pt x="0" y="8297"/>
                </a:lnTo>
                <a:lnTo>
                  <a:pt x="100710" y="8297"/>
                </a:lnTo>
                <a:lnTo>
                  <a:pt x="100710"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33"/>
          <p:cNvSpPr/>
          <p:nvPr/>
        </p:nvSpPr>
        <p:spPr>
          <a:xfrm>
            <a:off x="3223538" y="1474200"/>
            <a:ext cx="1086520" cy="2772465"/>
          </a:xfrm>
          <a:custGeom>
            <a:rect b="b" l="l" r="r" t="t"/>
            <a:pathLst>
              <a:path extrusionOk="0" h="178667" w="70019">
                <a:moveTo>
                  <a:pt x="1" y="1"/>
                </a:moveTo>
                <a:lnTo>
                  <a:pt x="1" y="22085"/>
                </a:lnTo>
                <a:lnTo>
                  <a:pt x="7434" y="22085"/>
                </a:lnTo>
                <a:cubicBezTo>
                  <a:pt x="22133" y="22637"/>
                  <a:pt x="29495" y="30574"/>
                  <a:pt x="29495" y="45848"/>
                </a:cubicBezTo>
                <a:lnTo>
                  <a:pt x="29495" y="60259"/>
                </a:lnTo>
                <a:cubicBezTo>
                  <a:pt x="29495" y="76397"/>
                  <a:pt x="35082" y="85941"/>
                  <a:pt x="46256" y="88914"/>
                </a:cubicBezTo>
                <a:lnTo>
                  <a:pt x="46256" y="89753"/>
                </a:lnTo>
                <a:cubicBezTo>
                  <a:pt x="35082" y="92727"/>
                  <a:pt x="29495" y="102270"/>
                  <a:pt x="29495" y="118408"/>
                </a:cubicBezTo>
                <a:lnTo>
                  <a:pt x="29495" y="132843"/>
                </a:lnTo>
                <a:cubicBezTo>
                  <a:pt x="29495" y="148405"/>
                  <a:pt x="22133" y="156390"/>
                  <a:pt x="7434" y="156822"/>
                </a:cubicBezTo>
                <a:lnTo>
                  <a:pt x="1" y="156822"/>
                </a:lnTo>
                <a:lnTo>
                  <a:pt x="1" y="178666"/>
                </a:lnTo>
                <a:lnTo>
                  <a:pt x="7434" y="178666"/>
                </a:lnTo>
                <a:cubicBezTo>
                  <a:pt x="21869" y="178379"/>
                  <a:pt x="33259" y="174038"/>
                  <a:pt x="41604" y="165622"/>
                </a:cubicBezTo>
                <a:cubicBezTo>
                  <a:pt x="49948" y="157205"/>
                  <a:pt x="54121" y="145072"/>
                  <a:pt x="54121" y="129222"/>
                </a:cubicBezTo>
                <a:lnTo>
                  <a:pt x="54121" y="115866"/>
                </a:lnTo>
                <a:cubicBezTo>
                  <a:pt x="54121" y="111046"/>
                  <a:pt x="55032" y="107234"/>
                  <a:pt x="56878" y="104404"/>
                </a:cubicBezTo>
                <a:cubicBezTo>
                  <a:pt x="58701" y="101575"/>
                  <a:pt x="61266" y="100160"/>
                  <a:pt x="64503" y="100160"/>
                </a:cubicBezTo>
                <a:lnTo>
                  <a:pt x="70019" y="100160"/>
                </a:lnTo>
                <a:lnTo>
                  <a:pt x="70019" y="78315"/>
                </a:lnTo>
                <a:lnTo>
                  <a:pt x="64503" y="78315"/>
                </a:lnTo>
                <a:cubicBezTo>
                  <a:pt x="61266" y="78315"/>
                  <a:pt x="58701" y="76901"/>
                  <a:pt x="56878" y="74071"/>
                </a:cubicBezTo>
                <a:cubicBezTo>
                  <a:pt x="55032" y="71242"/>
                  <a:pt x="54121" y="67405"/>
                  <a:pt x="54121" y="62609"/>
                </a:cubicBezTo>
                <a:lnTo>
                  <a:pt x="54121" y="49661"/>
                </a:lnTo>
                <a:cubicBezTo>
                  <a:pt x="54121" y="33667"/>
                  <a:pt x="49972" y="21510"/>
                  <a:pt x="41700" y="13165"/>
                </a:cubicBezTo>
                <a:cubicBezTo>
                  <a:pt x="33427" y="4821"/>
                  <a:pt x="22013" y="433"/>
                  <a:pt x="7434" y="1"/>
                </a:cubicBez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 name="Google Shape;91;p33"/>
          <p:cNvSpPr/>
          <p:nvPr/>
        </p:nvSpPr>
        <p:spPr>
          <a:xfrm>
            <a:off x="-12" y="4446900"/>
            <a:ext cx="1086600" cy="6966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2" name="Shape 92"/>
        <p:cNvGrpSpPr/>
        <p:nvPr/>
      </p:nvGrpSpPr>
      <p:grpSpPr>
        <a:xfrm>
          <a:off x="0" y="0"/>
          <a:ext cx="0" cy="0"/>
          <a:chOff x="0" y="0"/>
          <a:chExt cx="0" cy="0"/>
        </a:xfrm>
      </p:grpSpPr>
      <p:sp>
        <p:nvSpPr>
          <p:cNvPr id="93" name="Google Shape;93;p3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94" name="Google Shape;94;p35"/>
          <p:cNvSpPr txBox="1"/>
          <p:nvPr>
            <p:ph idx="1" type="subTitle"/>
          </p:nvPr>
        </p:nvSpPr>
        <p:spPr>
          <a:xfrm>
            <a:off x="2773575" y="3109000"/>
            <a:ext cx="2226600" cy="84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95" name="Google Shape;95;p35"/>
          <p:cNvSpPr txBox="1"/>
          <p:nvPr>
            <p:ph idx="2" type="title"/>
          </p:nvPr>
        </p:nvSpPr>
        <p:spPr>
          <a:xfrm>
            <a:off x="2646050" y="2523698"/>
            <a:ext cx="2481300" cy="524400"/>
          </a:xfrm>
          <a:prstGeom prst="rect">
            <a:avLst/>
          </a:prstGeom>
          <a:solidFill>
            <a:srgbClr val="4C67ED"/>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96" name="Google Shape;96;p35"/>
          <p:cNvSpPr txBox="1"/>
          <p:nvPr>
            <p:ph idx="3" type="subTitle"/>
          </p:nvPr>
        </p:nvSpPr>
        <p:spPr>
          <a:xfrm>
            <a:off x="6070225" y="3109000"/>
            <a:ext cx="2226600" cy="8439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l">
              <a:lnSpc>
                <a:spcPct val="100000"/>
              </a:lnSpc>
              <a:spcBef>
                <a:spcPts val="0"/>
              </a:spcBef>
              <a:spcAft>
                <a:spcPts val="0"/>
              </a:spcAft>
              <a:buClr>
                <a:schemeClr val="dk1"/>
              </a:buClr>
              <a:buSzPts val="2800"/>
              <a:buNone/>
              <a:defRPr sz="2800">
                <a:solidFill>
                  <a:schemeClr val="dk1"/>
                </a:solidFill>
              </a:defRPr>
            </a:lvl2pPr>
            <a:lvl3pPr lvl="2" algn="l">
              <a:lnSpc>
                <a:spcPct val="100000"/>
              </a:lnSpc>
              <a:spcBef>
                <a:spcPts val="0"/>
              </a:spcBef>
              <a:spcAft>
                <a:spcPts val="0"/>
              </a:spcAft>
              <a:buClr>
                <a:schemeClr val="dk1"/>
              </a:buClr>
              <a:buSzPts val="2800"/>
              <a:buNone/>
              <a:defRPr sz="2800">
                <a:solidFill>
                  <a:schemeClr val="dk1"/>
                </a:solidFill>
              </a:defRPr>
            </a:lvl3pPr>
            <a:lvl4pPr lvl="3" algn="l">
              <a:lnSpc>
                <a:spcPct val="100000"/>
              </a:lnSpc>
              <a:spcBef>
                <a:spcPts val="0"/>
              </a:spcBef>
              <a:spcAft>
                <a:spcPts val="0"/>
              </a:spcAft>
              <a:buClr>
                <a:schemeClr val="dk1"/>
              </a:buClr>
              <a:buSzPts val="2800"/>
              <a:buNone/>
              <a:defRPr sz="2800">
                <a:solidFill>
                  <a:schemeClr val="dk1"/>
                </a:solidFill>
              </a:defRPr>
            </a:lvl4pPr>
            <a:lvl5pPr lvl="4" algn="l">
              <a:lnSpc>
                <a:spcPct val="100000"/>
              </a:lnSpc>
              <a:spcBef>
                <a:spcPts val="0"/>
              </a:spcBef>
              <a:spcAft>
                <a:spcPts val="0"/>
              </a:spcAft>
              <a:buClr>
                <a:schemeClr val="dk1"/>
              </a:buClr>
              <a:buSzPts val="2800"/>
              <a:buNone/>
              <a:defRPr sz="2800">
                <a:solidFill>
                  <a:schemeClr val="dk1"/>
                </a:solidFill>
              </a:defRPr>
            </a:lvl5pPr>
            <a:lvl6pPr lvl="5" algn="l">
              <a:lnSpc>
                <a:spcPct val="100000"/>
              </a:lnSpc>
              <a:spcBef>
                <a:spcPts val="0"/>
              </a:spcBef>
              <a:spcAft>
                <a:spcPts val="0"/>
              </a:spcAft>
              <a:buClr>
                <a:schemeClr val="dk1"/>
              </a:buClr>
              <a:buSzPts val="2800"/>
              <a:buNone/>
              <a:defRPr sz="2800">
                <a:solidFill>
                  <a:schemeClr val="dk1"/>
                </a:solidFill>
              </a:defRPr>
            </a:lvl6pPr>
            <a:lvl7pPr lvl="6" algn="l">
              <a:lnSpc>
                <a:spcPct val="100000"/>
              </a:lnSpc>
              <a:spcBef>
                <a:spcPts val="0"/>
              </a:spcBef>
              <a:spcAft>
                <a:spcPts val="0"/>
              </a:spcAft>
              <a:buClr>
                <a:schemeClr val="dk1"/>
              </a:buClr>
              <a:buSzPts val="2800"/>
              <a:buNone/>
              <a:defRPr sz="2800">
                <a:solidFill>
                  <a:schemeClr val="dk1"/>
                </a:solidFill>
              </a:defRPr>
            </a:lvl7pPr>
            <a:lvl8pPr lvl="7" algn="l">
              <a:lnSpc>
                <a:spcPct val="100000"/>
              </a:lnSpc>
              <a:spcBef>
                <a:spcPts val="0"/>
              </a:spcBef>
              <a:spcAft>
                <a:spcPts val="0"/>
              </a:spcAft>
              <a:buClr>
                <a:schemeClr val="dk1"/>
              </a:buClr>
              <a:buSzPts val="2800"/>
              <a:buNone/>
              <a:defRPr sz="2800">
                <a:solidFill>
                  <a:schemeClr val="dk1"/>
                </a:solidFill>
              </a:defRPr>
            </a:lvl8pPr>
            <a:lvl9pPr lvl="8" algn="l">
              <a:lnSpc>
                <a:spcPct val="100000"/>
              </a:lnSpc>
              <a:spcBef>
                <a:spcPts val="0"/>
              </a:spcBef>
              <a:spcAft>
                <a:spcPts val="0"/>
              </a:spcAft>
              <a:buClr>
                <a:schemeClr val="dk1"/>
              </a:buClr>
              <a:buSzPts val="2800"/>
              <a:buNone/>
              <a:defRPr sz="2800">
                <a:solidFill>
                  <a:schemeClr val="dk1"/>
                </a:solidFill>
              </a:defRPr>
            </a:lvl9pPr>
          </a:lstStyle>
          <a:p/>
        </p:txBody>
      </p:sp>
      <p:sp>
        <p:nvSpPr>
          <p:cNvPr id="97" name="Google Shape;97;p35"/>
          <p:cNvSpPr txBox="1"/>
          <p:nvPr>
            <p:ph idx="4" type="title"/>
          </p:nvPr>
        </p:nvSpPr>
        <p:spPr>
          <a:xfrm>
            <a:off x="5942650" y="2523676"/>
            <a:ext cx="2481300" cy="5244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2pPr>
            <a:lvl3pPr lvl="2"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3pPr>
            <a:lvl4pPr lvl="3"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4pPr>
            <a:lvl5pPr lvl="4"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5pPr>
            <a:lvl6pPr lvl="5"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6pPr>
            <a:lvl7pPr lvl="6"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7pPr>
            <a:lvl8pPr lvl="7"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8pPr>
            <a:lvl9pPr lvl="8" algn="l">
              <a:lnSpc>
                <a:spcPct val="100000"/>
              </a:lnSpc>
              <a:spcBef>
                <a:spcPts val="0"/>
              </a:spcBef>
              <a:spcAft>
                <a:spcPts val="0"/>
              </a:spcAft>
              <a:buClr>
                <a:schemeClr val="lt1"/>
              </a:buClr>
              <a:buSzPts val="2400"/>
              <a:buFont typeface="Barlow Condensed ExtraBold"/>
              <a:buNone/>
              <a:defRPr sz="2400">
                <a:solidFill>
                  <a:schemeClr val="lt1"/>
                </a:solidFill>
                <a:latin typeface="Barlow Condensed ExtraBold"/>
                <a:ea typeface="Barlow Condensed ExtraBold"/>
                <a:cs typeface="Barlow Condensed ExtraBold"/>
                <a:sym typeface="Barlow Condensed ExtraBold"/>
              </a:defRPr>
            </a:lvl9pPr>
          </a:lstStyle>
          <a:p/>
        </p:txBody>
      </p:sp>
      <p:sp>
        <p:nvSpPr>
          <p:cNvPr id="98" name="Google Shape;98;p35"/>
          <p:cNvSpPr/>
          <p:nvPr/>
        </p:nvSpPr>
        <p:spPr>
          <a:xfrm flipH="1">
            <a:off x="7772389" y="0"/>
            <a:ext cx="1371614" cy="356851"/>
          </a:xfrm>
          <a:custGeom>
            <a:rect b="b" l="l" r="r" t="t"/>
            <a:pathLst>
              <a:path extrusionOk="0" h="2775" w="16884">
                <a:moveTo>
                  <a:pt x="0" y="1"/>
                </a:moveTo>
                <a:lnTo>
                  <a:pt x="0" y="2775"/>
                </a:lnTo>
                <a:lnTo>
                  <a:pt x="16883" y="2775"/>
                </a:lnTo>
                <a:lnTo>
                  <a:pt x="16883"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s">
  <p:cSld name="CUSTOM_10">
    <p:spTree>
      <p:nvGrpSpPr>
        <p:cNvPr id="99" name="Shape 99"/>
        <p:cNvGrpSpPr/>
        <p:nvPr/>
      </p:nvGrpSpPr>
      <p:grpSpPr>
        <a:xfrm>
          <a:off x="0" y="0"/>
          <a:ext cx="0" cy="0"/>
          <a:chOff x="0" y="0"/>
          <a:chExt cx="0" cy="0"/>
        </a:xfrm>
      </p:grpSpPr>
      <p:sp>
        <p:nvSpPr>
          <p:cNvPr id="100" name="Google Shape;100;p34"/>
          <p:cNvSpPr txBox="1"/>
          <p:nvPr>
            <p:ph idx="1" type="subTitle"/>
          </p:nvPr>
        </p:nvSpPr>
        <p:spPr>
          <a:xfrm flipH="1">
            <a:off x="720000" y="1132375"/>
            <a:ext cx="7704000" cy="3294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1000"/>
              <a:buFont typeface="Roboto"/>
              <a:buAutoNum type="arabicPeriod"/>
              <a:defRPr sz="1200"/>
            </a:lvl1pPr>
            <a:lvl2pPr lvl="1" algn="ctr">
              <a:lnSpc>
                <a:spcPct val="100000"/>
              </a:lnSpc>
              <a:spcBef>
                <a:spcPts val="0"/>
              </a:spcBef>
              <a:spcAft>
                <a:spcPts val="0"/>
              </a:spcAft>
              <a:buSzPts val="1200"/>
              <a:buFont typeface="Roboto Condensed Light"/>
              <a:buAutoNum type="alphaLcPeriod"/>
              <a:defRPr sz="1200"/>
            </a:lvl2pPr>
            <a:lvl3pPr lvl="2" algn="ctr">
              <a:lnSpc>
                <a:spcPct val="100000"/>
              </a:lnSpc>
              <a:spcBef>
                <a:spcPts val="0"/>
              </a:spcBef>
              <a:spcAft>
                <a:spcPts val="0"/>
              </a:spcAft>
              <a:buSzPts val="1200"/>
              <a:buFont typeface="Roboto Condensed Light"/>
              <a:buAutoNum type="romanLcPeriod"/>
              <a:defRPr sz="1200"/>
            </a:lvl3pPr>
            <a:lvl4pPr lvl="3" algn="ctr">
              <a:lnSpc>
                <a:spcPct val="100000"/>
              </a:lnSpc>
              <a:spcBef>
                <a:spcPts val="0"/>
              </a:spcBef>
              <a:spcAft>
                <a:spcPts val="0"/>
              </a:spcAft>
              <a:buSzPts val="1200"/>
              <a:buFont typeface="Roboto Condensed Light"/>
              <a:buAutoNum type="arabicPeriod"/>
              <a:defRPr sz="1200"/>
            </a:lvl4pPr>
            <a:lvl5pPr lvl="4" algn="ctr">
              <a:lnSpc>
                <a:spcPct val="100000"/>
              </a:lnSpc>
              <a:spcBef>
                <a:spcPts val="0"/>
              </a:spcBef>
              <a:spcAft>
                <a:spcPts val="0"/>
              </a:spcAft>
              <a:buSzPts val="1200"/>
              <a:buFont typeface="Roboto Condensed Light"/>
              <a:buAutoNum type="alphaLcPeriod"/>
              <a:defRPr sz="1200"/>
            </a:lvl5pPr>
            <a:lvl6pPr lvl="5" algn="ctr">
              <a:lnSpc>
                <a:spcPct val="100000"/>
              </a:lnSpc>
              <a:spcBef>
                <a:spcPts val="0"/>
              </a:spcBef>
              <a:spcAft>
                <a:spcPts val="0"/>
              </a:spcAft>
              <a:buSzPts val="1200"/>
              <a:buFont typeface="Roboto Condensed Light"/>
              <a:buAutoNum type="romanLcPeriod"/>
              <a:defRPr sz="1200"/>
            </a:lvl6pPr>
            <a:lvl7pPr lvl="6" algn="ctr">
              <a:lnSpc>
                <a:spcPct val="100000"/>
              </a:lnSpc>
              <a:spcBef>
                <a:spcPts val="0"/>
              </a:spcBef>
              <a:spcAft>
                <a:spcPts val="0"/>
              </a:spcAft>
              <a:buSzPts val="1200"/>
              <a:buFont typeface="Roboto Condensed Light"/>
              <a:buAutoNum type="arabicPeriod"/>
              <a:defRPr sz="1200"/>
            </a:lvl7pPr>
            <a:lvl8pPr lvl="7" algn="ctr">
              <a:lnSpc>
                <a:spcPct val="100000"/>
              </a:lnSpc>
              <a:spcBef>
                <a:spcPts val="0"/>
              </a:spcBef>
              <a:spcAft>
                <a:spcPts val="0"/>
              </a:spcAft>
              <a:buSzPts val="1200"/>
              <a:buFont typeface="Roboto Condensed Light"/>
              <a:buAutoNum type="alphaLcPeriod"/>
              <a:defRPr sz="1200"/>
            </a:lvl8pPr>
            <a:lvl9pPr lvl="8" algn="ctr">
              <a:lnSpc>
                <a:spcPct val="100000"/>
              </a:lnSpc>
              <a:spcBef>
                <a:spcPts val="0"/>
              </a:spcBef>
              <a:spcAft>
                <a:spcPts val="0"/>
              </a:spcAft>
              <a:buSzPts val="1200"/>
              <a:buFont typeface="Roboto Condensed Light"/>
              <a:buAutoNum type="romanLcPeriod"/>
              <a:defRPr sz="1200"/>
            </a:lvl9pPr>
          </a:lstStyle>
          <a:p/>
        </p:txBody>
      </p:sp>
      <p:sp>
        <p:nvSpPr>
          <p:cNvPr id="101" name="Google Shape;101;p3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p:cSld name="CUSTOM_8">
    <p:spTree>
      <p:nvGrpSpPr>
        <p:cNvPr id="102" name="Shape 102"/>
        <p:cNvGrpSpPr/>
        <p:nvPr/>
      </p:nvGrpSpPr>
      <p:grpSpPr>
        <a:xfrm>
          <a:off x="0" y="0"/>
          <a:ext cx="0" cy="0"/>
          <a:chOff x="0" y="0"/>
          <a:chExt cx="0" cy="0"/>
        </a:xfrm>
      </p:grpSpPr>
      <p:sp>
        <p:nvSpPr>
          <p:cNvPr id="103" name="Google Shape;103;p50"/>
          <p:cNvSpPr/>
          <p:nvPr/>
        </p:nvSpPr>
        <p:spPr>
          <a:xfrm>
            <a:off x="5445850" y="1359975"/>
            <a:ext cx="3697248" cy="1208576"/>
          </a:xfrm>
          <a:custGeom>
            <a:rect b="b" l="l" r="r" t="t"/>
            <a:pathLst>
              <a:path extrusionOk="0" h="37768" w="115539">
                <a:moveTo>
                  <a:pt x="1" y="0"/>
                </a:moveTo>
                <a:lnTo>
                  <a:pt x="115539" y="0"/>
                </a:lnTo>
                <a:lnTo>
                  <a:pt x="115539" y="37767"/>
                </a:lnTo>
                <a:lnTo>
                  <a:pt x="1" y="37767"/>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 name="Google Shape;104;p50"/>
          <p:cNvSpPr/>
          <p:nvPr/>
        </p:nvSpPr>
        <p:spPr>
          <a:xfrm>
            <a:off x="-899" y="2568525"/>
            <a:ext cx="3697248" cy="1208544"/>
          </a:xfrm>
          <a:custGeom>
            <a:rect b="b" l="l" r="r" t="t"/>
            <a:pathLst>
              <a:path extrusionOk="0" h="37767" w="115539">
                <a:moveTo>
                  <a:pt x="0" y="0"/>
                </a:moveTo>
                <a:lnTo>
                  <a:pt x="115538" y="0"/>
                </a:lnTo>
                <a:lnTo>
                  <a:pt x="115538" y="37767"/>
                </a:lnTo>
                <a:lnTo>
                  <a:pt x="0" y="37767"/>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50"/>
          <p:cNvSpPr/>
          <p:nvPr/>
        </p:nvSpPr>
        <p:spPr>
          <a:xfrm>
            <a:off x="-905" y="-3217"/>
            <a:ext cx="3697248" cy="357024"/>
          </a:xfrm>
          <a:custGeom>
            <a:rect b="b" l="l" r="r" t="t"/>
            <a:pathLst>
              <a:path extrusionOk="0" h="11157" w="115539">
                <a:moveTo>
                  <a:pt x="0" y="0"/>
                </a:moveTo>
                <a:lnTo>
                  <a:pt x="115538" y="0"/>
                </a:lnTo>
                <a:lnTo>
                  <a:pt x="115538" y="11156"/>
                </a:lnTo>
                <a:lnTo>
                  <a:pt x="0" y="11156"/>
                </a:lnTo>
                <a:close/>
              </a:path>
            </a:pathLst>
          </a:custGeom>
          <a:solidFill>
            <a:srgbClr val="FFFFFF">
              <a:alpha val="1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 name="Google Shape;106;p50"/>
          <p:cNvSpPr/>
          <p:nvPr/>
        </p:nvSpPr>
        <p:spPr>
          <a:xfrm>
            <a:off x="-905" y="3584623"/>
            <a:ext cx="417216" cy="384864"/>
          </a:xfrm>
          <a:custGeom>
            <a:rect b="b" l="l" r="r" t="t"/>
            <a:pathLst>
              <a:path extrusionOk="0" h="12027" w="13038">
                <a:moveTo>
                  <a:pt x="0" y="1"/>
                </a:moveTo>
                <a:lnTo>
                  <a:pt x="13037" y="1"/>
                </a:lnTo>
                <a:lnTo>
                  <a:pt x="13037" y="12026"/>
                </a:lnTo>
                <a:lnTo>
                  <a:pt x="0" y="120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50"/>
          <p:cNvSpPr/>
          <p:nvPr/>
        </p:nvSpPr>
        <p:spPr>
          <a:xfrm>
            <a:off x="8017591" y="1161103"/>
            <a:ext cx="1125504" cy="384832"/>
          </a:xfrm>
          <a:custGeom>
            <a:rect b="b" l="l" r="r" t="t"/>
            <a:pathLst>
              <a:path extrusionOk="0" h="12026" w="35172">
                <a:moveTo>
                  <a:pt x="1" y="0"/>
                </a:moveTo>
                <a:lnTo>
                  <a:pt x="35172" y="0"/>
                </a:lnTo>
                <a:lnTo>
                  <a:pt x="35172" y="12026"/>
                </a:lnTo>
                <a:lnTo>
                  <a:pt x="1" y="12026"/>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50"/>
          <p:cNvSpPr txBox="1"/>
          <p:nvPr>
            <p:ph idx="1" type="subTitle"/>
          </p:nvPr>
        </p:nvSpPr>
        <p:spPr>
          <a:xfrm>
            <a:off x="5626675" y="1941426"/>
            <a:ext cx="2391600" cy="4662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Clr>
                <a:schemeClr val="dk1"/>
              </a:buClr>
              <a:buSzPts val="1400"/>
              <a:buNone/>
              <a:defRPr sz="1400">
                <a:solidFill>
                  <a:schemeClr val="dk1"/>
                </a:solidFill>
              </a:defRPr>
            </a:lvl1pPr>
            <a:lvl2pPr lvl="1" algn="l">
              <a:lnSpc>
                <a:spcPct val="100000"/>
              </a:lnSpc>
              <a:spcBef>
                <a:spcPts val="0"/>
              </a:spcBef>
              <a:spcAft>
                <a:spcPts val="0"/>
              </a:spcAft>
              <a:buClr>
                <a:schemeClr val="dk1"/>
              </a:buClr>
              <a:buSzPts val="1500"/>
              <a:buNone/>
              <a:defRPr sz="1500">
                <a:solidFill>
                  <a:schemeClr val="dk1"/>
                </a:solidFill>
              </a:defRPr>
            </a:lvl2pPr>
            <a:lvl3pPr lvl="2" algn="l">
              <a:lnSpc>
                <a:spcPct val="100000"/>
              </a:lnSpc>
              <a:spcBef>
                <a:spcPts val="0"/>
              </a:spcBef>
              <a:spcAft>
                <a:spcPts val="0"/>
              </a:spcAft>
              <a:buClr>
                <a:schemeClr val="dk1"/>
              </a:buClr>
              <a:buSzPts val="1500"/>
              <a:buNone/>
              <a:defRPr sz="1500">
                <a:solidFill>
                  <a:schemeClr val="dk1"/>
                </a:solidFill>
              </a:defRPr>
            </a:lvl3pPr>
            <a:lvl4pPr lvl="3" algn="l">
              <a:lnSpc>
                <a:spcPct val="100000"/>
              </a:lnSpc>
              <a:spcBef>
                <a:spcPts val="0"/>
              </a:spcBef>
              <a:spcAft>
                <a:spcPts val="0"/>
              </a:spcAft>
              <a:buClr>
                <a:schemeClr val="dk1"/>
              </a:buClr>
              <a:buSzPts val="1500"/>
              <a:buNone/>
              <a:defRPr sz="1500">
                <a:solidFill>
                  <a:schemeClr val="dk1"/>
                </a:solidFill>
              </a:defRPr>
            </a:lvl4pPr>
            <a:lvl5pPr lvl="4" algn="l">
              <a:lnSpc>
                <a:spcPct val="100000"/>
              </a:lnSpc>
              <a:spcBef>
                <a:spcPts val="0"/>
              </a:spcBef>
              <a:spcAft>
                <a:spcPts val="0"/>
              </a:spcAft>
              <a:buClr>
                <a:schemeClr val="dk1"/>
              </a:buClr>
              <a:buSzPts val="1500"/>
              <a:buNone/>
              <a:defRPr sz="1500">
                <a:solidFill>
                  <a:schemeClr val="dk1"/>
                </a:solidFill>
              </a:defRPr>
            </a:lvl5pPr>
            <a:lvl6pPr lvl="5" algn="l">
              <a:lnSpc>
                <a:spcPct val="100000"/>
              </a:lnSpc>
              <a:spcBef>
                <a:spcPts val="0"/>
              </a:spcBef>
              <a:spcAft>
                <a:spcPts val="0"/>
              </a:spcAft>
              <a:buClr>
                <a:schemeClr val="dk1"/>
              </a:buClr>
              <a:buSzPts val="1500"/>
              <a:buNone/>
              <a:defRPr sz="1500">
                <a:solidFill>
                  <a:schemeClr val="dk1"/>
                </a:solidFill>
              </a:defRPr>
            </a:lvl6pPr>
            <a:lvl7pPr lvl="6" algn="l">
              <a:lnSpc>
                <a:spcPct val="100000"/>
              </a:lnSpc>
              <a:spcBef>
                <a:spcPts val="0"/>
              </a:spcBef>
              <a:spcAft>
                <a:spcPts val="0"/>
              </a:spcAft>
              <a:buClr>
                <a:schemeClr val="dk1"/>
              </a:buClr>
              <a:buSzPts val="1500"/>
              <a:buNone/>
              <a:defRPr sz="1500">
                <a:solidFill>
                  <a:schemeClr val="dk1"/>
                </a:solidFill>
              </a:defRPr>
            </a:lvl7pPr>
            <a:lvl8pPr lvl="7" algn="l">
              <a:lnSpc>
                <a:spcPct val="100000"/>
              </a:lnSpc>
              <a:spcBef>
                <a:spcPts val="0"/>
              </a:spcBef>
              <a:spcAft>
                <a:spcPts val="0"/>
              </a:spcAft>
              <a:buClr>
                <a:schemeClr val="dk1"/>
              </a:buClr>
              <a:buSzPts val="1500"/>
              <a:buNone/>
              <a:defRPr sz="1500">
                <a:solidFill>
                  <a:schemeClr val="dk1"/>
                </a:solidFill>
              </a:defRPr>
            </a:lvl8pPr>
            <a:lvl9pPr lvl="8" algn="l">
              <a:lnSpc>
                <a:spcPct val="100000"/>
              </a:lnSpc>
              <a:spcBef>
                <a:spcPts val="0"/>
              </a:spcBef>
              <a:spcAft>
                <a:spcPts val="0"/>
              </a:spcAft>
              <a:buClr>
                <a:schemeClr val="dk1"/>
              </a:buClr>
              <a:buSzPts val="1500"/>
              <a:buNone/>
              <a:defRPr sz="1500">
                <a:solidFill>
                  <a:schemeClr val="dk1"/>
                </a:solidFill>
              </a:defRPr>
            </a:lvl9pPr>
          </a:lstStyle>
          <a:p/>
        </p:txBody>
      </p:sp>
      <p:sp>
        <p:nvSpPr>
          <p:cNvPr id="109" name="Google Shape;109;p50"/>
          <p:cNvSpPr txBox="1"/>
          <p:nvPr>
            <p:ph idx="2" type="subTitle"/>
          </p:nvPr>
        </p:nvSpPr>
        <p:spPr>
          <a:xfrm>
            <a:off x="1129300" y="3151101"/>
            <a:ext cx="2391600" cy="468300"/>
          </a:xfrm>
          <a:prstGeom prst="rect">
            <a:avLst/>
          </a:prstGeom>
          <a:noFill/>
          <a:ln>
            <a:noFill/>
          </a:ln>
        </p:spPr>
        <p:txBody>
          <a:bodyPr anchorCtr="0" anchor="t" bIns="91425" lIns="91425" spcFirstLastPara="1" rIns="91425" wrap="square" tIns="0">
            <a:noAutofit/>
          </a:bodyPr>
          <a:lstStyle>
            <a:lvl1pPr lvl="0" algn="r">
              <a:lnSpc>
                <a:spcPct val="100000"/>
              </a:lnSpc>
              <a:spcBef>
                <a:spcPts val="0"/>
              </a:spcBef>
              <a:spcAft>
                <a:spcPts val="0"/>
              </a:spcAft>
              <a:buSzPts val="1500"/>
              <a:buNone/>
              <a:defRPr sz="1400"/>
            </a:lvl1pPr>
            <a:lvl2pPr lvl="1" algn="r">
              <a:lnSpc>
                <a:spcPct val="100000"/>
              </a:lnSpc>
              <a:spcBef>
                <a:spcPts val="0"/>
              </a:spcBef>
              <a:spcAft>
                <a:spcPts val="0"/>
              </a:spcAft>
              <a:buSzPts val="1500"/>
              <a:buNone/>
              <a:defRPr sz="1500"/>
            </a:lvl2pPr>
            <a:lvl3pPr lvl="2" algn="r">
              <a:lnSpc>
                <a:spcPct val="100000"/>
              </a:lnSpc>
              <a:spcBef>
                <a:spcPts val="0"/>
              </a:spcBef>
              <a:spcAft>
                <a:spcPts val="0"/>
              </a:spcAft>
              <a:buSzPts val="1500"/>
              <a:buNone/>
              <a:defRPr sz="1500"/>
            </a:lvl3pPr>
            <a:lvl4pPr lvl="3" algn="r">
              <a:lnSpc>
                <a:spcPct val="100000"/>
              </a:lnSpc>
              <a:spcBef>
                <a:spcPts val="0"/>
              </a:spcBef>
              <a:spcAft>
                <a:spcPts val="0"/>
              </a:spcAft>
              <a:buSzPts val="1500"/>
              <a:buNone/>
              <a:defRPr sz="1500"/>
            </a:lvl4pPr>
            <a:lvl5pPr lvl="4" algn="r">
              <a:lnSpc>
                <a:spcPct val="100000"/>
              </a:lnSpc>
              <a:spcBef>
                <a:spcPts val="0"/>
              </a:spcBef>
              <a:spcAft>
                <a:spcPts val="0"/>
              </a:spcAft>
              <a:buSzPts val="1500"/>
              <a:buNone/>
              <a:defRPr sz="1500"/>
            </a:lvl5pPr>
            <a:lvl6pPr lvl="5" algn="r">
              <a:lnSpc>
                <a:spcPct val="100000"/>
              </a:lnSpc>
              <a:spcBef>
                <a:spcPts val="0"/>
              </a:spcBef>
              <a:spcAft>
                <a:spcPts val="0"/>
              </a:spcAft>
              <a:buSzPts val="1500"/>
              <a:buNone/>
              <a:defRPr sz="1500"/>
            </a:lvl6pPr>
            <a:lvl7pPr lvl="6" algn="r">
              <a:lnSpc>
                <a:spcPct val="100000"/>
              </a:lnSpc>
              <a:spcBef>
                <a:spcPts val="0"/>
              </a:spcBef>
              <a:spcAft>
                <a:spcPts val="0"/>
              </a:spcAft>
              <a:buSzPts val="1500"/>
              <a:buNone/>
              <a:defRPr sz="1500"/>
            </a:lvl7pPr>
            <a:lvl8pPr lvl="7" algn="r">
              <a:lnSpc>
                <a:spcPct val="100000"/>
              </a:lnSpc>
              <a:spcBef>
                <a:spcPts val="0"/>
              </a:spcBef>
              <a:spcAft>
                <a:spcPts val="0"/>
              </a:spcAft>
              <a:buSzPts val="1500"/>
              <a:buNone/>
              <a:defRPr sz="1500"/>
            </a:lvl8pPr>
            <a:lvl9pPr lvl="8" algn="r">
              <a:lnSpc>
                <a:spcPct val="100000"/>
              </a:lnSpc>
              <a:spcBef>
                <a:spcPts val="0"/>
              </a:spcBef>
              <a:spcAft>
                <a:spcPts val="0"/>
              </a:spcAft>
              <a:buSzPts val="1500"/>
              <a:buNone/>
              <a:defRPr sz="1500"/>
            </a:lvl9pPr>
          </a:lstStyle>
          <a:p/>
        </p:txBody>
      </p:sp>
      <p:sp>
        <p:nvSpPr>
          <p:cNvPr id="110" name="Google Shape;110;p50"/>
          <p:cNvSpPr txBox="1"/>
          <p:nvPr>
            <p:ph type="title"/>
          </p:nvPr>
        </p:nvSpPr>
        <p:spPr>
          <a:xfrm>
            <a:off x="1125100" y="2794025"/>
            <a:ext cx="2395800" cy="263400"/>
          </a:xfrm>
          <a:prstGeom prst="rect">
            <a:avLst/>
          </a:prstGeom>
          <a:noFill/>
          <a:ln>
            <a:noFill/>
          </a:ln>
        </p:spPr>
        <p:txBody>
          <a:bodyPr anchorCtr="0" anchor="ctr" bIns="0" lIns="91425" spcFirstLastPara="1" rIns="91425" wrap="square" tIns="0">
            <a:noAutofit/>
          </a:bodyPr>
          <a:lstStyle>
            <a:lvl1pPr lvl="0" algn="r">
              <a:lnSpc>
                <a:spcPct val="100000"/>
              </a:lnSpc>
              <a:spcBef>
                <a:spcPts val="0"/>
              </a:spcBef>
              <a:spcAft>
                <a:spcPts val="0"/>
              </a:spcAft>
              <a:buSzPts val="2200"/>
              <a:buNone/>
              <a:defRPr sz="2200"/>
            </a:lvl1pPr>
            <a:lvl2pPr lvl="1" algn="r">
              <a:lnSpc>
                <a:spcPct val="100000"/>
              </a:lnSpc>
              <a:spcBef>
                <a:spcPts val="0"/>
              </a:spcBef>
              <a:spcAft>
                <a:spcPts val="0"/>
              </a:spcAft>
              <a:buSzPts val="4800"/>
              <a:buNone/>
              <a:defRPr sz="4800"/>
            </a:lvl2pPr>
            <a:lvl3pPr lvl="2" algn="r">
              <a:lnSpc>
                <a:spcPct val="100000"/>
              </a:lnSpc>
              <a:spcBef>
                <a:spcPts val="0"/>
              </a:spcBef>
              <a:spcAft>
                <a:spcPts val="0"/>
              </a:spcAft>
              <a:buSzPts val="4800"/>
              <a:buNone/>
              <a:defRPr sz="4800"/>
            </a:lvl3pPr>
            <a:lvl4pPr lvl="3" algn="r">
              <a:lnSpc>
                <a:spcPct val="100000"/>
              </a:lnSpc>
              <a:spcBef>
                <a:spcPts val="0"/>
              </a:spcBef>
              <a:spcAft>
                <a:spcPts val="0"/>
              </a:spcAft>
              <a:buSzPts val="4800"/>
              <a:buNone/>
              <a:defRPr sz="4800"/>
            </a:lvl4pPr>
            <a:lvl5pPr lvl="4" algn="r">
              <a:lnSpc>
                <a:spcPct val="100000"/>
              </a:lnSpc>
              <a:spcBef>
                <a:spcPts val="0"/>
              </a:spcBef>
              <a:spcAft>
                <a:spcPts val="0"/>
              </a:spcAft>
              <a:buSzPts val="4800"/>
              <a:buNone/>
              <a:defRPr sz="4800"/>
            </a:lvl5pPr>
            <a:lvl6pPr lvl="5" algn="r">
              <a:lnSpc>
                <a:spcPct val="100000"/>
              </a:lnSpc>
              <a:spcBef>
                <a:spcPts val="0"/>
              </a:spcBef>
              <a:spcAft>
                <a:spcPts val="0"/>
              </a:spcAft>
              <a:buSzPts val="4800"/>
              <a:buNone/>
              <a:defRPr sz="4800"/>
            </a:lvl6pPr>
            <a:lvl7pPr lvl="6" algn="r">
              <a:lnSpc>
                <a:spcPct val="100000"/>
              </a:lnSpc>
              <a:spcBef>
                <a:spcPts val="0"/>
              </a:spcBef>
              <a:spcAft>
                <a:spcPts val="0"/>
              </a:spcAft>
              <a:buSzPts val="4800"/>
              <a:buNone/>
              <a:defRPr sz="4800"/>
            </a:lvl7pPr>
            <a:lvl8pPr lvl="7" algn="r">
              <a:lnSpc>
                <a:spcPct val="100000"/>
              </a:lnSpc>
              <a:spcBef>
                <a:spcPts val="0"/>
              </a:spcBef>
              <a:spcAft>
                <a:spcPts val="0"/>
              </a:spcAft>
              <a:buSzPts val="4800"/>
              <a:buNone/>
              <a:defRPr sz="4800"/>
            </a:lvl8pPr>
            <a:lvl9pPr lvl="8" algn="r">
              <a:lnSpc>
                <a:spcPct val="100000"/>
              </a:lnSpc>
              <a:spcBef>
                <a:spcPts val="0"/>
              </a:spcBef>
              <a:spcAft>
                <a:spcPts val="0"/>
              </a:spcAft>
              <a:buSzPts val="4800"/>
              <a:buNone/>
              <a:defRPr sz="4800"/>
            </a:lvl9pPr>
          </a:lstStyle>
          <a:p/>
        </p:txBody>
      </p:sp>
      <p:sp>
        <p:nvSpPr>
          <p:cNvPr id="111" name="Google Shape;111;p50"/>
          <p:cNvSpPr txBox="1"/>
          <p:nvPr>
            <p:ph idx="3" type="title"/>
          </p:nvPr>
        </p:nvSpPr>
        <p:spPr>
          <a:xfrm>
            <a:off x="5626675" y="1582550"/>
            <a:ext cx="2395800" cy="265200"/>
          </a:xfrm>
          <a:prstGeom prst="rect">
            <a:avLst/>
          </a:prstGeom>
          <a:noFill/>
          <a:ln>
            <a:noFill/>
          </a:ln>
        </p:spPr>
        <p:txBody>
          <a:bodyPr anchorCtr="0" anchor="ctr" bIns="0" lIns="91425" spcFirstLastPara="1" rIns="91425" wrap="square" tIns="0">
            <a:noAutofit/>
          </a:bodyPr>
          <a:lstStyle>
            <a:lvl1pPr lvl="0" algn="l">
              <a:lnSpc>
                <a:spcPct val="100000"/>
              </a:lnSpc>
              <a:spcBef>
                <a:spcPts val="0"/>
              </a:spcBef>
              <a:spcAft>
                <a:spcPts val="0"/>
              </a:spcAft>
              <a:buSzPts val="2200"/>
              <a:buNone/>
              <a:defRPr sz="22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12" name="Shape 112"/>
        <p:cNvGrpSpPr/>
        <p:nvPr/>
      </p:nvGrpSpPr>
      <p:grpSpPr>
        <a:xfrm>
          <a:off x="0" y="0"/>
          <a:ext cx="0" cy="0"/>
          <a:chOff x="0" y="0"/>
          <a:chExt cx="0" cy="0"/>
        </a:xfrm>
      </p:grpSpPr>
      <p:sp>
        <p:nvSpPr>
          <p:cNvPr id="113" name="Google Shape;113;p36"/>
          <p:cNvSpPr/>
          <p:nvPr/>
        </p:nvSpPr>
        <p:spPr>
          <a:xfrm>
            <a:off x="0" y="3268775"/>
            <a:ext cx="667651" cy="355450"/>
          </a:xfrm>
          <a:custGeom>
            <a:rect b="b" l="l" r="r" t="t"/>
            <a:pathLst>
              <a:path extrusionOk="0" h="2764" w="2882">
                <a:moveTo>
                  <a:pt x="0" y="1"/>
                </a:moveTo>
                <a:lnTo>
                  <a:pt x="0" y="2763"/>
                </a:lnTo>
                <a:lnTo>
                  <a:pt x="2881" y="2763"/>
                </a:lnTo>
                <a:lnTo>
                  <a:pt x="288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6"/>
          <p:cNvSpPr/>
          <p:nvPr/>
        </p:nvSpPr>
        <p:spPr>
          <a:xfrm>
            <a:off x="7960123" y="323033"/>
            <a:ext cx="1183740" cy="355315"/>
          </a:xfrm>
          <a:custGeom>
            <a:rect b="b" l="l" r="r" t="t"/>
            <a:pathLst>
              <a:path extrusionOk="0" h="2763" w="9205">
                <a:moveTo>
                  <a:pt x="1" y="0"/>
                </a:moveTo>
                <a:lnTo>
                  <a:pt x="1" y="2762"/>
                </a:lnTo>
                <a:lnTo>
                  <a:pt x="9204" y="2762"/>
                </a:lnTo>
                <a:lnTo>
                  <a:pt x="9204"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5" name="Google Shape;115;p36"/>
          <p:cNvSpPr/>
          <p:nvPr/>
        </p:nvSpPr>
        <p:spPr>
          <a:xfrm>
            <a:off x="7173125" y="912516"/>
            <a:ext cx="1970757" cy="355315"/>
          </a:xfrm>
          <a:custGeom>
            <a:rect b="b" l="l" r="r" t="t"/>
            <a:pathLst>
              <a:path extrusionOk="0" h="2763" w="15325">
                <a:moveTo>
                  <a:pt x="1" y="0"/>
                </a:moveTo>
                <a:lnTo>
                  <a:pt x="1" y="2762"/>
                </a:lnTo>
                <a:lnTo>
                  <a:pt x="15324" y="2762"/>
                </a:lnTo>
                <a:lnTo>
                  <a:pt x="15324"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6"/>
          <p:cNvSpPr/>
          <p:nvPr/>
        </p:nvSpPr>
        <p:spPr>
          <a:xfrm>
            <a:off x="7173125" y="2089940"/>
            <a:ext cx="1970757" cy="356858"/>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6"/>
          <p:cNvSpPr/>
          <p:nvPr/>
        </p:nvSpPr>
        <p:spPr>
          <a:xfrm>
            <a:off x="0" y="2089940"/>
            <a:ext cx="552969" cy="356858"/>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36"/>
          <p:cNvSpPr/>
          <p:nvPr/>
        </p:nvSpPr>
        <p:spPr>
          <a:xfrm>
            <a:off x="8773245" y="1500456"/>
            <a:ext cx="370618" cy="356858"/>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36"/>
          <p:cNvSpPr/>
          <p:nvPr/>
        </p:nvSpPr>
        <p:spPr>
          <a:xfrm>
            <a:off x="8039723" y="3268778"/>
            <a:ext cx="1104138" cy="355443"/>
          </a:xfrm>
          <a:custGeom>
            <a:rect b="b" l="l" r="r" t="t"/>
            <a:pathLst>
              <a:path extrusionOk="0" h="2764" w="8586">
                <a:moveTo>
                  <a:pt x="1" y="1"/>
                </a:moveTo>
                <a:lnTo>
                  <a:pt x="1" y="2763"/>
                </a:lnTo>
                <a:lnTo>
                  <a:pt x="8585" y="2763"/>
                </a:lnTo>
                <a:lnTo>
                  <a:pt x="858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36"/>
          <p:cNvSpPr/>
          <p:nvPr/>
        </p:nvSpPr>
        <p:spPr>
          <a:xfrm>
            <a:off x="7555951" y="3858262"/>
            <a:ext cx="1587922" cy="355315"/>
          </a:xfrm>
          <a:custGeom>
            <a:rect b="b" l="l" r="r" t="t"/>
            <a:pathLst>
              <a:path extrusionOk="0" h="2763" w="12348">
                <a:moveTo>
                  <a:pt x="0" y="1"/>
                </a:moveTo>
                <a:lnTo>
                  <a:pt x="0" y="2763"/>
                </a:lnTo>
                <a:lnTo>
                  <a:pt x="12347" y="2763"/>
                </a:lnTo>
                <a:lnTo>
                  <a:pt x="123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36"/>
          <p:cNvSpPr/>
          <p:nvPr/>
        </p:nvSpPr>
        <p:spPr>
          <a:xfrm>
            <a:off x="0" y="4446202"/>
            <a:ext cx="1183740" cy="356858"/>
          </a:xfrm>
          <a:custGeom>
            <a:rect b="b" l="l" r="r" t="t"/>
            <a:pathLst>
              <a:path extrusionOk="0" h="2775" w="9205">
                <a:moveTo>
                  <a:pt x="1" y="1"/>
                </a:moveTo>
                <a:lnTo>
                  <a:pt x="1" y="2775"/>
                </a:lnTo>
                <a:lnTo>
                  <a:pt x="9204" y="2775"/>
                </a:lnTo>
                <a:lnTo>
                  <a:pt x="920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6"/>
          <p:cNvSpPr/>
          <p:nvPr/>
        </p:nvSpPr>
        <p:spPr>
          <a:xfrm>
            <a:off x="0" y="3858262"/>
            <a:ext cx="1970757" cy="355315"/>
          </a:xfrm>
          <a:custGeom>
            <a:rect b="b" l="l" r="r" t="t"/>
            <a:pathLst>
              <a:path extrusionOk="0" h="2763" w="15325">
                <a:moveTo>
                  <a:pt x="1" y="1"/>
                </a:moveTo>
                <a:lnTo>
                  <a:pt x="1" y="2763"/>
                </a:lnTo>
                <a:lnTo>
                  <a:pt x="15324" y="2763"/>
                </a:lnTo>
                <a:lnTo>
                  <a:pt x="1532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 name="Google Shape;123;p36"/>
          <p:cNvSpPr/>
          <p:nvPr/>
        </p:nvSpPr>
        <p:spPr>
          <a:xfrm>
            <a:off x="2325759" y="3858262"/>
            <a:ext cx="866747" cy="355315"/>
          </a:xfrm>
          <a:custGeom>
            <a:rect b="b" l="l" r="r" t="t"/>
            <a:pathLst>
              <a:path extrusionOk="0" h="2763" w="6740">
                <a:moveTo>
                  <a:pt x="1" y="1"/>
                </a:moveTo>
                <a:lnTo>
                  <a:pt x="1" y="2763"/>
                </a:lnTo>
                <a:lnTo>
                  <a:pt x="6739" y="2763"/>
                </a:lnTo>
                <a:lnTo>
                  <a:pt x="6739"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p36"/>
          <p:cNvSpPr/>
          <p:nvPr/>
        </p:nvSpPr>
        <p:spPr>
          <a:xfrm>
            <a:off x="0" y="2679300"/>
            <a:ext cx="1485912" cy="355450"/>
          </a:xfrm>
          <a:custGeom>
            <a:rect b="b" l="l" r="r" t="t"/>
            <a:pathLst>
              <a:path extrusionOk="0" h="2764" w="15325">
                <a:moveTo>
                  <a:pt x="1" y="1"/>
                </a:moveTo>
                <a:lnTo>
                  <a:pt x="1" y="2763"/>
                </a:lnTo>
                <a:lnTo>
                  <a:pt x="15324" y="2763"/>
                </a:lnTo>
                <a:lnTo>
                  <a:pt x="15324" y="1"/>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 name="Google Shape;125;p36"/>
          <p:cNvSpPr/>
          <p:nvPr/>
        </p:nvSpPr>
        <p:spPr>
          <a:xfrm>
            <a:off x="896262" y="3268778"/>
            <a:ext cx="370618" cy="355443"/>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36"/>
          <p:cNvSpPr/>
          <p:nvPr/>
        </p:nvSpPr>
        <p:spPr>
          <a:xfrm>
            <a:off x="0" y="1500456"/>
            <a:ext cx="1104138" cy="356858"/>
          </a:xfrm>
          <a:custGeom>
            <a:rect b="b" l="l" r="r" t="t"/>
            <a:pathLst>
              <a:path extrusionOk="0" h="2775" w="8586">
                <a:moveTo>
                  <a:pt x="1" y="0"/>
                </a:moveTo>
                <a:lnTo>
                  <a:pt x="1" y="2774"/>
                </a:lnTo>
                <a:lnTo>
                  <a:pt x="8585" y="2774"/>
                </a:lnTo>
                <a:lnTo>
                  <a:pt x="8585"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6"/>
          <p:cNvSpPr/>
          <p:nvPr/>
        </p:nvSpPr>
        <p:spPr>
          <a:xfrm>
            <a:off x="359324" y="912525"/>
            <a:ext cx="1228595" cy="355301"/>
          </a:xfrm>
          <a:custGeom>
            <a:rect b="b" l="l" r="r" t="t"/>
            <a:pathLst>
              <a:path extrusionOk="0" h="2763" w="12348">
                <a:moveTo>
                  <a:pt x="1" y="0"/>
                </a:moveTo>
                <a:lnTo>
                  <a:pt x="1" y="2762"/>
                </a:lnTo>
                <a:lnTo>
                  <a:pt x="12348" y="2762"/>
                </a:lnTo>
                <a:lnTo>
                  <a:pt x="12348"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36"/>
          <p:cNvSpPr/>
          <p:nvPr/>
        </p:nvSpPr>
        <p:spPr>
          <a:xfrm>
            <a:off x="5395565" y="323033"/>
            <a:ext cx="2171240" cy="355315"/>
          </a:xfrm>
          <a:custGeom>
            <a:rect b="b" l="l" r="r" t="t"/>
            <a:pathLst>
              <a:path extrusionOk="0" h="2763" w="16884">
                <a:moveTo>
                  <a:pt x="1" y="0"/>
                </a:moveTo>
                <a:lnTo>
                  <a:pt x="1" y="2762"/>
                </a:lnTo>
                <a:lnTo>
                  <a:pt x="16884" y="2762"/>
                </a:lnTo>
                <a:lnTo>
                  <a:pt x="16884"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36"/>
          <p:cNvSpPr/>
          <p:nvPr/>
        </p:nvSpPr>
        <p:spPr>
          <a:xfrm>
            <a:off x="5729396" y="3858262"/>
            <a:ext cx="1600139" cy="355315"/>
          </a:xfrm>
          <a:custGeom>
            <a:rect b="b" l="l" r="r" t="t"/>
            <a:pathLst>
              <a:path extrusionOk="0" h="2763" w="12443">
                <a:moveTo>
                  <a:pt x="0" y="1"/>
                </a:moveTo>
                <a:lnTo>
                  <a:pt x="0" y="2763"/>
                </a:lnTo>
                <a:lnTo>
                  <a:pt x="12442" y="2763"/>
                </a:lnTo>
                <a:lnTo>
                  <a:pt x="12442"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36"/>
          <p:cNvSpPr/>
          <p:nvPr/>
        </p:nvSpPr>
        <p:spPr>
          <a:xfrm>
            <a:off x="1577072" y="4446200"/>
            <a:ext cx="3118770" cy="356851"/>
          </a:xfrm>
          <a:custGeom>
            <a:rect b="b" l="l" r="r" t="t"/>
            <a:pathLst>
              <a:path extrusionOk="0" h="2775" w="16884">
                <a:moveTo>
                  <a:pt x="0" y="1"/>
                </a:moveTo>
                <a:lnTo>
                  <a:pt x="0" y="2775"/>
                </a:lnTo>
                <a:lnTo>
                  <a:pt x="16883" y="2775"/>
                </a:lnTo>
                <a:lnTo>
                  <a:pt x="1688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 name="Google Shape;131;p36"/>
          <p:cNvSpPr txBox="1"/>
          <p:nvPr>
            <p:ph type="title"/>
          </p:nvPr>
        </p:nvSpPr>
        <p:spPr>
          <a:xfrm>
            <a:off x="454800" y="2714625"/>
            <a:ext cx="8425200" cy="4479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32" name="Google Shape;132;p36"/>
          <p:cNvSpPr txBox="1"/>
          <p:nvPr>
            <p:ph idx="2" type="title"/>
          </p:nvPr>
        </p:nvSpPr>
        <p:spPr>
          <a:xfrm>
            <a:off x="454800" y="2150850"/>
            <a:ext cx="8425200" cy="489600"/>
          </a:xfrm>
          <a:prstGeom prst="rect">
            <a:avLst/>
          </a:prstGeom>
          <a:noFill/>
          <a:ln>
            <a:noFill/>
          </a:ln>
        </p:spPr>
        <p:txBody>
          <a:bodyPr anchorCtr="0" anchor="b" bIns="0" lIns="91425" spcFirstLastPara="1" rIns="91425" wrap="square" tIns="0">
            <a:noAutofit/>
          </a:bodyPr>
          <a:lstStyle>
            <a:lvl1pPr lvl="0" algn="ctr">
              <a:lnSpc>
                <a:spcPct val="100000"/>
              </a:lnSpc>
              <a:spcBef>
                <a:spcPts val="0"/>
              </a:spcBef>
              <a:spcAft>
                <a:spcPts val="0"/>
              </a:spcAft>
              <a:buClr>
                <a:srgbClr val="4C67ED"/>
              </a:buClr>
              <a:buSzPts val="8000"/>
              <a:buNone/>
              <a:defRPr sz="8000">
                <a:solidFill>
                  <a:srgbClr val="4C67ED"/>
                </a:solidFill>
              </a:defRPr>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3" name="Shape 133"/>
        <p:cNvGrpSpPr/>
        <p:nvPr/>
      </p:nvGrpSpPr>
      <p:grpSpPr>
        <a:xfrm>
          <a:off x="0" y="0"/>
          <a:ext cx="0" cy="0"/>
          <a:chOff x="0" y="0"/>
          <a:chExt cx="0" cy="0"/>
        </a:xfrm>
      </p:grpSpPr>
      <p:sp>
        <p:nvSpPr>
          <p:cNvPr id="134" name="Google Shape;134;p30"/>
          <p:cNvSpPr/>
          <p:nvPr/>
        </p:nvSpPr>
        <p:spPr>
          <a:xfrm>
            <a:off x="0" y="1515825"/>
            <a:ext cx="2943127" cy="241405"/>
          </a:xfrm>
          <a:custGeom>
            <a:rect b="b" l="l" r="r" t="t"/>
            <a:pathLst>
              <a:path extrusionOk="0" h="5859" w="146079">
                <a:moveTo>
                  <a:pt x="1" y="1"/>
                </a:moveTo>
                <a:lnTo>
                  <a:pt x="1" y="5858"/>
                </a:lnTo>
                <a:lnTo>
                  <a:pt x="146079" y="5858"/>
                </a:lnTo>
                <a:lnTo>
                  <a:pt x="146079"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30"/>
          <p:cNvSpPr txBox="1"/>
          <p:nvPr>
            <p:ph idx="1" type="body"/>
          </p:nvPr>
        </p:nvSpPr>
        <p:spPr>
          <a:xfrm>
            <a:off x="609499" y="1973025"/>
            <a:ext cx="3512700" cy="2130900"/>
          </a:xfrm>
          <a:prstGeom prst="rect">
            <a:avLst/>
          </a:prstGeom>
          <a:noFill/>
          <a:ln>
            <a:noFill/>
          </a:ln>
        </p:spPr>
        <p:txBody>
          <a:bodyPr anchorCtr="0" anchor="t" bIns="91425" lIns="91425" spcFirstLastPara="1" rIns="91425" wrap="square" tIns="91425">
            <a:noAutofit/>
          </a:bodyPr>
          <a:lstStyle>
            <a:lvl1pPr indent="-330200" lvl="0" marL="457200" algn="l">
              <a:lnSpc>
                <a:spcPct val="100000"/>
              </a:lnSpc>
              <a:spcBef>
                <a:spcPts val="0"/>
              </a:spcBef>
              <a:spcAft>
                <a:spcPts val="0"/>
              </a:spcAft>
              <a:buSzPts val="1600"/>
              <a:buFont typeface="Raleway SemiBold"/>
              <a:buChar char="●"/>
              <a:defRPr sz="1600"/>
            </a:lvl1pPr>
            <a:lvl2pPr indent="-330200" lvl="1" marL="914400" algn="l">
              <a:lnSpc>
                <a:spcPct val="115000"/>
              </a:lnSpc>
              <a:spcBef>
                <a:spcPts val="0"/>
              </a:spcBef>
              <a:spcAft>
                <a:spcPts val="0"/>
              </a:spcAft>
              <a:buSzPts val="1600"/>
              <a:buFont typeface="Nunito Light"/>
              <a:buChar char="○"/>
              <a:defRPr sz="1600"/>
            </a:lvl2pPr>
            <a:lvl3pPr indent="-330200" lvl="2" marL="1371600" algn="l">
              <a:lnSpc>
                <a:spcPct val="115000"/>
              </a:lnSpc>
              <a:spcBef>
                <a:spcPts val="1600"/>
              </a:spcBef>
              <a:spcAft>
                <a:spcPts val="0"/>
              </a:spcAft>
              <a:buSzPts val="1600"/>
              <a:buFont typeface="Nunito Light"/>
              <a:buChar char="■"/>
              <a:defRPr sz="1600"/>
            </a:lvl3pPr>
            <a:lvl4pPr indent="-330200" lvl="3" marL="1828800" algn="l">
              <a:lnSpc>
                <a:spcPct val="115000"/>
              </a:lnSpc>
              <a:spcBef>
                <a:spcPts val="1600"/>
              </a:spcBef>
              <a:spcAft>
                <a:spcPts val="0"/>
              </a:spcAft>
              <a:buSzPts val="1600"/>
              <a:buFont typeface="Nunito Light"/>
              <a:buChar char="●"/>
              <a:defRPr sz="1600"/>
            </a:lvl4pPr>
            <a:lvl5pPr indent="-330200" lvl="4" marL="2286000" algn="l">
              <a:lnSpc>
                <a:spcPct val="115000"/>
              </a:lnSpc>
              <a:spcBef>
                <a:spcPts val="1600"/>
              </a:spcBef>
              <a:spcAft>
                <a:spcPts val="0"/>
              </a:spcAft>
              <a:buSzPts val="1600"/>
              <a:buFont typeface="Nunito Light"/>
              <a:buChar char="○"/>
              <a:defRPr sz="1600"/>
            </a:lvl5pPr>
            <a:lvl6pPr indent="-330200" lvl="5" marL="2743200" algn="l">
              <a:lnSpc>
                <a:spcPct val="115000"/>
              </a:lnSpc>
              <a:spcBef>
                <a:spcPts val="1600"/>
              </a:spcBef>
              <a:spcAft>
                <a:spcPts val="0"/>
              </a:spcAft>
              <a:buSzPts val="1600"/>
              <a:buFont typeface="Nunito Light"/>
              <a:buChar char="■"/>
              <a:defRPr sz="1600"/>
            </a:lvl6pPr>
            <a:lvl7pPr indent="-330200" lvl="6" marL="3200400" algn="l">
              <a:lnSpc>
                <a:spcPct val="115000"/>
              </a:lnSpc>
              <a:spcBef>
                <a:spcPts val="1600"/>
              </a:spcBef>
              <a:spcAft>
                <a:spcPts val="0"/>
              </a:spcAft>
              <a:buSzPts val="1600"/>
              <a:buFont typeface="Nunito Light"/>
              <a:buChar char="●"/>
              <a:defRPr sz="1600"/>
            </a:lvl7pPr>
            <a:lvl8pPr indent="-330200" lvl="7" marL="3657600" algn="l">
              <a:lnSpc>
                <a:spcPct val="115000"/>
              </a:lnSpc>
              <a:spcBef>
                <a:spcPts val="1600"/>
              </a:spcBef>
              <a:spcAft>
                <a:spcPts val="0"/>
              </a:spcAft>
              <a:buSzPts val="1600"/>
              <a:buFont typeface="Nunito Light"/>
              <a:buChar char="○"/>
              <a:defRPr sz="1600"/>
            </a:lvl8pPr>
            <a:lvl9pPr indent="-330200" lvl="8" marL="4114800" algn="l">
              <a:lnSpc>
                <a:spcPct val="115000"/>
              </a:lnSpc>
              <a:spcBef>
                <a:spcPts val="1600"/>
              </a:spcBef>
              <a:spcAft>
                <a:spcPts val="1600"/>
              </a:spcAft>
              <a:buSzPts val="1600"/>
              <a:buFont typeface="Nunito Light"/>
              <a:buChar char="■"/>
              <a:defRPr sz="1600"/>
            </a:lvl9pPr>
          </a:lstStyle>
          <a:p/>
        </p:txBody>
      </p:sp>
      <p:sp>
        <p:nvSpPr>
          <p:cNvPr id="136" name="Google Shape;136;p30"/>
          <p:cNvSpPr txBox="1"/>
          <p:nvPr>
            <p:ph type="title"/>
          </p:nvPr>
        </p:nvSpPr>
        <p:spPr>
          <a:xfrm>
            <a:off x="560825" y="1168325"/>
            <a:ext cx="3561300" cy="669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sz="3000">
                <a:solidFill>
                  <a:srgbClr val="4C67ED"/>
                </a:solidFill>
              </a:defRPr>
            </a:lvl1pPr>
            <a:lvl2pPr lvl="1" algn="l">
              <a:lnSpc>
                <a:spcPct val="100000"/>
              </a:lnSpc>
              <a:spcBef>
                <a:spcPts val="0"/>
              </a:spcBef>
              <a:spcAft>
                <a:spcPts val="0"/>
              </a:spcAft>
              <a:buSzPts val="2800"/>
              <a:buNone/>
              <a:defRPr sz="3000"/>
            </a:lvl2pPr>
            <a:lvl3pPr lvl="2" algn="l">
              <a:lnSpc>
                <a:spcPct val="100000"/>
              </a:lnSpc>
              <a:spcBef>
                <a:spcPts val="0"/>
              </a:spcBef>
              <a:spcAft>
                <a:spcPts val="0"/>
              </a:spcAft>
              <a:buSzPts val="2800"/>
              <a:buNone/>
              <a:defRPr sz="3000"/>
            </a:lvl3pPr>
            <a:lvl4pPr lvl="3" algn="l">
              <a:lnSpc>
                <a:spcPct val="100000"/>
              </a:lnSpc>
              <a:spcBef>
                <a:spcPts val="0"/>
              </a:spcBef>
              <a:spcAft>
                <a:spcPts val="0"/>
              </a:spcAft>
              <a:buSzPts val="2800"/>
              <a:buNone/>
              <a:defRPr sz="3000"/>
            </a:lvl4pPr>
            <a:lvl5pPr lvl="4" algn="l">
              <a:lnSpc>
                <a:spcPct val="100000"/>
              </a:lnSpc>
              <a:spcBef>
                <a:spcPts val="0"/>
              </a:spcBef>
              <a:spcAft>
                <a:spcPts val="0"/>
              </a:spcAft>
              <a:buSzPts val="2800"/>
              <a:buNone/>
              <a:defRPr sz="3000"/>
            </a:lvl5pPr>
            <a:lvl6pPr lvl="5" algn="l">
              <a:lnSpc>
                <a:spcPct val="100000"/>
              </a:lnSpc>
              <a:spcBef>
                <a:spcPts val="0"/>
              </a:spcBef>
              <a:spcAft>
                <a:spcPts val="0"/>
              </a:spcAft>
              <a:buSzPts val="2800"/>
              <a:buNone/>
              <a:defRPr sz="3000"/>
            </a:lvl6pPr>
            <a:lvl7pPr lvl="6" algn="l">
              <a:lnSpc>
                <a:spcPct val="100000"/>
              </a:lnSpc>
              <a:spcBef>
                <a:spcPts val="0"/>
              </a:spcBef>
              <a:spcAft>
                <a:spcPts val="0"/>
              </a:spcAft>
              <a:buSzPts val="2800"/>
              <a:buNone/>
              <a:defRPr sz="3000"/>
            </a:lvl7pPr>
            <a:lvl8pPr lvl="7" algn="l">
              <a:lnSpc>
                <a:spcPct val="100000"/>
              </a:lnSpc>
              <a:spcBef>
                <a:spcPts val="0"/>
              </a:spcBef>
              <a:spcAft>
                <a:spcPts val="0"/>
              </a:spcAft>
              <a:buSzPts val="2800"/>
              <a:buNone/>
              <a:defRPr sz="3000"/>
            </a:lvl8pPr>
            <a:lvl9pPr lvl="8" algn="l">
              <a:lnSpc>
                <a:spcPct val="100000"/>
              </a:lnSpc>
              <a:spcBef>
                <a:spcPts val="0"/>
              </a:spcBef>
              <a:spcAft>
                <a:spcPts val="0"/>
              </a:spcAft>
              <a:buSzPts val="2800"/>
              <a:buNone/>
              <a:defRPr sz="30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dea principal">
  <p:cSld name="MAIN_POINT_1">
    <p:spTree>
      <p:nvGrpSpPr>
        <p:cNvPr id="137" name="Shape 137"/>
        <p:cNvGrpSpPr/>
        <p:nvPr/>
      </p:nvGrpSpPr>
      <p:grpSpPr>
        <a:xfrm>
          <a:off x="0" y="0"/>
          <a:ext cx="0" cy="0"/>
          <a:chOff x="0" y="0"/>
          <a:chExt cx="0" cy="0"/>
        </a:xfrm>
      </p:grpSpPr>
      <p:sp>
        <p:nvSpPr>
          <p:cNvPr id="138" name="Google Shape;138;p31"/>
          <p:cNvSpPr/>
          <p:nvPr/>
        </p:nvSpPr>
        <p:spPr>
          <a:xfrm flipH="1">
            <a:off x="27" y="323033"/>
            <a:ext cx="1183740" cy="355315"/>
          </a:xfrm>
          <a:custGeom>
            <a:rect b="b" l="l" r="r" t="t"/>
            <a:pathLst>
              <a:path extrusionOk="0" h="2763" w="9205">
                <a:moveTo>
                  <a:pt x="1" y="0"/>
                </a:moveTo>
                <a:lnTo>
                  <a:pt x="1" y="2762"/>
                </a:lnTo>
                <a:lnTo>
                  <a:pt x="9204" y="2762"/>
                </a:lnTo>
                <a:lnTo>
                  <a:pt x="9204"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31"/>
          <p:cNvSpPr/>
          <p:nvPr/>
        </p:nvSpPr>
        <p:spPr>
          <a:xfrm flipH="1">
            <a:off x="3" y="912525"/>
            <a:ext cx="3076570" cy="355301"/>
          </a:xfrm>
          <a:custGeom>
            <a:rect b="b" l="l" r="r" t="t"/>
            <a:pathLst>
              <a:path extrusionOk="0" h="2763" w="15325">
                <a:moveTo>
                  <a:pt x="1" y="0"/>
                </a:moveTo>
                <a:lnTo>
                  <a:pt x="1" y="2762"/>
                </a:lnTo>
                <a:lnTo>
                  <a:pt x="15324" y="2762"/>
                </a:lnTo>
                <a:lnTo>
                  <a:pt x="15324"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31"/>
          <p:cNvSpPr/>
          <p:nvPr/>
        </p:nvSpPr>
        <p:spPr>
          <a:xfrm flipH="1">
            <a:off x="-4"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31"/>
          <p:cNvSpPr/>
          <p:nvPr/>
        </p:nvSpPr>
        <p:spPr>
          <a:xfrm flipH="1">
            <a:off x="67151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p31"/>
          <p:cNvSpPr/>
          <p:nvPr/>
        </p:nvSpPr>
        <p:spPr>
          <a:xfrm flipH="1">
            <a:off x="1229469"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 name="Google Shape;143;p31"/>
          <p:cNvSpPr/>
          <p:nvPr/>
        </p:nvSpPr>
        <p:spPr>
          <a:xfrm flipH="1">
            <a:off x="66"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4" name="Google Shape;144;p31"/>
          <p:cNvSpPr/>
          <p:nvPr/>
        </p:nvSpPr>
        <p:spPr>
          <a:xfrm flipH="1">
            <a:off x="23" y="1500450"/>
            <a:ext cx="1038298" cy="356872"/>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 name="Google Shape;145;p31"/>
          <p:cNvSpPr/>
          <p:nvPr/>
        </p:nvSpPr>
        <p:spPr>
          <a:xfrm flipH="1">
            <a:off x="29" y="3268778"/>
            <a:ext cx="1104138" cy="355443"/>
          </a:xfrm>
          <a:custGeom>
            <a:rect b="b" l="l" r="r" t="t"/>
            <a:pathLst>
              <a:path extrusionOk="0" h="2764" w="8586">
                <a:moveTo>
                  <a:pt x="1" y="1"/>
                </a:moveTo>
                <a:lnTo>
                  <a:pt x="1" y="2763"/>
                </a:lnTo>
                <a:lnTo>
                  <a:pt x="8585" y="2763"/>
                </a:lnTo>
                <a:lnTo>
                  <a:pt x="8585" y="1"/>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 name="Google Shape;146;p31"/>
          <p:cNvSpPr/>
          <p:nvPr/>
        </p:nvSpPr>
        <p:spPr>
          <a:xfrm flipH="1">
            <a:off x="1299941" y="3268775"/>
            <a:ext cx="490759"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7" name="Google Shape;147;p31"/>
          <p:cNvSpPr/>
          <p:nvPr/>
        </p:nvSpPr>
        <p:spPr>
          <a:xfrm flipH="1">
            <a:off x="13" y="3858250"/>
            <a:ext cx="1457311" cy="355322"/>
          </a:xfrm>
          <a:custGeom>
            <a:rect b="b" l="l" r="r" t="t"/>
            <a:pathLst>
              <a:path extrusionOk="0" h="2763" w="12348">
                <a:moveTo>
                  <a:pt x="0" y="1"/>
                </a:moveTo>
                <a:lnTo>
                  <a:pt x="0" y="2763"/>
                </a:lnTo>
                <a:lnTo>
                  <a:pt x="12347" y="2763"/>
                </a:lnTo>
                <a:lnTo>
                  <a:pt x="123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31"/>
          <p:cNvSpPr/>
          <p:nvPr/>
        </p:nvSpPr>
        <p:spPr>
          <a:xfrm flipH="1">
            <a:off x="7377202" y="3858250"/>
            <a:ext cx="1766704" cy="355322"/>
          </a:xfrm>
          <a:custGeom>
            <a:rect b="b" l="l" r="r" t="t"/>
            <a:pathLst>
              <a:path extrusionOk="0" h="2763" w="15325">
                <a:moveTo>
                  <a:pt x="1" y="1"/>
                </a:moveTo>
                <a:lnTo>
                  <a:pt x="1" y="2763"/>
                </a:lnTo>
                <a:lnTo>
                  <a:pt x="15324" y="2763"/>
                </a:lnTo>
                <a:lnTo>
                  <a:pt x="1532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31"/>
          <p:cNvSpPr/>
          <p:nvPr/>
        </p:nvSpPr>
        <p:spPr>
          <a:xfrm flipH="1">
            <a:off x="7488607" y="2679300"/>
            <a:ext cx="1655292" cy="355450"/>
          </a:xfrm>
          <a:custGeom>
            <a:rect b="b" l="l" r="r" t="t"/>
            <a:pathLst>
              <a:path extrusionOk="0" h="2764" w="15325">
                <a:moveTo>
                  <a:pt x="1" y="1"/>
                </a:moveTo>
                <a:lnTo>
                  <a:pt x="1" y="2763"/>
                </a:lnTo>
                <a:lnTo>
                  <a:pt x="15324" y="2763"/>
                </a:lnTo>
                <a:lnTo>
                  <a:pt x="15324" y="1"/>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0" name="Google Shape;150;p31"/>
          <p:cNvSpPr/>
          <p:nvPr/>
        </p:nvSpPr>
        <p:spPr>
          <a:xfrm flipH="1">
            <a:off x="8105584" y="3268775"/>
            <a:ext cx="1038298" cy="355450"/>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1" name="Google Shape;151;p31"/>
          <p:cNvSpPr/>
          <p:nvPr/>
        </p:nvSpPr>
        <p:spPr>
          <a:xfrm flipH="1">
            <a:off x="8039752"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31"/>
          <p:cNvSpPr/>
          <p:nvPr/>
        </p:nvSpPr>
        <p:spPr>
          <a:xfrm flipH="1">
            <a:off x="5478250" y="1500456"/>
            <a:ext cx="2365680" cy="356858"/>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31"/>
          <p:cNvSpPr/>
          <p:nvPr/>
        </p:nvSpPr>
        <p:spPr>
          <a:xfrm flipH="1">
            <a:off x="6896105" y="912525"/>
            <a:ext cx="2247799" cy="355301"/>
          </a:xfrm>
          <a:custGeom>
            <a:rect b="b" l="l" r="r" t="t"/>
            <a:pathLst>
              <a:path extrusionOk="0" h="2763" w="12348">
                <a:moveTo>
                  <a:pt x="1" y="0"/>
                </a:moveTo>
                <a:lnTo>
                  <a:pt x="1" y="2762"/>
                </a:lnTo>
                <a:lnTo>
                  <a:pt x="12348" y="2762"/>
                </a:lnTo>
                <a:lnTo>
                  <a:pt x="12348"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4" name="Google Shape;154;p31"/>
          <p:cNvSpPr/>
          <p:nvPr/>
        </p:nvSpPr>
        <p:spPr>
          <a:xfrm flipH="1">
            <a:off x="3895732" y="323025"/>
            <a:ext cx="4819643" cy="355322"/>
          </a:xfrm>
          <a:custGeom>
            <a:rect b="b" l="l" r="r" t="t"/>
            <a:pathLst>
              <a:path extrusionOk="0" h="2763" w="18087">
                <a:moveTo>
                  <a:pt x="1" y="0"/>
                </a:moveTo>
                <a:lnTo>
                  <a:pt x="1" y="2762"/>
                </a:lnTo>
                <a:lnTo>
                  <a:pt x="18087" y="2762"/>
                </a:lnTo>
                <a:lnTo>
                  <a:pt x="18087"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31"/>
          <p:cNvSpPr/>
          <p:nvPr/>
        </p:nvSpPr>
        <p:spPr>
          <a:xfrm flipH="1">
            <a:off x="2611243" y="4446200"/>
            <a:ext cx="6532757" cy="356851"/>
          </a:xfrm>
          <a:custGeom>
            <a:rect b="b" l="l" r="r" t="t"/>
            <a:pathLst>
              <a:path extrusionOk="0" h="2775" w="16884">
                <a:moveTo>
                  <a:pt x="0" y="1"/>
                </a:moveTo>
                <a:lnTo>
                  <a:pt x="0" y="2775"/>
                </a:lnTo>
                <a:lnTo>
                  <a:pt x="16883" y="2775"/>
                </a:lnTo>
                <a:lnTo>
                  <a:pt x="1688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31"/>
          <p:cNvSpPr/>
          <p:nvPr/>
        </p:nvSpPr>
        <p:spPr>
          <a:xfrm>
            <a:off x="2094068" y="1123143"/>
            <a:ext cx="4955589" cy="3012341"/>
          </a:xfrm>
          <a:custGeom>
            <a:rect b="b" l="l" r="r" t="t"/>
            <a:pathLst>
              <a:path extrusionOk="0" h="92191" w="151663">
                <a:moveTo>
                  <a:pt x="0" y="0"/>
                </a:moveTo>
                <a:lnTo>
                  <a:pt x="0" y="92190"/>
                </a:lnTo>
                <a:lnTo>
                  <a:pt x="151662" y="92190"/>
                </a:lnTo>
                <a:lnTo>
                  <a:pt x="15166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7" name="Google Shape;157;p31"/>
          <p:cNvSpPr/>
          <p:nvPr/>
        </p:nvSpPr>
        <p:spPr>
          <a:xfrm flipH="1">
            <a:off x="1647812" y="3858250"/>
            <a:ext cx="1766688" cy="355322"/>
          </a:xfrm>
          <a:custGeom>
            <a:rect b="b" l="l" r="r" t="t"/>
            <a:pathLst>
              <a:path extrusionOk="0" h="2763" w="12443">
                <a:moveTo>
                  <a:pt x="0" y="1"/>
                </a:moveTo>
                <a:lnTo>
                  <a:pt x="0" y="2763"/>
                </a:lnTo>
                <a:lnTo>
                  <a:pt x="12442" y="2763"/>
                </a:lnTo>
                <a:lnTo>
                  <a:pt x="12442"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31"/>
          <p:cNvSpPr/>
          <p:nvPr/>
        </p:nvSpPr>
        <p:spPr>
          <a:xfrm flipH="1">
            <a:off x="6667517" y="3268775"/>
            <a:ext cx="1246883" cy="355450"/>
          </a:xfrm>
          <a:custGeom>
            <a:rect b="b" l="l" r="r" t="t"/>
            <a:pathLst>
              <a:path extrusionOk="0" h="2764" w="18027">
                <a:moveTo>
                  <a:pt x="1" y="1"/>
                </a:moveTo>
                <a:lnTo>
                  <a:pt x="1" y="2763"/>
                </a:lnTo>
                <a:lnTo>
                  <a:pt x="18027" y="2763"/>
                </a:lnTo>
                <a:lnTo>
                  <a:pt x="18027"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31"/>
          <p:cNvSpPr/>
          <p:nvPr/>
        </p:nvSpPr>
        <p:spPr>
          <a:xfrm flipH="1">
            <a:off x="5729417" y="912525"/>
            <a:ext cx="985703" cy="355301"/>
          </a:xfrm>
          <a:custGeom>
            <a:rect b="b" l="l" r="r" t="t"/>
            <a:pathLst>
              <a:path extrusionOk="0" h="2763" w="12443">
                <a:moveTo>
                  <a:pt x="1" y="0"/>
                </a:moveTo>
                <a:lnTo>
                  <a:pt x="1" y="2762"/>
                </a:lnTo>
                <a:lnTo>
                  <a:pt x="12443" y="2762"/>
                </a:lnTo>
                <a:lnTo>
                  <a:pt x="12443"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0" name="Google Shape;160;p31"/>
          <p:cNvSpPr txBox="1"/>
          <p:nvPr>
            <p:ph idx="1" type="subTitle"/>
          </p:nvPr>
        </p:nvSpPr>
        <p:spPr>
          <a:xfrm flipH="1">
            <a:off x="2521800" y="2340324"/>
            <a:ext cx="4100400" cy="808500"/>
          </a:xfrm>
          <a:prstGeom prst="rect">
            <a:avLst/>
          </a:prstGeom>
          <a:noFill/>
          <a:ln>
            <a:noFill/>
          </a:ln>
        </p:spPr>
        <p:txBody>
          <a:bodyPr anchorCtr="0" anchor="ctr" bIns="0" lIns="91425" spcFirstLastPara="1" rIns="91425" wrap="square" tIns="0">
            <a:noAutofit/>
          </a:bodyPr>
          <a:lstStyle>
            <a:lvl1pPr lvl="0" algn="ctr">
              <a:lnSpc>
                <a:spcPct val="100000"/>
              </a:lnSpc>
              <a:spcBef>
                <a:spcPts val="0"/>
              </a:spcBef>
              <a:spcAft>
                <a:spcPts val="0"/>
              </a:spcAft>
              <a:buClr>
                <a:schemeClr val="dk1"/>
              </a:buClr>
              <a:buSzPts val="1800"/>
              <a:buFont typeface="Overpass Mono"/>
              <a:buNone/>
              <a:defRPr b="1" sz="1600">
                <a:solidFill>
                  <a:schemeClr val="dk1"/>
                </a:solidFill>
                <a:latin typeface="Overpass Mono"/>
                <a:ea typeface="Overpass Mono"/>
                <a:cs typeface="Overpass Mono"/>
                <a:sym typeface="Overpass Mono"/>
              </a:defRPr>
            </a:lvl1pPr>
            <a:lvl2pPr lvl="1" algn="r">
              <a:lnSpc>
                <a:spcPct val="100000"/>
              </a:lnSpc>
              <a:spcBef>
                <a:spcPts val="0"/>
              </a:spcBef>
              <a:spcAft>
                <a:spcPts val="0"/>
              </a:spcAft>
              <a:buClr>
                <a:schemeClr val="dk1"/>
              </a:buClr>
              <a:buSzPts val="1400"/>
              <a:buNone/>
              <a:defRPr>
                <a:solidFill>
                  <a:schemeClr val="dk1"/>
                </a:solidFill>
              </a:defRPr>
            </a:lvl2pPr>
            <a:lvl3pPr lvl="2" algn="r">
              <a:lnSpc>
                <a:spcPct val="100000"/>
              </a:lnSpc>
              <a:spcBef>
                <a:spcPts val="0"/>
              </a:spcBef>
              <a:spcAft>
                <a:spcPts val="0"/>
              </a:spcAft>
              <a:buClr>
                <a:schemeClr val="dk1"/>
              </a:buClr>
              <a:buSzPts val="1400"/>
              <a:buNone/>
              <a:defRPr>
                <a:solidFill>
                  <a:schemeClr val="dk1"/>
                </a:solidFill>
              </a:defRPr>
            </a:lvl3pPr>
            <a:lvl4pPr lvl="3" algn="r">
              <a:lnSpc>
                <a:spcPct val="100000"/>
              </a:lnSpc>
              <a:spcBef>
                <a:spcPts val="0"/>
              </a:spcBef>
              <a:spcAft>
                <a:spcPts val="0"/>
              </a:spcAft>
              <a:buClr>
                <a:schemeClr val="dk1"/>
              </a:buClr>
              <a:buSzPts val="1400"/>
              <a:buNone/>
              <a:defRPr>
                <a:solidFill>
                  <a:schemeClr val="dk1"/>
                </a:solidFill>
              </a:defRPr>
            </a:lvl4pPr>
            <a:lvl5pPr lvl="4" algn="r">
              <a:lnSpc>
                <a:spcPct val="100000"/>
              </a:lnSpc>
              <a:spcBef>
                <a:spcPts val="0"/>
              </a:spcBef>
              <a:spcAft>
                <a:spcPts val="0"/>
              </a:spcAft>
              <a:buClr>
                <a:schemeClr val="dk1"/>
              </a:buClr>
              <a:buSzPts val="1400"/>
              <a:buNone/>
              <a:defRPr>
                <a:solidFill>
                  <a:schemeClr val="dk1"/>
                </a:solidFill>
              </a:defRPr>
            </a:lvl5pPr>
            <a:lvl6pPr lvl="5" algn="r">
              <a:lnSpc>
                <a:spcPct val="100000"/>
              </a:lnSpc>
              <a:spcBef>
                <a:spcPts val="0"/>
              </a:spcBef>
              <a:spcAft>
                <a:spcPts val="0"/>
              </a:spcAft>
              <a:buClr>
                <a:schemeClr val="dk1"/>
              </a:buClr>
              <a:buSzPts val="1400"/>
              <a:buNone/>
              <a:defRPr>
                <a:solidFill>
                  <a:schemeClr val="dk1"/>
                </a:solidFill>
              </a:defRPr>
            </a:lvl6pPr>
            <a:lvl7pPr lvl="6" algn="r">
              <a:lnSpc>
                <a:spcPct val="100000"/>
              </a:lnSpc>
              <a:spcBef>
                <a:spcPts val="0"/>
              </a:spcBef>
              <a:spcAft>
                <a:spcPts val="0"/>
              </a:spcAft>
              <a:buClr>
                <a:schemeClr val="dk1"/>
              </a:buClr>
              <a:buSzPts val="1400"/>
              <a:buNone/>
              <a:defRPr>
                <a:solidFill>
                  <a:schemeClr val="dk1"/>
                </a:solidFill>
              </a:defRPr>
            </a:lvl7pPr>
            <a:lvl8pPr lvl="7" algn="r">
              <a:lnSpc>
                <a:spcPct val="100000"/>
              </a:lnSpc>
              <a:spcBef>
                <a:spcPts val="0"/>
              </a:spcBef>
              <a:spcAft>
                <a:spcPts val="0"/>
              </a:spcAft>
              <a:buClr>
                <a:schemeClr val="dk1"/>
              </a:buClr>
              <a:buSzPts val="1400"/>
              <a:buNone/>
              <a:defRPr>
                <a:solidFill>
                  <a:schemeClr val="dk1"/>
                </a:solidFill>
              </a:defRPr>
            </a:lvl8pPr>
            <a:lvl9pPr lvl="8" algn="r">
              <a:lnSpc>
                <a:spcPct val="100000"/>
              </a:lnSpc>
              <a:spcBef>
                <a:spcPts val="0"/>
              </a:spcBef>
              <a:spcAft>
                <a:spcPts val="0"/>
              </a:spcAft>
              <a:buClr>
                <a:schemeClr val="dk1"/>
              </a:buClr>
              <a:buSzPts val="1400"/>
              <a:buNone/>
              <a:defRPr>
                <a:solidFill>
                  <a:schemeClr val="dk1"/>
                </a:solidFill>
              </a:defRPr>
            </a:lvl9pPr>
          </a:lstStyle>
          <a:p/>
        </p:txBody>
      </p:sp>
      <p:sp>
        <p:nvSpPr>
          <p:cNvPr id="161" name="Google Shape;161;p31"/>
          <p:cNvSpPr txBox="1"/>
          <p:nvPr>
            <p:ph type="title"/>
          </p:nvPr>
        </p:nvSpPr>
        <p:spPr>
          <a:xfrm>
            <a:off x="2521800" y="3221225"/>
            <a:ext cx="4100400" cy="4029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2800"/>
              <a:buNone/>
              <a:defRPr b="0" sz="2200">
                <a:solidFill>
                  <a:schemeClr val="dk1"/>
                </a:solidFill>
                <a:latin typeface="Anaheim"/>
                <a:ea typeface="Anaheim"/>
                <a:cs typeface="Anaheim"/>
                <a:sym typeface="Anaheim"/>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3">
    <p:spTree>
      <p:nvGrpSpPr>
        <p:cNvPr id="162" name="Shape 162"/>
        <p:cNvGrpSpPr/>
        <p:nvPr/>
      </p:nvGrpSpPr>
      <p:grpSpPr>
        <a:xfrm>
          <a:off x="0" y="0"/>
          <a:ext cx="0" cy="0"/>
          <a:chOff x="0" y="0"/>
          <a:chExt cx="0" cy="0"/>
        </a:xfrm>
      </p:grpSpPr>
      <p:sp>
        <p:nvSpPr>
          <p:cNvPr id="163" name="Google Shape;163;p39"/>
          <p:cNvSpPr/>
          <p:nvPr/>
        </p:nvSpPr>
        <p:spPr>
          <a:xfrm>
            <a:off x="0" y="4357775"/>
            <a:ext cx="6633906" cy="785368"/>
          </a:xfrm>
          <a:custGeom>
            <a:rect b="b" l="l" r="r" t="t"/>
            <a:pathLst>
              <a:path extrusionOk="0" h="16396" w="17241">
                <a:moveTo>
                  <a:pt x="0" y="1"/>
                </a:moveTo>
                <a:lnTo>
                  <a:pt x="0" y="16396"/>
                </a:lnTo>
                <a:lnTo>
                  <a:pt x="17240" y="16396"/>
                </a:lnTo>
                <a:lnTo>
                  <a:pt x="17240"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 name="Google Shape;164;p39"/>
          <p:cNvSpPr/>
          <p:nvPr/>
        </p:nvSpPr>
        <p:spPr>
          <a:xfrm>
            <a:off x="8355575" y="4357775"/>
            <a:ext cx="788431" cy="785368"/>
          </a:xfrm>
          <a:custGeom>
            <a:rect b="b" l="l" r="r" t="t"/>
            <a:pathLst>
              <a:path extrusionOk="0" h="16396" w="17241">
                <a:moveTo>
                  <a:pt x="0" y="1"/>
                </a:moveTo>
                <a:lnTo>
                  <a:pt x="0" y="16396"/>
                </a:lnTo>
                <a:lnTo>
                  <a:pt x="17240" y="16396"/>
                </a:lnTo>
                <a:lnTo>
                  <a:pt x="1724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 name="Google Shape;165;p39"/>
          <p:cNvSpPr/>
          <p:nvPr/>
        </p:nvSpPr>
        <p:spPr>
          <a:xfrm>
            <a:off x="1923700" y="0"/>
            <a:ext cx="7220221" cy="2724140"/>
          </a:xfrm>
          <a:custGeom>
            <a:rect b="b" l="l" r="r" t="t"/>
            <a:pathLst>
              <a:path extrusionOk="0" h="24170" w="52686">
                <a:moveTo>
                  <a:pt x="1" y="0"/>
                </a:moveTo>
                <a:lnTo>
                  <a:pt x="1" y="24170"/>
                </a:lnTo>
                <a:lnTo>
                  <a:pt x="52686" y="24170"/>
                </a:lnTo>
                <a:lnTo>
                  <a:pt x="52686"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9"/>
          <p:cNvSpPr txBox="1"/>
          <p:nvPr>
            <p:ph type="title"/>
          </p:nvPr>
        </p:nvSpPr>
        <p:spPr>
          <a:xfrm>
            <a:off x="2951850" y="700250"/>
            <a:ext cx="32403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4300"/>
            </a:lvl1pPr>
            <a:lvl2pPr lvl="1" algn="ctr">
              <a:lnSpc>
                <a:spcPct val="100000"/>
              </a:lnSpc>
              <a:spcBef>
                <a:spcPts val="0"/>
              </a:spcBef>
              <a:spcAft>
                <a:spcPts val="0"/>
              </a:spcAft>
              <a:buSzPts val="2800"/>
              <a:buNone/>
              <a:defRPr sz="3000">
                <a:solidFill>
                  <a:schemeClr val="dk1"/>
                </a:solidFill>
              </a:defRPr>
            </a:lvl2pPr>
            <a:lvl3pPr lvl="2" algn="ctr">
              <a:lnSpc>
                <a:spcPct val="100000"/>
              </a:lnSpc>
              <a:spcBef>
                <a:spcPts val="0"/>
              </a:spcBef>
              <a:spcAft>
                <a:spcPts val="0"/>
              </a:spcAft>
              <a:buSzPts val="2800"/>
              <a:buNone/>
              <a:defRPr sz="3000">
                <a:solidFill>
                  <a:schemeClr val="dk1"/>
                </a:solidFill>
              </a:defRPr>
            </a:lvl3pPr>
            <a:lvl4pPr lvl="3" algn="ctr">
              <a:lnSpc>
                <a:spcPct val="100000"/>
              </a:lnSpc>
              <a:spcBef>
                <a:spcPts val="0"/>
              </a:spcBef>
              <a:spcAft>
                <a:spcPts val="0"/>
              </a:spcAft>
              <a:buSzPts val="2800"/>
              <a:buNone/>
              <a:defRPr sz="3000">
                <a:solidFill>
                  <a:schemeClr val="dk1"/>
                </a:solidFill>
              </a:defRPr>
            </a:lvl4pPr>
            <a:lvl5pPr lvl="4" algn="ctr">
              <a:lnSpc>
                <a:spcPct val="100000"/>
              </a:lnSpc>
              <a:spcBef>
                <a:spcPts val="0"/>
              </a:spcBef>
              <a:spcAft>
                <a:spcPts val="0"/>
              </a:spcAft>
              <a:buSzPts val="2800"/>
              <a:buNone/>
              <a:defRPr sz="3000">
                <a:solidFill>
                  <a:schemeClr val="dk1"/>
                </a:solidFill>
              </a:defRPr>
            </a:lvl5pPr>
            <a:lvl6pPr lvl="5" algn="ctr">
              <a:lnSpc>
                <a:spcPct val="100000"/>
              </a:lnSpc>
              <a:spcBef>
                <a:spcPts val="0"/>
              </a:spcBef>
              <a:spcAft>
                <a:spcPts val="0"/>
              </a:spcAft>
              <a:buSzPts val="2800"/>
              <a:buNone/>
              <a:defRPr sz="3000">
                <a:solidFill>
                  <a:schemeClr val="dk1"/>
                </a:solidFill>
              </a:defRPr>
            </a:lvl6pPr>
            <a:lvl7pPr lvl="6" algn="ctr">
              <a:lnSpc>
                <a:spcPct val="100000"/>
              </a:lnSpc>
              <a:spcBef>
                <a:spcPts val="0"/>
              </a:spcBef>
              <a:spcAft>
                <a:spcPts val="0"/>
              </a:spcAft>
              <a:buSzPts val="2800"/>
              <a:buNone/>
              <a:defRPr sz="3000">
                <a:solidFill>
                  <a:schemeClr val="dk1"/>
                </a:solidFill>
              </a:defRPr>
            </a:lvl7pPr>
            <a:lvl8pPr lvl="7" algn="ctr">
              <a:lnSpc>
                <a:spcPct val="100000"/>
              </a:lnSpc>
              <a:spcBef>
                <a:spcPts val="0"/>
              </a:spcBef>
              <a:spcAft>
                <a:spcPts val="0"/>
              </a:spcAft>
              <a:buSzPts val="2800"/>
              <a:buNone/>
              <a:defRPr sz="3000">
                <a:solidFill>
                  <a:schemeClr val="dk1"/>
                </a:solidFill>
              </a:defRPr>
            </a:lvl8pPr>
            <a:lvl9pPr lvl="8" algn="ctr">
              <a:lnSpc>
                <a:spcPct val="100000"/>
              </a:lnSpc>
              <a:spcBef>
                <a:spcPts val="0"/>
              </a:spcBef>
              <a:spcAft>
                <a:spcPts val="0"/>
              </a:spcAft>
              <a:buSzPts val="2800"/>
              <a:buNone/>
              <a:defRPr sz="3000">
                <a:solidFill>
                  <a:schemeClr val="dk1"/>
                </a:solidFill>
              </a:defRPr>
            </a:lvl9pPr>
          </a:lstStyle>
          <a:p/>
        </p:txBody>
      </p:sp>
      <p:sp>
        <p:nvSpPr>
          <p:cNvPr id="167" name="Google Shape;167;p39"/>
          <p:cNvSpPr txBox="1"/>
          <p:nvPr>
            <p:ph idx="1" type="subTitle"/>
          </p:nvPr>
        </p:nvSpPr>
        <p:spPr>
          <a:xfrm>
            <a:off x="2951850" y="1515875"/>
            <a:ext cx="3240300" cy="12084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Clr>
                <a:schemeClr val="dk1"/>
              </a:buClr>
              <a:buSzPts val="3000"/>
              <a:buNone/>
              <a:defRPr sz="160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168" name="Google Shape;168;p39"/>
          <p:cNvSpPr/>
          <p:nvPr/>
        </p:nvSpPr>
        <p:spPr>
          <a:xfrm>
            <a:off x="7377200"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9" name="Google Shape;169;p39"/>
          <p:cNvSpPr/>
          <p:nvPr/>
        </p:nvSpPr>
        <p:spPr>
          <a:xfrm>
            <a:off x="3570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 name="Google Shape;170;p39"/>
          <p:cNvSpPr/>
          <p:nvPr/>
        </p:nvSpPr>
        <p:spPr>
          <a:xfrm>
            <a:off x="6810278"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39"/>
          <p:cNvSpPr/>
          <p:nvPr/>
        </p:nvSpPr>
        <p:spPr>
          <a:xfrm>
            <a:off x="6896029"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 name="Google Shape;172;p39"/>
          <p:cNvSpPr/>
          <p:nvPr/>
        </p:nvSpPr>
        <p:spPr>
          <a:xfrm>
            <a:off x="8105579" y="1500450"/>
            <a:ext cx="1038298" cy="356872"/>
          </a:xfrm>
          <a:custGeom>
            <a:rect b="b" l="l" r="r" t="t"/>
            <a:pathLst>
              <a:path extrusionOk="0" h="2775" w="2882">
                <a:moveTo>
                  <a:pt x="1" y="0"/>
                </a:moveTo>
                <a:lnTo>
                  <a:pt x="1" y="2774"/>
                </a:lnTo>
                <a:lnTo>
                  <a:pt x="2882" y="2774"/>
                </a:lnTo>
                <a:lnTo>
                  <a:pt x="2882" y="0"/>
                </a:lnTo>
                <a:close/>
              </a:path>
            </a:pathLst>
          </a:custGeom>
          <a:solidFill>
            <a:srgbClr val="FFFFF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39"/>
          <p:cNvSpPr/>
          <p:nvPr/>
        </p:nvSpPr>
        <p:spPr>
          <a:xfrm>
            <a:off x="6739789"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 name="Google Shape;174;p39"/>
          <p:cNvSpPr/>
          <p:nvPr/>
        </p:nvSpPr>
        <p:spPr>
          <a:xfrm>
            <a:off x="18" y="3268775"/>
            <a:ext cx="1038298" cy="355450"/>
          </a:xfrm>
          <a:custGeom>
            <a:rect b="b" l="l" r="r" t="t"/>
            <a:pathLst>
              <a:path extrusionOk="0" h="2764" w="2882">
                <a:moveTo>
                  <a:pt x="0" y="1"/>
                </a:moveTo>
                <a:lnTo>
                  <a:pt x="0" y="2763"/>
                </a:lnTo>
                <a:lnTo>
                  <a:pt x="2881" y="2763"/>
                </a:lnTo>
                <a:lnTo>
                  <a:pt x="2881" y="1"/>
                </a:lnTo>
                <a:close/>
              </a:path>
            </a:pathLst>
          </a:custGeom>
          <a:solidFill>
            <a:srgbClr val="FFFFF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39"/>
          <p:cNvSpPr/>
          <p:nvPr/>
        </p:nvSpPr>
        <p:spPr>
          <a:xfrm>
            <a:off x="10"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39"/>
          <p:cNvSpPr/>
          <p:nvPr/>
        </p:nvSpPr>
        <p:spPr>
          <a:xfrm>
            <a:off x="1299972" y="1500450"/>
            <a:ext cx="490621" cy="356872"/>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77" name="Shape 177"/>
        <p:cNvGrpSpPr/>
        <p:nvPr/>
      </p:nvGrpSpPr>
      <p:grpSpPr>
        <a:xfrm>
          <a:off x="0" y="0"/>
          <a:ext cx="0" cy="0"/>
          <a:chOff x="0" y="0"/>
          <a:chExt cx="0" cy="0"/>
        </a:xfrm>
      </p:grpSpPr>
      <p:sp>
        <p:nvSpPr>
          <p:cNvPr id="178" name="Google Shape;178;p40"/>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79" name="Shape 179"/>
        <p:cNvGrpSpPr/>
        <p:nvPr/>
      </p:nvGrpSpPr>
      <p:grpSpPr>
        <a:xfrm>
          <a:off x="0" y="0"/>
          <a:ext cx="0" cy="0"/>
          <a:chOff x="0" y="0"/>
          <a:chExt cx="0" cy="0"/>
        </a:xfrm>
      </p:grpSpPr>
      <p:sp>
        <p:nvSpPr>
          <p:cNvPr id="180" name="Google Shape;180;p41"/>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181" name="Google Shape;181;p41"/>
          <p:cNvSpPr txBox="1"/>
          <p:nvPr>
            <p:ph idx="1" type="subTitle"/>
          </p:nvPr>
        </p:nvSpPr>
        <p:spPr>
          <a:xfrm flipH="1">
            <a:off x="1456725" y="1617100"/>
            <a:ext cx="1960800" cy="1037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82" name="Google Shape;182;p41"/>
          <p:cNvSpPr/>
          <p:nvPr/>
        </p:nvSpPr>
        <p:spPr>
          <a:xfrm>
            <a:off x="0" y="2689849"/>
            <a:ext cx="2770896" cy="1033530"/>
          </a:xfrm>
          <a:custGeom>
            <a:rect b="b" l="l" r="r" t="t"/>
            <a:pathLst>
              <a:path extrusionOk="0" h="5847" w="106491">
                <a:moveTo>
                  <a:pt x="1" y="0"/>
                </a:moveTo>
                <a:lnTo>
                  <a:pt x="1" y="5846"/>
                </a:lnTo>
                <a:lnTo>
                  <a:pt x="106490" y="5846"/>
                </a:lnTo>
                <a:lnTo>
                  <a:pt x="106490"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41"/>
          <p:cNvSpPr/>
          <p:nvPr/>
        </p:nvSpPr>
        <p:spPr>
          <a:xfrm>
            <a:off x="0" y="0"/>
            <a:ext cx="1278158" cy="442823"/>
          </a:xfrm>
          <a:custGeom>
            <a:rect b="b" l="l" r="r" t="t"/>
            <a:pathLst>
              <a:path extrusionOk="0" h="5847" w="106491">
                <a:moveTo>
                  <a:pt x="1" y="0"/>
                </a:moveTo>
                <a:lnTo>
                  <a:pt x="1" y="5846"/>
                </a:lnTo>
                <a:lnTo>
                  <a:pt x="106490" y="5846"/>
                </a:lnTo>
                <a:lnTo>
                  <a:pt x="106490"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84" name="Shape 184"/>
        <p:cNvGrpSpPr/>
        <p:nvPr/>
      </p:nvGrpSpPr>
      <p:grpSpPr>
        <a:xfrm>
          <a:off x="0" y="0"/>
          <a:ext cx="0" cy="0"/>
          <a:chOff x="0" y="0"/>
          <a:chExt cx="0" cy="0"/>
        </a:xfrm>
      </p:grpSpPr>
      <p:sp>
        <p:nvSpPr>
          <p:cNvPr id="185" name="Google Shape;185;p42"/>
          <p:cNvSpPr txBox="1"/>
          <p:nvPr>
            <p:ph idx="1" type="subTitle"/>
          </p:nvPr>
        </p:nvSpPr>
        <p:spPr>
          <a:xfrm flipH="1">
            <a:off x="5247750" y="2169550"/>
            <a:ext cx="2467500" cy="14556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600"/>
            </a:lvl1pPr>
            <a:lvl2pPr lvl="1" algn="r">
              <a:lnSpc>
                <a:spcPct val="100000"/>
              </a:lnSpc>
              <a:spcBef>
                <a:spcPts val="0"/>
              </a:spcBef>
              <a:spcAft>
                <a:spcPts val="0"/>
              </a:spcAft>
              <a:buSzPts val="1400"/>
              <a:buNone/>
              <a:defRPr/>
            </a:lvl2pPr>
            <a:lvl3pPr lvl="2" algn="r">
              <a:lnSpc>
                <a:spcPct val="100000"/>
              </a:lnSpc>
              <a:spcBef>
                <a:spcPts val="0"/>
              </a:spcBef>
              <a:spcAft>
                <a:spcPts val="0"/>
              </a:spcAft>
              <a:buSzPts val="1400"/>
              <a:buNone/>
              <a:defRPr/>
            </a:lvl3pPr>
            <a:lvl4pPr lvl="3" algn="r">
              <a:lnSpc>
                <a:spcPct val="100000"/>
              </a:lnSpc>
              <a:spcBef>
                <a:spcPts val="0"/>
              </a:spcBef>
              <a:spcAft>
                <a:spcPts val="0"/>
              </a:spcAft>
              <a:buSzPts val="1400"/>
              <a:buNone/>
              <a:defRPr/>
            </a:lvl4pPr>
            <a:lvl5pPr lvl="4" algn="r">
              <a:lnSpc>
                <a:spcPct val="100000"/>
              </a:lnSpc>
              <a:spcBef>
                <a:spcPts val="0"/>
              </a:spcBef>
              <a:spcAft>
                <a:spcPts val="0"/>
              </a:spcAft>
              <a:buSzPts val="1400"/>
              <a:buNone/>
              <a:defRPr/>
            </a:lvl5pPr>
            <a:lvl6pPr lvl="5" algn="r">
              <a:lnSpc>
                <a:spcPct val="100000"/>
              </a:lnSpc>
              <a:spcBef>
                <a:spcPts val="0"/>
              </a:spcBef>
              <a:spcAft>
                <a:spcPts val="0"/>
              </a:spcAft>
              <a:buSzPts val="1400"/>
              <a:buNone/>
              <a:defRPr/>
            </a:lvl6pPr>
            <a:lvl7pPr lvl="6" algn="r">
              <a:lnSpc>
                <a:spcPct val="100000"/>
              </a:lnSpc>
              <a:spcBef>
                <a:spcPts val="0"/>
              </a:spcBef>
              <a:spcAft>
                <a:spcPts val="0"/>
              </a:spcAft>
              <a:buSzPts val="1400"/>
              <a:buNone/>
              <a:defRPr/>
            </a:lvl7pPr>
            <a:lvl8pPr lvl="7" algn="r">
              <a:lnSpc>
                <a:spcPct val="100000"/>
              </a:lnSpc>
              <a:spcBef>
                <a:spcPts val="0"/>
              </a:spcBef>
              <a:spcAft>
                <a:spcPts val="0"/>
              </a:spcAft>
              <a:buSzPts val="1400"/>
              <a:buNone/>
              <a:defRPr/>
            </a:lvl8pPr>
            <a:lvl9pPr lvl="8" algn="r">
              <a:lnSpc>
                <a:spcPct val="100000"/>
              </a:lnSpc>
              <a:spcBef>
                <a:spcPts val="0"/>
              </a:spcBef>
              <a:spcAft>
                <a:spcPts val="0"/>
              </a:spcAft>
              <a:buSzPts val="1400"/>
              <a:buNone/>
              <a:defRPr/>
            </a:lvl9pPr>
          </a:lstStyle>
          <a:p/>
        </p:txBody>
      </p:sp>
      <p:sp>
        <p:nvSpPr>
          <p:cNvPr id="186" name="Google Shape;186;p4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187" name="Google Shape;187;p42"/>
          <p:cNvSpPr/>
          <p:nvPr/>
        </p:nvSpPr>
        <p:spPr>
          <a:xfrm>
            <a:off x="6419025" y="1575200"/>
            <a:ext cx="2725105" cy="240896"/>
          </a:xfrm>
          <a:custGeom>
            <a:rect b="b" l="l" r="r" t="t"/>
            <a:pathLst>
              <a:path extrusionOk="0" h="5847" w="106491">
                <a:moveTo>
                  <a:pt x="1" y="0"/>
                </a:moveTo>
                <a:lnTo>
                  <a:pt x="1" y="5846"/>
                </a:lnTo>
                <a:lnTo>
                  <a:pt x="106490" y="5846"/>
                </a:lnTo>
                <a:lnTo>
                  <a:pt x="106490"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8" name="Google Shape;188;p42"/>
          <p:cNvSpPr/>
          <p:nvPr/>
        </p:nvSpPr>
        <p:spPr>
          <a:xfrm>
            <a:off x="0" y="4700673"/>
            <a:ext cx="1675636" cy="442823"/>
          </a:xfrm>
          <a:custGeom>
            <a:rect b="b" l="l" r="r" t="t"/>
            <a:pathLst>
              <a:path extrusionOk="0" h="5847" w="106491">
                <a:moveTo>
                  <a:pt x="1" y="0"/>
                </a:moveTo>
                <a:lnTo>
                  <a:pt x="1" y="5846"/>
                </a:lnTo>
                <a:lnTo>
                  <a:pt x="106490" y="5846"/>
                </a:lnTo>
                <a:lnTo>
                  <a:pt x="106490"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89" name="Shape 189"/>
        <p:cNvGrpSpPr/>
        <p:nvPr/>
      </p:nvGrpSpPr>
      <p:grpSpPr>
        <a:xfrm>
          <a:off x="0" y="0"/>
          <a:ext cx="0" cy="0"/>
          <a:chOff x="0" y="0"/>
          <a:chExt cx="0" cy="0"/>
        </a:xfrm>
      </p:grpSpPr>
      <p:sp>
        <p:nvSpPr>
          <p:cNvPr id="190" name="Google Shape;190;p43"/>
          <p:cNvSpPr txBox="1"/>
          <p:nvPr>
            <p:ph idx="1" type="body"/>
          </p:nvPr>
        </p:nvSpPr>
        <p:spPr>
          <a:xfrm>
            <a:off x="311700" y="3306869"/>
            <a:ext cx="8520600" cy="651000"/>
          </a:xfrm>
          <a:prstGeom prst="rect">
            <a:avLst/>
          </a:prstGeom>
          <a:noFill/>
          <a:ln>
            <a:noFill/>
          </a:ln>
        </p:spPr>
        <p:txBody>
          <a:bodyPr anchorCtr="0" anchor="t" bIns="91425" lIns="91425" spcFirstLastPara="1" rIns="91425" wrap="square" tIns="91425">
            <a:noAutofit/>
          </a:bodyPr>
          <a:lstStyle>
            <a:lvl1pPr indent="-330200" lvl="0" marL="457200" algn="ctr">
              <a:lnSpc>
                <a:spcPct val="115000"/>
              </a:lnSpc>
              <a:spcBef>
                <a:spcPts val="0"/>
              </a:spcBef>
              <a:spcAft>
                <a:spcPts val="0"/>
              </a:spcAft>
              <a:buSzPts val="1600"/>
              <a:buChar char="●"/>
              <a:defRPr sz="1600"/>
            </a:lvl1pPr>
            <a:lvl2pPr indent="-330200" lvl="1" marL="914400" algn="ctr">
              <a:lnSpc>
                <a:spcPct val="115000"/>
              </a:lnSpc>
              <a:spcBef>
                <a:spcPts val="1600"/>
              </a:spcBef>
              <a:spcAft>
                <a:spcPts val="0"/>
              </a:spcAft>
              <a:buSzPts val="1600"/>
              <a:buChar char="○"/>
              <a:defRPr sz="1600"/>
            </a:lvl2pPr>
            <a:lvl3pPr indent="-330200" lvl="2" marL="1371600" algn="ctr">
              <a:lnSpc>
                <a:spcPct val="115000"/>
              </a:lnSpc>
              <a:spcBef>
                <a:spcPts val="1600"/>
              </a:spcBef>
              <a:spcAft>
                <a:spcPts val="0"/>
              </a:spcAft>
              <a:buSzPts val="1600"/>
              <a:buChar char="■"/>
              <a:defRPr sz="1600"/>
            </a:lvl3pPr>
            <a:lvl4pPr indent="-330200" lvl="3" marL="1828800" algn="ctr">
              <a:lnSpc>
                <a:spcPct val="115000"/>
              </a:lnSpc>
              <a:spcBef>
                <a:spcPts val="1600"/>
              </a:spcBef>
              <a:spcAft>
                <a:spcPts val="0"/>
              </a:spcAft>
              <a:buSzPts val="1600"/>
              <a:buChar char="●"/>
              <a:defRPr sz="1600"/>
            </a:lvl4pPr>
            <a:lvl5pPr indent="-330200" lvl="4" marL="2286000" algn="ctr">
              <a:lnSpc>
                <a:spcPct val="115000"/>
              </a:lnSpc>
              <a:spcBef>
                <a:spcPts val="1600"/>
              </a:spcBef>
              <a:spcAft>
                <a:spcPts val="0"/>
              </a:spcAft>
              <a:buSzPts val="1600"/>
              <a:buChar char="○"/>
              <a:defRPr sz="1600"/>
            </a:lvl5pPr>
            <a:lvl6pPr indent="-330200" lvl="5" marL="2743200" algn="ctr">
              <a:lnSpc>
                <a:spcPct val="115000"/>
              </a:lnSpc>
              <a:spcBef>
                <a:spcPts val="1600"/>
              </a:spcBef>
              <a:spcAft>
                <a:spcPts val="0"/>
              </a:spcAft>
              <a:buSzPts val="1600"/>
              <a:buChar char="■"/>
              <a:defRPr sz="1600"/>
            </a:lvl6pPr>
            <a:lvl7pPr indent="-330200" lvl="6" marL="3200400" algn="ctr">
              <a:lnSpc>
                <a:spcPct val="115000"/>
              </a:lnSpc>
              <a:spcBef>
                <a:spcPts val="1600"/>
              </a:spcBef>
              <a:spcAft>
                <a:spcPts val="0"/>
              </a:spcAft>
              <a:buSzPts val="1600"/>
              <a:buChar char="●"/>
              <a:defRPr sz="1600"/>
            </a:lvl7pPr>
            <a:lvl8pPr indent="-330200" lvl="7" marL="3657600" algn="ctr">
              <a:lnSpc>
                <a:spcPct val="115000"/>
              </a:lnSpc>
              <a:spcBef>
                <a:spcPts val="1600"/>
              </a:spcBef>
              <a:spcAft>
                <a:spcPts val="0"/>
              </a:spcAft>
              <a:buSzPts val="1600"/>
              <a:buChar char="○"/>
              <a:defRPr sz="1600"/>
            </a:lvl8pPr>
            <a:lvl9pPr indent="-330200" lvl="8" marL="4114800" algn="ctr">
              <a:lnSpc>
                <a:spcPct val="115000"/>
              </a:lnSpc>
              <a:spcBef>
                <a:spcPts val="1600"/>
              </a:spcBef>
              <a:spcAft>
                <a:spcPts val="1600"/>
              </a:spcAft>
              <a:buSzPts val="1600"/>
              <a:buChar char="■"/>
              <a:defRPr sz="1600"/>
            </a:lvl9pPr>
          </a:lstStyle>
          <a:p/>
        </p:txBody>
      </p:sp>
      <p:sp>
        <p:nvSpPr>
          <p:cNvPr id="191" name="Google Shape;191;p43"/>
          <p:cNvSpPr/>
          <p:nvPr/>
        </p:nvSpPr>
        <p:spPr>
          <a:xfrm rot="10800000">
            <a:off x="2751806" y="4243474"/>
            <a:ext cx="6391269" cy="904876"/>
          </a:xfrm>
          <a:custGeom>
            <a:rect b="b" l="l" r="r" t="t"/>
            <a:pathLst>
              <a:path extrusionOk="0" h="2763" w="16884">
                <a:moveTo>
                  <a:pt x="1" y="0"/>
                </a:moveTo>
                <a:lnTo>
                  <a:pt x="1" y="2762"/>
                </a:lnTo>
                <a:lnTo>
                  <a:pt x="16884" y="2762"/>
                </a:lnTo>
                <a:lnTo>
                  <a:pt x="1688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2" name="Google Shape;192;p43"/>
          <p:cNvSpPr/>
          <p:nvPr/>
        </p:nvSpPr>
        <p:spPr>
          <a:xfrm rot="10800000">
            <a:off x="1361250" y="1501127"/>
            <a:ext cx="7781825" cy="1525098"/>
          </a:xfrm>
          <a:custGeom>
            <a:rect b="b" l="l" r="r" t="t"/>
            <a:pathLst>
              <a:path extrusionOk="0" h="2775" w="2882">
                <a:moveTo>
                  <a:pt x="1" y="0"/>
                </a:moveTo>
                <a:lnTo>
                  <a:pt x="1" y="2774"/>
                </a:lnTo>
                <a:lnTo>
                  <a:pt x="2882" y="2774"/>
                </a:lnTo>
                <a:lnTo>
                  <a:pt x="2882"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43"/>
          <p:cNvSpPr/>
          <p:nvPr/>
        </p:nvSpPr>
        <p:spPr>
          <a:xfrm rot="10800000">
            <a:off x="2" y="1"/>
            <a:ext cx="5791098" cy="505550"/>
          </a:xfrm>
          <a:custGeom>
            <a:rect b="b" l="l" r="r" t="t"/>
            <a:pathLst>
              <a:path extrusionOk="0" h="2775" w="2882">
                <a:moveTo>
                  <a:pt x="1" y="0"/>
                </a:moveTo>
                <a:lnTo>
                  <a:pt x="1" y="2774"/>
                </a:lnTo>
                <a:lnTo>
                  <a:pt x="2882" y="2774"/>
                </a:lnTo>
                <a:lnTo>
                  <a:pt x="2882" y="0"/>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43"/>
          <p:cNvSpPr/>
          <p:nvPr/>
        </p:nvSpPr>
        <p:spPr>
          <a:xfrm rot="10800000">
            <a:off x="21" y="1501871"/>
            <a:ext cx="1104138" cy="355443"/>
          </a:xfrm>
          <a:custGeom>
            <a:rect b="b" l="l" r="r" t="t"/>
            <a:pathLst>
              <a:path extrusionOk="0" h="2764" w="8586">
                <a:moveTo>
                  <a:pt x="1" y="1"/>
                </a:moveTo>
                <a:lnTo>
                  <a:pt x="1" y="2763"/>
                </a:lnTo>
                <a:lnTo>
                  <a:pt x="8585" y="2763"/>
                </a:lnTo>
                <a:lnTo>
                  <a:pt x="8585"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5" name="Google Shape;195;p43"/>
          <p:cNvSpPr/>
          <p:nvPr/>
        </p:nvSpPr>
        <p:spPr>
          <a:xfrm rot="10800000">
            <a:off x="532482" y="912524"/>
            <a:ext cx="1055445" cy="355301"/>
          </a:xfrm>
          <a:custGeom>
            <a:rect b="b" l="l" r="r" t="t"/>
            <a:pathLst>
              <a:path extrusionOk="0" h="2763" w="12348">
                <a:moveTo>
                  <a:pt x="0" y="1"/>
                </a:moveTo>
                <a:lnTo>
                  <a:pt x="0" y="2763"/>
                </a:lnTo>
                <a:lnTo>
                  <a:pt x="12347" y="2763"/>
                </a:lnTo>
                <a:lnTo>
                  <a:pt x="12347"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6" name="Google Shape;196;p43"/>
          <p:cNvSpPr/>
          <p:nvPr/>
        </p:nvSpPr>
        <p:spPr>
          <a:xfrm rot="10800000">
            <a:off x="7173125" y="912516"/>
            <a:ext cx="1970757" cy="355315"/>
          </a:xfrm>
          <a:custGeom>
            <a:rect b="b" l="l" r="r" t="t"/>
            <a:pathLst>
              <a:path extrusionOk="0" h="2763" w="15325">
                <a:moveTo>
                  <a:pt x="1" y="1"/>
                </a:moveTo>
                <a:lnTo>
                  <a:pt x="1" y="2763"/>
                </a:lnTo>
                <a:lnTo>
                  <a:pt x="15324" y="2763"/>
                </a:lnTo>
                <a:lnTo>
                  <a:pt x="15324"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43"/>
          <p:cNvSpPr/>
          <p:nvPr/>
        </p:nvSpPr>
        <p:spPr>
          <a:xfrm rot="10800000">
            <a:off x="1814348" y="912516"/>
            <a:ext cx="1600139" cy="355315"/>
          </a:xfrm>
          <a:custGeom>
            <a:rect b="b" l="l" r="r" t="t"/>
            <a:pathLst>
              <a:path extrusionOk="0" h="2763" w="12443">
                <a:moveTo>
                  <a:pt x="0" y="1"/>
                </a:moveTo>
                <a:lnTo>
                  <a:pt x="0" y="2763"/>
                </a:lnTo>
                <a:lnTo>
                  <a:pt x="12442" y="2763"/>
                </a:lnTo>
                <a:lnTo>
                  <a:pt x="12442"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p43"/>
          <p:cNvSpPr/>
          <p:nvPr/>
        </p:nvSpPr>
        <p:spPr>
          <a:xfrm rot="10800000">
            <a:off x="4523560" y="323049"/>
            <a:ext cx="2095515" cy="356851"/>
          </a:xfrm>
          <a:custGeom>
            <a:rect b="b" l="l" r="r" t="t"/>
            <a:pathLst>
              <a:path extrusionOk="0" h="2775" w="16884">
                <a:moveTo>
                  <a:pt x="0" y="1"/>
                </a:moveTo>
                <a:lnTo>
                  <a:pt x="0" y="2775"/>
                </a:lnTo>
                <a:lnTo>
                  <a:pt x="16883" y="2775"/>
                </a:lnTo>
                <a:lnTo>
                  <a:pt x="1688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p43"/>
          <p:cNvSpPr/>
          <p:nvPr/>
        </p:nvSpPr>
        <p:spPr>
          <a:xfrm rot="10800000">
            <a:off x="7381057" y="3345678"/>
            <a:ext cx="1762943" cy="355322"/>
          </a:xfrm>
          <a:custGeom>
            <a:rect b="b" l="l" r="r" t="t"/>
            <a:pathLst>
              <a:path extrusionOk="0" h="2763" w="16884">
                <a:moveTo>
                  <a:pt x="1" y="0"/>
                </a:moveTo>
                <a:lnTo>
                  <a:pt x="1" y="2762"/>
                </a:lnTo>
                <a:lnTo>
                  <a:pt x="16884" y="2762"/>
                </a:lnTo>
                <a:lnTo>
                  <a:pt x="16884"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43"/>
          <p:cNvSpPr/>
          <p:nvPr/>
        </p:nvSpPr>
        <p:spPr>
          <a:xfrm rot="10800000">
            <a:off x="-4" y="2084924"/>
            <a:ext cx="1785554" cy="356851"/>
          </a:xfrm>
          <a:custGeom>
            <a:rect b="b" l="l" r="r" t="t"/>
            <a:pathLst>
              <a:path extrusionOk="0" h="2775" w="15325">
                <a:moveTo>
                  <a:pt x="1" y="0"/>
                </a:moveTo>
                <a:lnTo>
                  <a:pt x="1" y="2774"/>
                </a:lnTo>
                <a:lnTo>
                  <a:pt x="15324" y="2774"/>
                </a:lnTo>
                <a:lnTo>
                  <a:pt x="15324"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1" name="Google Shape;201;p43"/>
          <p:cNvSpPr/>
          <p:nvPr/>
        </p:nvSpPr>
        <p:spPr>
          <a:xfrm rot="10800000">
            <a:off x="656319" y="4788199"/>
            <a:ext cx="2628881" cy="355301"/>
          </a:xfrm>
          <a:custGeom>
            <a:rect b="b" l="l" r="r" t="t"/>
            <a:pathLst>
              <a:path extrusionOk="0" h="2763" w="16884">
                <a:moveTo>
                  <a:pt x="1" y="0"/>
                </a:moveTo>
                <a:lnTo>
                  <a:pt x="1" y="2762"/>
                </a:lnTo>
                <a:lnTo>
                  <a:pt x="16884" y="2762"/>
                </a:lnTo>
                <a:lnTo>
                  <a:pt x="16884"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43"/>
          <p:cNvSpPr txBox="1"/>
          <p:nvPr>
            <p:ph hasCustomPrompt="1" type="title"/>
          </p:nvPr>
        </p:nvSpPr>
        <p:spPr>
          <a:xfrm>
            <a:off x="311700" y="1847850"/>
            <a:ext cx="8520600" cy="1382700"/>
          </a:xfrm>
          <a:prstGeom prst="rect">
            <a:avLst/>
          </a:prstGeom>
          <a:noFill/>
          <a:ln>
            <a:noFill/>
          </a:ln>
        </p:spPr>
        <p:txBody>
          <a:bodyPr anchorCtr="0" anchor="b" bIns="0" lIns="91425" spcFirstLastPara="1" rIns="91425" wrap="square" tIns="0">
            <a:noAutofit/>
          </a:bodyPr>
          <a:lstStyle>
            <a:lvl1pPr lvl="0" algn="ctr">
              <a:lnSpc>
                <a:spcPct val="100000"/>
              </a:lnSpc>
              <a:spcBef>
                <a:spcPts val="0"/>
              </a:spcBef>
              <a:spcAft>
                <a:spcPts val="0"/>
              </a:spcAft>
              <a:buSzPts val="12500"/>
              <a:buNone/>
              <a:defRPr sz="12500"/>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a:r>
              <a:t>xx%</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3" name="Shape 203"/>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hree columns">
  <p:cSld name="CUSTOM_1">
    <p:spTree>
      <p:nvGrpSpPr>
        <p:cNvPr id="204" name="Shape 204"/>
        <p:cNvGrpSpPr/>
        <p:nvPr/>
      </p:nvGrpSpPr>
      <p:grpSpPr>
        <a:xfrm>
          <a:off x="0" y="0"/>
          <a:ext cx="0" cy="0"/>
          <a:chOff x="0" y="0"/>
          <a:chExt cx="0" cy="0"/>
        </a:xfrm>
      </p:grpSpPr>
      <p:grpSp>
        <p:nvGrpSpPr>
          <p:cNvPr id="205" name="Google Shape;205;p45"/>
          <p:cNvGrpSpPr/>
          <p:nvPr/>
        </p:nvGrpSpPr>
        <p:grpSpPr>
          <a:xfrm>
            <a:off x="-25" y="2816286"/>
            <a:ext cx="9144046" cy="948350"/>
            <a:chOff x="-25" y="2816286"/>
            <a:chExt cx="9144046" cy="948350"/>
          </a:xfrm>
        </p:grpSpPr>
        <p:sp>
          <p:nvSpPr>
            <p:cNvPr id="206" name="Google Shape;206;p45"/>
            <p:cNvSpPr/>
            <p:nvPr/>
          </p:nvSpPr>
          <p:spPr>
            <a:xfrm>
              <a:off x="5439453" y="3632754"/>
              <a:ext cx="142155" cy="131882"/>
            </a:xfrm>
            <a:custGeom>
              <a:rect b="b" l="l" r="r" t="t"/>
              <a:pathLst>
                <a:path extrusionOk="0" h="4121" w="4442">
                  <a:moveTo>
                    <a:pt x="1" y="1"/>
                  </a:moveTo>
                  <a:lnTo>
                    <a:pt x="1" y="4120"/>
                  </a:lnTo>
                  <a:lnTo>
                    <a:pt x="4442" y="4120"/>
                  </a:lnTo>
                  <a:lnTo>
                    <a:pt x="4442"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45"/>
            <p:cNvSpPr/>
            <p:nvPr/>
          </p:nvSpPr>
          <p:spPr>
            <a:xfrm>
              <a:off x="5723675" y="3632754"/>
              <a:ext cx="2948838" cy="131882"/>
            </a:xfrm>
            <a:custGeom>
              <a:rect b="b" l="l" r="r" t="t"/>
              <a:pathLst>
                <a:path extrusionOk="0" h="4121" w="92144">
                  <a:moveTo>
                    <a:pt x="1" y="1"/>
                  </a:moveTo>
                  <a:lnTo>
                    <a:pt x="1" y="4120"/>
                  </a:lnTo>
                  <a:lnTo>
                    <a:pt x="92143" y="4120"/>
                  </a:lnTo>
                  <a:lnTo>
                    <a:pt x="9214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45"/>
            <p:cNvSpPr/>
            <p:nvPr/>
          </p:nvSpPr>
          <p:spPr>
            <a:xfrm>
              <a:off x="4574596" y="3360726"/>
              <a:ext cx="1353834" cy="131882"/>
            </a:xfrm>
            <a:custGeom>
              <a:rect b="b" l="l" r="r" t="t"/>
              <a:pathLst>
                <a:path extrusionOk="0" h="4121" w="42304">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45"/>
            <p:cNvSpPr/>
            <p:nvPr/>
          </p:nvSpPr>
          <p:spPr>
            <a:xfrm>
              <a:off x="5129312" y="2816286"/>
              <a:ext cx="1148858" cy="131498"/>
            </a:xfrm>
            <a:custGeom>
              <a:rect b="b" l="l" r="r" t="t"/>
              <a:pathLst>
                <a:path extrusionOk="0" h="4109" w="35899">
                  <a:moveTo>
                    <a:pt x="1" y="1"/>
                  </a:moveTo>
                  <a:lnTo>
                    <a:pt x="1" y="4108"/>
                  </a:lnTo>
                  <a:lnTo>
                    <a:pt x="35898" y="4108"/>
                  </a:lnTo>
                  <a:lnTo>
                    <a:pt x="3589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0" name="Google Shape;210;p45"/>
            <p:cNvSpPr/>
            <p:nvPr/>
          </p:nvSpPr>
          <p:spPr>
            <a:xfrm>
              <a:off x="3376749" y="3632754"/>
              <a:ext cx="142155" cy="131882"/>
            </a:xfrm>
            <a:custGeom>
              <a:rect b="b" l="l" r="r" t="t"/>
              <a:pathLst>
                <a:path extrusionOk="0" h="4121" w="4442">
                  <a:moveTo>
                    <a:pt x="0" y="1"/>
                  </a:moveTo>
                  <a:lnTo>
                    <a:pt x="0" y="4120"/>
                  </a:lnTo>
                  <a:lnTo>
                    <a:pt x="4441" y="4120"/>
                  </a:lnTo>
                  <a:lnTo>
                    <a:pt x="444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45"/>
            <p:cNvSpPr/>
            <p:nvPr/>
          </p:nvSpPr>
          <p:spPr>
            <a:xfrm>
              <a:off x="3077647" y="2816286"/>
              <a:ext cx="370397" cy="131498"/>
            </a:xfrm>
            <a:custGeom>
              <a:rect b="b" l="l" r="r" t="t"/>
              <a:pathLst>
                <a:path extrusionOk="0" h="4109" w="11574">
                  <a:moveTo>
                    <a:pt x="1" y="1"/>
                  </a:moveTo>
                  <a:lnTo>
                    <a:pt x="1" y="4108"/>
                  </a:lnTo>
                  <a:lnTo>
                    <a:pt x="11574" y="4108"/>
                  </a:lnTo>
                  <a:lnTo>
                    <a:pt x="1157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2" name="Google Shape;212;p45"/>
            <p:cNvSpPr/>
            <p:nvPr/>
          </p:nvSpPr>
          <p:spPr>
            <a:xfrm>
              <a:off x="3542860" y="2816286"/>
              <a:ext cx="139467" cy="131498"/>
            </a:xfrm>
            <a:custGeom>
              <a:rect b="b" l="l" r="r" t="t"/>
              <a:pathLst>
                <a:path extrusionOk="0" h="4109" w="4358">
                  <a:moveTo>
                    <a:pt x="0" y="1"/>
                  </a:moveTo>
                  <a:lnTo>
                    <a:pt x="0" y="4108"/>
                  </a:lnTo>
                  <a:lnTo>
                    <a:pt x="4358" y="4108"/>
                  </a:lnTo>
                  <a:lnTo>
                    <a:pt x="435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45"/>
            <p:cNvSpPr/>
            <p:nvPr/>
          </p:nvSpPr>
          <p:spPr>
            <a:xfrm>
              <a:off x="3723818" y="3088314"/>
              <a:ext cx="366205" cy="131882"/>
            </a:xfrm>
            <a:custGeom>
              <a:rect b="b" l="l" r="r" t="t"/>
              <a:pathLst>
                <a:path extrusionOk="0" h="4121" w="11443">
                  <a:moveTo>
                    <a:pt x="1" y="1"/>
                  </a:moveTo>
                  <a:lnTo>
                    <a:pt x="1" y="4120"/>
                  </a:lnTo>
                  <a:lnTo>
                    <a:pt x="11443" y="4120"/>
                  </a:lnTo>
                  <a:lnTo>
                    <a:pt x="1144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45"/>
            <p:cNvSpPr/>
            <p:nvPr/>
          </p:nvSpPr>
          <p:spPr>
            <a:xfrm>
              <a:off x="2734770" y="3088314"/>
              <a:ext cx="891622" cy="131882"/>
            </a:xfrm>
            <a:custGeom>
              <a:rect b="b" l="l" r="r" t="t"/>
              <a:pathLst>
                <a:path extrusionOk="0" h="4121" w="27861">
                  <a:moveTo>
                    <a:pt x="0" y="1"/>
                  </a:moveTo>
                  <a:lnTo>
                    <a:pt x="0" y="4120"/>
                  </a:lnTo>
                  <a:lnTo>
                    <a:pt x="27861" y="4120"/>
                  </a:lnTo>
                  <a:lnTo>
                    <a:pt x="2786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45"/>
            <p:cNvSpPr/>
            <p:nvPr/>
          </p:nvSpPr>
          <p:spPr>
            <a:xfrm>
              <a:off x="864832" y="3632754"/>
              <a:ext cx="142155" cy="131882"/>
            </a:xfrm>
            <a:custGeom>
              <a:rect b="b" l="l" r="r" t="t"/>
              <a:pathLst>
                <a:path extrusionOk="0" h="4121" w="4442">
                  <a:moveTo>
                    <a:pt x="0" y="1"/>
                  </a:moveTo>
                  <a:lnTo>
                    <a:pt x="0" y="4120"/>
                  </a:lnTo>
                  <a:lnTo>
                    <a:pt x="4441" y="4120"/>
                  </a:lnTo>
                  <a:lnTo>
                    <a:pt x="444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45"/>
            <p:cNvSpPr/>
            <p:nvPr/>
          </p:nvSpPr>
          <p:spPr>
            <a:xfrm>
              <a:off x="1149054" y="3632754"/>
              <a:ext cx="2031679" cy="131882"/>
            </a:xfrm>
            <a:custGeom>
              <a:rect b="b" l="l" r="r" t="t"/>
              <a:pathLst>
                <a:path extrusionOk="0" h="4121" w="63485">
                  <a:moveTo>
                    <a:pt x="0" y="1"/>
                  </a:moveTo>
                  <a:lnTo>
                    <a:pt x="0" y="4120"/>
                  </a:lnTo>
                  <a:lnTo>
                    <a:pt x="63484" y="4120"/>
                  </a:lnTo>
                  <a:lnTo>
                    <a:pt x="63484"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45"/>
            <p:cNvSpPr/>
            <p:nvPr/>
          </p:nvSpPr>
          <p:spPr>
            <a:xfrm>
              <a:off x="-25" y="3360726"/>
              <a:ext cx="1353802" cy="131882"/>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45"/>
            <p:cNvSpPr/>
            <p:nvPr/>
          </p:nvSpPr>
          <p:spPr>
            <a:xfrm>
              <a:off x="824064" y="2816286"/>
              <a:ext cx="1337833" cy="131498"/>
            </a:xfrm>
            <a:custGeom>
              <a:rect b="b" l="l" r="r" t="t"/>
              <a:pathLst>
                <a:path extrusionOk="0" h="4109" w="41804">
                  <a:moveTo>
                    <a:pt x="0" y="1"/>
                  </a:moveTo>
                  <a:lnTo>
                    <a:pt x="0" y="4108"/>
                  </a:lnTo>
                  <a:lnTo>
                    <a:pt x="41803" y="4108"/>
                  </a:lnTo>
                  <a:lnTo>
                    <a:pt x="418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45"/>
            <p:cNvSpPr/>
            <p:nvPr/>
          </p:nvSpPr>
          <p:spPr>
            <a:xfrm>
              <a:off x="582114" y="2816286"/>
              <a:ext cx="139499" cy="131498"/>
            </a:xfrm>
            <a:custGeom>
              <a:rect b="b" l="l" r="r" t="t"/>
              <a:pathLst>
                <a:path extrusionOk="0" h="4109" w="4359">
                  <a:moveTo>
                    <a:pt x="1" y="1"/>
                  </a:moveTo>
                  <a:lnTo>
                    <a:pt x="1" y="4108"/>
                  </a:lnTo>
                  <a:lnTo>
                    <a:pt x="4358" y="4108"/>
                  </a:lnTo>
                  <a:lnTo>
                    <a:pt x="4358"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0" name="Google Shape;220;p45"/>
            <p:cNvSpPr/>
            <p:nvPr/>
          </p:nvSpPr>
          <p:spPr>
            <a:xfrm>
              <a:off x="8756420" y="3632754"/>
              <a:ext cx="142155" cy="131882"/>
            </a:xfrm>
            <a:custGeom>
              <a:rect b="b" l="l" r="r" t="t"/>
              <a:pathLst>
                <a:path extrusionOk="0" h="4121" w="4442">
                  <a:moveTo>
                    <a:pt x="0" y="1"/>
                  </a:moveTo>
                  <a:lnTo>
                    <a:pt x="0" y="4120"/>
                  </a:lnTo>
                  <a:lnTo>
                    <a:pt x="4441" y="4120"/>
                  </a:lnTo>
                  <a:lnTo>
                    <a:pt x="444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45"/>
            <p:cNvSpPr/>
            <p:nvPr/>
          </p:nvSpPr>
          <p:spPr>
            <a:xfrm>
              <a:off x="7790219" y="3360726"/>
              <a:ext cx="1353802" cy="131882"/>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45"/>
            <p:cNvSpPr/>
            <p:nvPr/>
          </p:nvSpPr>
          <p:spPr>
            <a:xfrm>
              <a:off x="6982098" y="2816286"/>
              <a:ext cx="1154938" cy="131498"/>
            </a:xfrm>
            <a:custGeom>
              <a:rect b="b" l="l" r="r" t="t"/>
              <a:pathLst>
                <a:path extrusionOk="0" h="4109" w="36089">
                  <a:moveTo>
                    <a:pt x="1" y="1"/>
                  </a:moveTo>
                  <a:lnTo>
                    <a:pt x="1" y="4108"/>
                  </a:lnTo>
                  <a:lnTo>
                    <a:pt x="36089" y="4108"/>
                  </a:lnTo>
                  <a:lnTo>
                    <a:pt x="36089"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45"/>
            <p:cNvSpPr/>
            <p:nvPr/>
          </p:nvSpPr>
          <p:spPr>
            <a:xfrm>
              <a:off x="8279016" y="2816286"/>
              <a:ext cx="139883" cy="131498"/>
            </a:xfrm>
            <a:custGeom>
              <a:rect b="b" l="l" r="r" t="t"/>
              <a:pathLst>
                <a:path extrusionOk="0" h="4109" w="4371">
                  <a:moveTo>
                    <a:pt x="1" y="1"/>
                  </a:moveTo>
                  <a:lnTo>
                    <a:pt x="1" y="4108"/>
                  </a:lnTo>
                  <a:lnTo>
                    <a:pt x="4370" y="4108"/>
                  </a:lnTo>
                  <a:lnTo>
                    <a:pt x="4370"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224" name="Google Shape;224;p45"/>
          <p:cNvSpPr txBox="1"/>
          <p:nvPr>
            <p:ph type="ctrTitle"/>
          </p:nvPr>
        </p:nvSpPr>
        <p:spPr>
          <a:xfrm flipH="1">
            <a:off x="6355375" y="-142871"/>
            <a:ext cx="14358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25" name="Google Shape;225;p45"/>
          <p:cNvSpPr txBox="1"/>
          <p:nvPr>
            <p:ph idx="1" type="subTitle"/>
          </p:nvPr>
        </p:nvSpPr>
        <p:spPr>
          <a:xfrm flipH="1">
            <a:off x="6040625" y="1928650"/>
            <a:ext cx="2066400" cy="430500"/>
          </a:xfrm>
          <a:prstGeom prst="rect">
            <a:avLst/>
          </a:prstGeom>
          <a:noFill/>
          <a:ln>
            <a:noFill/>
          </a:ln>
        </p:spPr>
        <p:txBody>
          <a:bodyPr anchorCtr="0" anchor="t" bIns="91425" lIns="91425" spcFirstLastPara="1" rIns="91425" wrap="square" tIns="0">
            <a:noAutofit/>
          </a:bodyPr>
          <a:lstStyle>
            <a:lvl1pPr lvl="0" algn="ctr">
              <a:lnSpc>
                <a:spcPct val="115000"/>
              </a:lnSpc>
              <a:spcBef>
                <a:spcPts val="0"/>
              </a:spcBef>
              <a:spcAft>
                <a:spcPts val="0"/>
              </a:spcAft>
              <a:buSzPts val="1400"/>
              <a:buFont typeface="Anaheim"/>
              <a:buNone/>
              <a:defRPr sz="1400">
                <a:latin typeface="Anaheim"/>
                <a:ea typeface="Anaheim"/>
                <a:cs typeface="Anaheim"/>
                <a:sym typeface="Anaheim"/>
              </a:defRPr>
            </a:lvl1pPr>
            <a:lvl2pPr lvl="1" algn="ctr">
              <a:lnSpc>
                <a:spcPct val="115000"/>
              </a:lnSpc>
              <a:spcBef>
                <a:spcPts val="0"/>
              </a:spcBef>
              <a:spcAft>
                <a:spcPts val="0"/>
              </a:spcAft>
              <a:buSzPts val="1400"/>
              <a:buFont typeface="Anaheim"/>
              <a:buNone/>
              <a:defRPr>
                <a:latin typeface="Anaheim"/>
                <a:ea typeface="Anaheim"/>
                <a:cs typeface="Anaheim"/>
                <a:sym typeface="Anaheim"/>
              </a:defRPr>
            </a:lvl2pPr>
            <a:lvl3pPr lvl="2" algn="ctr">
              <a:lnSpc>
                <a:spcPct val="115000"/>
              </a:lnSpc>
              <a:spcBef>
                <a:spcPts val="0"/>
              </a:spcBef>
              <a:spcAft>
                <a:spcPts val="0"/>
              </a:spcAft>
              <a:buSzPts val="1400"/>
              <a:buFont typeface="Anaheim"/>
              <a:buNone/>
              <a:defRPr sz="1400">
                <a:latin typeface="Anaheim"/>
                <a:ea typeface="Anaheim"/>
                <a:cs typeface="Anaheim"/>
                <a:sym typeface="Anaheim"/>
              </a:defRPr>
            </a:lvl3pPr>
            <a:lvl4pPr lvl="3" algn="ctr">
              <a:lnSpc>
                <a:spcPct val="115000"/>
              </a:lnSpc>
              <a:spcBef>
                <a:spcPts val="0"/>
              </a:spcBef>
              <a:spcAft>
                <a:spcPts val="0"/>
              </a:spcAft>
              <a:buSzPts val="1400"/>
              <a:buFont typeface="Anaheim"/>
              <a:buNone/>
              <a:defRPr sz="1400">
                <a:latin typeface="Anaheim"/>
                <a:ea typeface="Anaheim"/>
                <a:cs typeface="Anaheim"/>
                <a:sym typeface="Anaheim"/>
              </a:defRPr>
            </a:lvl4pPr>
            <a:lvl5pPr lvl="4" algn="ctr">
              <a:lnSpc>
                <a:spcPct val="115000"/>
              </a:lnSpc>
              <a:spcBef>
                <a:spcPts val="0"/>
              </a:spcBef>
              <a:spcAft>
                <a:spcPts val="0"/>
              </a:spcAft>
              <a:buSzPts val="1400"/>
              <a:buFont typeface="Anaheim"/>
              <a:buNone/>
              <a:defRPr sz="1400">
                <a:latin typeface="Anaheim"/>
                <a:ea typeface="Anaheim"/>
                <a:cs typeface="Anaheim"/>
                <a:sym typeface="Anaheim"/>
              </a:defRPr>
            </a:lvl5pPr>
            <a:lvl6pPr lvl="5" algn="ctr">
              <a:lnSpc>
                <a:spcPct val="115000"/>
              </a:lnSpc>
              <a:spcBef>
                <a:spcPts val="0"/>
              </a:spcBef>
              <a:spcAft>
                <a:spcPts val="0"/>
              </a:spcAft>
              <a:buSzPts val="1400"/>
              <a:buFont typeface="Anaheim"/>
              <a:buNone/>
              <a:defRPr sz="1400">
                <a:latin typeface="Anaheim"/>
                <a:ea typeface="Anaheim"/>
                <a:cs typeface="Anaheim"/>
                <a:sym typeface="Anaheim"/>
              </a:defRPr>
            </a:lvl6pPr>
            <a:lvl7pPr lvl="6" algn="ctr">
              <a:lnSpc>
                <a:spcPct val="115000"/>
              </a:lnSpc>
              <a:spcBef>
                <a:spcPts val="0"/>
              </a:spcBef>
              <a:spcAft>
                <a:spcPts val="0"/>
              </a:spcAft>
              <a:buSzPts val="1400"/>
              <a:buFont typeface="Anaheim"/>
              <a:buNone/>
              <a:defRPr sz="1400">
                <a:latin typeface="Anaheim"/>
                <a:ea typeface="Anaheim"/>
                <a:cs typeface="Anaheim"/>
                <a:sym typeface="Anaheim"/>
              </a:defRPr>
            </a:lvl7pPr>
            <a:lvl8pPr lvl="7" algn="ctr">
              <a:lnSpc>
                <a:spcPct val="115000"/>
              </a:lnSpc>
              <a:spcBef>
                <a:spcPts val="0"/>
              </a:spcBef>
              <a:spcAft>
                <a:spcPts val="0"/>
              </a:spcAft>
              <a:buSzPts val="1400"/>
              <a:buFont typeface="Anaheim"/>
              <a:buNone/>
              <a:defRPr sz="1400">
                <a:latin typeface="Anaheim"/>
                <a:ea typeface="Anaheim"/>
                <a:cs typeface="Anaheim"/>
                <a:sym typeface="Anaheim"/>
              </a:defRPr>
            </a:lvl8pPr>
            <a:lvl9pPr lvl="8" algn="ctr">
              <a:lnSpc>
                <a:spcPct val="115000"/>
              </a:lnSpc>
              <a:spcBef>
                <a:spcPts val="0"/>
              </a:spcBef>
              <a:spcAft>
                <a:spcPts val="0"/>
              </a:spcAft>
              <a:buSzPts val="1400"/>
              <a:buFont typeface="Anaheim"/>
              <a:buNone/>
              <a:defRPr sz="1400">
                <a:latin typeface="Anaheim"/>
                <a:ea typeface="Anaheim"/>
                <a:cs typeface="Anaheim"/>
                <a:sym typeface="Anaheim"/>
              </a:defRPr>
            </a:lvl9pPr>
          </a:lstStyle>
          <a:p/>
        </p:txBody>
      </p:sp>
      <p:sp>
        <p:nvSpPr>
          <p:cNvPr id="226" name="Google Shape;226;p45"/>
          <p:cNvSpPr txBox="1"/>
          <p:nvPr>
            <p:ph idx="2" type="ctrTitle"/>
          </p:nvPr>
        </p:nvSpPr>
        <p:spPr>
          <a:xfrm flipH="1">
            <a:off x="1037600" y="1428754"/>
            <a:ext cx="20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r">
              <a:lnSpc>
                <a:spcPct val="100000"/>
              </a:lnSpc>
              <a:spcBef>
                <a:spcPts val="0"/>
              </a:spcBef>
              <a:spcAft>
                <a:spcPts val="0"/>
              </a:spcAft>
              <a:buClr>
                <a:schemeClr val="lt1"/>
              </a:buClr>
              <a:buSzPts val="1800"/>
              <a:buNone/>
              <a:defRPr sz="1800">
                <a:solidFill>
                  <a:schemeClr val="lt1"/>
                </a:solidFill>
              </a:defRPr>
            </a:lvl2pPr>
            <a:lvl3pPr lvl="2" algn="r">
              <a:lnSpc>
                <a:spcPct val="100000"/>
              </a:lnSpc>
              <a:spcBef>
                <a:spcPts val="0"/>
              </a:spcBef>
              <a:spcAft>
                <a:spcPts val="0"/>
              </a:spcAft>
              <a:buClr>
                <a:schemeClr val="lt1"/>
              </a:buClr>
              <a:buSzPts val="1800"/>
              <a:buNone/>
              <a:defRPr sz="1800">
                <a:solidFill>
                  <a:schemeClr val="lt1"/>
                </a:solidFill>
              </a:defRPr>
            </a:lvl3pPr>
            <a:lvl4pPr lvl="3" algn="r">
              <a:lnSpc>
                <a:spcPct val="100000"/>
              </a:lnSpc>
              <a:spcBef>
                <a:spcPts val="0"/>
              </a:spcBef>
              <a:spcAft>
                <a:spcPts val="0"/>
              </a:spcAft>
              <a:buClr>
                <a:schemeClr val="lt1"/>
              </a:buClr>
              <a:buSzPts val="1800"/>
              <a:buNone/>
              <a:defRPr sz="1800">
                <a:solidFill>
                  <a:schemeClr val="lt1"/>
                </a:solidFill>
              </a:defRPr>
            </a:lvl4pPr>
            <a:lvl5pPr lvl="4" algn="r">
              <a:lnSpc>
                <a:spcPct val="100000"/>
              </a:lnSpc>
              <a:spcBef>
                <a:spcPts val="0"/>
              </a:spcBef>
              <a:spcAft>
                <a:spcPts val="0"/>
              </a:spcAft>
              <a:buClr>
                <a:schemeClr val="lt1"/>
              </a:buClr>
              <a:buSzPts val="1800"/>
              <a:buNone/>
              <a:defRPr sz="1800">
                <a:solidFill>
                  <a:schemeClr val="lt1"/>
                </a:solidFill>
              </a:defRPr>
            </a:lvl5pPr>
            <a:lvl6pPr lvl="5" algn="r">
              <a:lnSpc>
                <a:spcPct val="100000"/>
              </a:lnSpc>
              <a:spcBef>
                <a:spcPts val="0"/>
              </a:spcBef>
              <a:spcAft>
                <a:spcPts val="0"/>
              </a:spcAft>
              <a:buClr>
                <a:schemeClr val="lt1"/>
              </a:buClr>
              <a:buSzPts val="1800"/>
              <a:buNone/>
              <a:defRPr sz="1800">
                <a:solidFill>
                  <a:schemeClr val="lt1"/>
                </a:solidFill>
              </a:defRPr>
            </a:lvl6pPr>
            <a:lvl7pPr lvl="6" algn="r">
              <a:lnSpc>
                <a:spcPct val="100000"/>
              </a:lnSpc>
              <a:spcBef>
                <a:spcPts val="0"/>
              </a:spcBef>
              <a:spcAft>
                <a:spcPts val="0"/>
              </a:spcAft>
              <a:buClr>
                <a:schemeClr val="lt1"/>
              </a:buClr>
              <a:buSzPts val="1800"/>
              <a:buNone/>
              <a:defRPr sz="1800">
                <a:solidFill>
                  <a:schemeClr val="lt1"/>
                </a:solidFill>
              </a:defRPr>
            </a:lvl7pPr>
            <a:lvl8pPr lvl="7" algn="r">
              <a:lnSpc>
                <a:spcPct val="100000"/>
              </a:lnSpc>
              <a:spcBef>
                <a:spcPts val="0"/>
              </a:spcBef>
              <a:spcAft>
                <a:spcPts val="0"/>
              </a:spcAft>
              <a:buClr>
                <a:schemeClr val="lt1"/>
              </a:buClr>
              <a:buSzPts val="1800"/>
              <a:buNone/>
              <a:defRPr sz="1800">
                <a:solidFill>
                  <a:schemeClr val="lt1"/>
                </a:solidFill>
              </a:defRPr>
            </a:lvl8pPr>
            <a:lvl9pPr lvl="8" algn="r">
              <a:lnSpc>
                <a:spcPct val="100000"/>
              </a:lnSpc>
              <a:spcBef>
                <a:spcPts val="0"/>
              </a:spcBef>
              <a:spcAft>
                <a:spcPts val="0"/>
              </a:spcAft>
              <a:buClr>
                <a:schemeClr val="lt1"/>
              </a:buClr>
              <a:buSzPts val="1800"/>
              <a:buNone/>
              <a:defRPr sz="1800">
                <a:solidFill>
                  <a:schemeClr val="lt1"/>
                </a:solidFill>
              </a:defRPr>
            </a:lvl9pPr>
          </a:lstStyle>
          <a:p/>
        </p:txBody>
      </p:sp>
      <p:sp>
        <p:nvSpPr>
          <p:cNvPr id="227" name="Google Shape;227;p45"/>
          <p:cNvSpPr txBox="1"/>
          <p:nvPr>
            <p:ph idx="3" type="subTitle"/>
          </p:nvPr>
        </p:nvSpPr>
        <p:spPr>
          <a:xfrm flipH="1">
            <a:off x="1037000" y="1928650"/>
            <a:ext cx="2067000" cy="430500"/>
          </a:xfrm>
          <a:prstGeom prst="rect">
            <a:avLst/>
          </a:prstGeom>
          <a:noFill/>
          <a:ln>
            <a:noFill/>
          </a:ln>
        </p:spPr>
        <p:txBody>
          <a:bodyPr anchorCtr="0" anchor="t" bIns="91425" lIns="91425" spcFirstLastPara="1" rIns="91425" wrap="square" tIns="0">
            <a:noAutofit/>
          </a:bodyPr>
          <a:lstStyle>
            <a:lvl1pPr lvl="0" algn="ctr">
              <a:lnSpc>
                <a:spcPct val="115000"/>
              </a:lnSpc>
              <a:spcBef>
                <a:spcPts val="0"/>
              </a:spcBef>
              <a:spcAft>
                <a:spcPts val="0"/>
              </a:spcAft>
              <a:buSzPts val="1400"/>
              <a:buFont typeface="Anaheim"/>
              <a:buNone/>
              <a:defRPr sz="1400">
                <a:latin typeface="Anaheim"/>
                <a:ea typeface="Anaheim"/>
                <a:cs typeface="Anaheim"/>
                <a:sym typeface="Anaheim"/>
              </a:defRPr>
            </a:lvl1pPr>
            <a:lvl2pPr lvl="1" algn="ctr">
              <a:lnSpc>
                <a:spcPct val="115000"/>
              </a:lnSpc>
              <a:spcBef>
                <a:spcPts val="0"/>
              </a:spcBef>
              <a:spcAft>
                <a:spcPts val="0"/>
              </a:spcAft>
              <a:buSzPts val="1400"/>
              <a:buFont typeface="Anaheim"/>
              <a:buNone/>
              <a:defRPr>
                <a:latin typeface="Anaheim"/>
                <a:ea typeface="Anaheim"/>
                <a:cs typeface="Anaheim"/>
                <a:sym typeface="Anaheim"/>
              </a:defRPr>
            </a:lvl2pPr>
            <a:lvl3pPr lvl="2" algn="ctr">
              <a:lnSpc>
                <a:spcPct val="115000"/>
              </a:lnSpc>
              <a:spcBef>
                <a:spcPts val="0"/>
              </a:spcBef>
              <a:spcAft>
                <a:spcPts val="0"/>
              </a:spcAft>
              <a:buSzPts val="1400"/>
              <a:buFont typeface="Anaheim"/>
              <a:buNone/>
              <a:defRPr sz="1400">
                <a:latin typeface="Anaheim"/>
                <a:ea typeface="Anaheim"/>
                <a:cs typeface="Anaheim"/>
                <a:sym typeface="Anaheim"/>
              </a:defRPr>
            </a:lvl3pPr>
            <a:lvl4pPr lvl="3" algn="ctr">
              <a:lnSpc>
                <a:spcPct val="115000"/>
              </a:lnSpc>
              <a:spcBef>
                <a:spcPts val="0"/>
              </a:spcBef>
              <a:spcAft>
                <a:spcPts val="0"/>
              </a:spcAft>
              <a:buSzPts val="1400"/>
              <a:buFont typeface="Anaheim"/>
              <a:buNone/>
              <a:defRPr sz="1400">
                <a:latin typeface="Anaheim"/>
                <a:ea typeface="Anaheim"/>
                <a:cs typeface="Anaheim"/>
                <a:sym typeface="Anaheim"/>
              </a:defRPr>
            </a:lvl4pPr>
            <a:lvl5pPr lvl="4" algn="ctr">
              <a:lnSpc>
                <a:spcPct val="115000"/>
              </a:lnSpc>
              <a:spcBef>
                <a:spcPts val="0"/>
              </a:spcBef>
              <a:spcAft>
                <a:spcPts val="0"/>
              </a:spcAft>
              <a:buSzPts val="1400"/>
              <a:buFont typeface="Anaheim"/>
              <a:buNone/>
              <a:defRPr sz="1400">
                <a:latin typeface="Anaheim"/>
                <a:ea typeface="Anaheim"/>
                <a:cs typeface="Anaheim"/>
                <a:sym typeface="Anaheim"/>
              </a:defRPr>
            </a:lvl5pPr>
            <a:lvl6pPr lvl="5" algn="ctr">
              <a:lnSpc>
                <a:spcPct val="115000"/>
              </a:lnSpc>
              <a:spcBef>
                <a:spcPts val="0"/>
              </a:spcBef>
              <a:spcAft>
                <a:spcPts val="0"/>
              </a:spcAft>
              <a:buSzPts val="1400"/>
              <a:buFont typeface="Anaheim"/>
              <a:buNone/>
              <a:defRPr sz="1400">
                <a:latin typeface="Anaheim"/>
                <a:ea typeface="Anaheim"/>
                <a:cs typeface="Anaheim"/>
                <a:sym typeface="Anaheim"/>
              </a:defRPr>
            </a:lvl6pPr>
            <a:lvl7pPr lvl="6" algn="ctr">
              <a:lnSpc>
                <a:spcPct val="115000"/>
              </a:lnSpc>
              <a:spcBef>
                <a:spcPts val="0"/>
              </a:spcBef>
              <a:spcAft>
                <a:spcPts val="0"/>
              </a:spcAft>
              <a:buSzPts val="1400"/>
              <a:buFont typeface="Anaheim"/>
              <a:buNone/>
              <a:defRPr sz="1400">
                <a:latin typeface="Anaheim"/>
                <a:ea typeface="Anaheim"/>
                <a:cs typeface="Anaheim"/>
                <a:sym typeface="Anaheim"/>
              </a:defRPr>
            </a:lvl7pPr>
            <a:lvl8pPr lvl="7" algn="ctr">
              <a:lnSpc>
                <a:spcPct val="115000"/>
              </a:lnSpc>
              <a:spcBef>
                <a:spcPts val="0"/>
              </a:spcBef>
              <a:spcAft>
                <a:spcPts val="0"/>
              </a:spcAft>
              <a:buSzPts val="1400"/>
              <a:buFont typeface="Anaheim"/>
              <a:buNone/>
              <a:defRPr sz="1400">
                <a:latin typeface="Anaheim"/>
                <a:ea typeface="Anaheim"/>
                <a:cs typeface="Anaheim"/>
                <a:sym typeface="Anaheim"/>
              </a:defRPr>
            </a:lvl8pPr>
            <a:lvl9pPr lvl="8" algn="ctr">
              <a:lnSpc>
                <a:spcPct val="115000"/>
              </a:lnSpc>
              <a:spcBef>
                <a:spcPts val="0"/>
              </a:spcBef>
              <a:spcAft>
                <a:spcPts val="0"/>
              </a:spcAft>
              <a:buSzPts val="1400"/>
              <a:buFont typeface="Anaheim"/>
              <a:buNone/>
              <a:defRPr sz="1400">
                <a:latin typeface="Anaheim"/>
                <a:ea typeface="Anaheim"/>
                <a:cs typeface="Anaheim"/>
                <a:sym typeface="Anaheim"/>
              </a:defRPr>
            </a:lvl9pPr>
          </a:lstStyle>
          <a:p/>
        </p:txBody>
      </p:sp>
      <p:sp>
        <p:nvSpPr>
          <p:cNvPr id="228" name="Google Shape;228;p45"/>
          <p:cNvSpPr txBox="1"/>
          <p:nvPr>
            <p:ph idx="4" type="ctrTitle"/>
          </p:nvPr>
        </p:nvSpPr>
        <p:spPr>
          <a:xfrm flipH="1">
            <a:off x="3829056" y="-219071"/>
            <a:ext cx="14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29" name="Google Shape;229;p45"/>
          <p:cNvSpPr txBox="1"/>
          <p:nvPr>
            <p:ph idx="5" type="subTitle"/>
          </p:nvPr>
        </p:nvSpPr>
        <p:spPr>
          <a:xfrm flipH="1">
            <a:off x="3539465" y="1928650"/>
            <a:ext cx="2067000" cy="430500"/>
          </a:xfrm>
          <a:prstGeom prst="rect">
            <a:avLst/>
          </a:prstGeom>
          <a:noFill/>
          <a:ln>
            <a:noFill/>
          </a:ln>
        </p:spPr>
        <p:txBody>
          <a:bodyPr anchorCtr="0" anchor="t" bIns="91425" lIns="91425" spcFirstLastPara="1" rIns="91425" wrap="square" tIns="0">
            <a:noAutofit/>
          </a:bodyPr>
          <a:lstStyle>
            <a:lvl1pPr lvl="0" algn="ctr">
              <a:lnSpc>
                <a:spcPct val="115000"/>
              </a:lnSpc>
              <a:spcBef>
                <a:spcPts val="0"/>
              </a:spcBef>
              <a:spcAft>
                <a:spcPts val="0"/>
              </a:spcAft>
              <a:buSzPts val="1400"/>
              <a:buFont typeface="Anaheim"/>
              <a:buNone/>
              <a:defRPr sz="1400">
                <a:latin typeface="Anaheim"/>
                <a:ea typeface="Anaheim"/>
                <a:cs typeface="Anaheim"/>
                <a:sym typeface="Anaheim"/>
              </a:defRPr>
            </a:lvl1pPr>
            <a:lvl2pPr lvl="1" algn="ctr">
              <a:lnSpc>
                <a:spcPct val="115000"/>
              </a:lnSpc>
              <a:spcBef>
                <a:spcPts val="0"/>
              </a:spcBef>
              <a:spcAft>
                <a:spcPts val="0"/>
              </a:spcAft>
              <a:buSzPts val="1400"/>
              <a:buFont typeface="Anaheim"/>
              <a:buNone/>
              <a:defRPr>
                <a:latin typeface="Anaheim"/>
                <a:ea typeface="Anaheim"/>
                <a:cs typeface="Anaheim"/>
                <a:sym typeface="Anaheim"/>
              </a:defRPr>
            </a:lvl2pPr>
            <a:lvl3pPr lvl="2" algn="ctr">
              <a:lnSpc>
                <a:spcPct val="115000"/>
              </a:lnSpc>
              <a:spcBef>
                <a:spcPts val="0"/>
              </a:spcBef>
              <a:spcAft>
                <a:spcPts val="0"/>
              </a:spcAft>
              <a:buSzPts val="1400"/>
              <a:buFont typeface="Anaheim"/>
              <a:buNone/>
              <a:defRPr sz="1400">
                <a:latin typeface="Anaheim"/>
                <a:ea typeface="Anaheim"/>
                <a:cs typeface="Anaheim"/>
                <a:sym typeface="Anaheim"/>
              </a:defRPr>
            </a:lvl3pPr>
            <a:lvl4pPr lvl="3" algn="ctr">
              <a:lnSpc>
                <a:spcPct val="115000"/>
              </a:lnSpc>
              <a:spcBef>
                <a:spcPts val="0"/>
              </a:spcBef>
              <a:spcAft>
                <a:spcPts val="0"/>
              </a:spcAft>
              <a:buSzPts val="1400"/>
              <a:buFont typeface="Anaheim"/>
              <a:buNone/>
              <a:defRPr sz="1400">
                <a:latin typeface="Anaheim"/>
                <a:ea typeface="Anaheim"/>
                <a:cs typeface="Anaheim"/>
                <a:sym typeface="Anaheim"/>
              </a:defRPr>
            </a:lvl4pPr>
            <a:lvl5pPr lvl="4" algn="ctr">
              <a:lnSpc>
                <a:spcPct val="115000"/>
              </a:lnSpc>
              <a:spcBef>
                <a:spcPts val="0"/>
              </a:spcBef>
              <a:spcAft>
                <a:spcPts val="0"/>
              </a:spcAft>
              <a:buSzPts val="1400"/>
              <a:buFont typeface="Anaheim"/>
              <a:buNone/>
              <a:defRPr sz="1400">
                <a:latin typeface="Anaheim"/>
                <a:ea typeface="Anaheim"/>
                <a:cs typeface="Anaheim"/>
                <a:sym typeface="Anaheim"/>
              </a:defRPr>
            </a:lvl5pPr>
            <a:lvl6pPr lvl="5" algn="ctr">
              <a:lnSpc>
                <a:spcPct val="115000"/>
              </a:lnSpc>
              <a:spcBef>
                <a:spcPts val="0"/>
              </a:spcBef>
              <a:spcAft>
                <a:spcPts val="0"/>
              </a:spcAft>
              <a:buSzPts val="1400"/>
              <a:buFont typeface="Anaheim"/>
              <a:buNone/>
              <a:defRPr sz="1400">
                <a:latin typeface="Anaheim"/>
                <a:ea typeface="Anaheim"/>
                <a:cs typeface="Anaheim"/>
                <a:sym typeface="Anaheim"/>
              </a:defRPr>
            </a:lvl6pPr>
            <a:lvl7pPr lvl="6" algn="ctr">
              <a:lnSpc>
                <a:spcPct val="115000"/>
              </a:lnSpc>
              <a:spcBef>
                <a:spcPts val="0"/>
              </a:spcBef>
              <a:spcAft>
                <a:spcPts val="0"/>
              </a:spcAft>
              <a:buSzPts val="1400"/>
              <a:buFont typeface="Anaheim"/>
              <a:buNone/>
              <a:defRPr sz="1400">
                <a:latin typeface="Anaheim"/>
                <a:ea typeface="Anaheim"/>
                <a:cs typeface="Anaheim"/>
                <a:sym typeface="Anaheim"/>
              </a:defRPr>
            </a:lvl7pPr>
            <a:lvl8pPr lvl="7" algn="ctr">
              <a:lnSpc>
                <a:spcPct val="115000"/>
              </a:lnSpc>
              <a:spcBef>
                <a:spcPts val="0"/>
              </a:spcBef>
              <a:spcAft>
                <a:spcPts val="0"/>
              </a:spcAft>
              <a:buSzPts val="1400"/>
              <a:buFont typeface="Anaheim"/>
              <a:buNone/>
              <a:defRPr sz="1400">
                <a:latin typeface="Anaheim"/>
                <a:ea typeface="Anaheim"/>
                <a:cs typeface="Anaheim"/>
                <a:sym typeface="Anaheim"/>
              </a:defRPr>
            </a:lvl8pPr>
            <a:lvl9pPr lvl="8" algn="ctr">
              <a:lnSpc>
                <a:spcPct val="115000"/>
              </a:lnSpc>
              <a:spcBef>
                <a:spcPts val="0"/>
              </a:spcBef>
              <a:spcAft>
                <a:spcPts val="0"/>
              </a:spcAft>
              <a:buSzPts val="1400"/>
              <a:buFont typeface="Anaheim"/>
              <a:buNone/>
              <a:defRPr sz="1400">
                <a:latin typeface="Anaheim"/>
                <a:ea typeface="Anaheim"/>
                <a:cs typeface="Anaheim"/>
                <a:sym typeface="Anaheim"/>
              </a:defRPr>
            </a:lvl9pPr>
          </a:lstStyle>
          <a:p/>
        </p:txBody>
      </p:sp>
      <p:sp>
        <p:nvSpPr>
          <p:cNvPr id="230" name="Google Shape;230;p45"/>
          <p:cNvSpPr txBox="1"/>
          <p:nvPr>
            <p:ph idx="6" type="title"/>
          </p:nvPr>
        </p:nvSpPr>
        <p:spPr>
          <a:xfrm>
            <a:off x="1278000" y="3420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231" name="Google Shape;231;p45"/>
          <p:cNvSpPr txBox="1"/>
          <p:nvPr>
            <p:ph idx="7" type="ctrTitle"/>
          </p:nvPr>
        </p:nvSpPr>
        <p:spPr>
          <a:xfrm flipH="1">
            <a:off x="3539112" y="1428754"/>
            <a:ext cx="20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r">
              <a:lnSpc>
                <a:spcPct val="100000"/>
              </a:lnSpc>
              <a:spcBef>
                <a:spcPts val="0"/>
              </a:spcBef>
              <a:spcAft>
                <a:spcPts val="0"/>
              </a:spcAft>
              <a:buClr>
                <a:schemeClr val="lt1"/>
              </a:buClr>
              <a:buSzPts val="1800"/>
              <a:buNone/>
              <a:defRPr sz="1800">
                <a:solidFill>
                  <a:schemeClr val="lt1"/>
                </a:solidFill>
              </a:defRPr>
            </a:lvl2pPr>
            <a:lvl3pPr lvl="2" algn="r">
              <a:lnSpc>
                <a:spcPct val="100000"/>
              </a:lnSpc>
              <a:spcBef>
                <a:spcPts val="0"/>
              </a:spcBef>
              <a:spcAft>
                <a:spcPts val="0"/>
              </a:spcAft>
              <a:buClr>
                <a:schemeClr val="lt1"/>
              </a:buClr>
              <a:buSzPts val="1800"/>
              <a:buNone/>
              <a:defRPr sz="1800">
                <a:solidFill>
                  <a:schemeClr val="lt1"/>
                </a:solidFill>
              </a:defRPr>
            </a:lvl3pPr>
            <a:lvl4pPr lvl="3" algn="r">
              <a:lnSpc>
                <a:spcPct val="100000"/>
              </a:lnSpc>
              <a:spcBef>
                <a:spcPts val="0"/>
              </a:spcBef>
              <a:spcAft>
                <a:spcPts val="0"/>
              </a:spcAft>
              <a:buClr>
                <a:schemeClr val="lt1"/>
              </a:buClr>
              <a:buSzPts val="1800"/>
              <a:buNone/>
              <a:defRPr sz="1800">
                <a:solidFill>
                  <a:schemeClr val="lt1"/>
                </a:solidFill>
              </a:defRPr>
            </a:lvl4pPr>
            <a:lvl5pPr lvl="4" algn="r">
              <a:lnSpc>
                <a:spcPct val="100000"/>
              </a:lnSpc>
              <a:spcBef>
                <a:spcPts val="0"/>
              </a:spcBef>
              <a:spcAft>
                <a:spcPts val="0"/>
              </a:spcAft>
              <a:buClr>
                <a:schemeClr val="lt1"/>
              </a:buClr>
              <a:buSzPts val="1800"/>
              <a:buNone/>
              <a:defRPr sz="1800">
                <a:solidFill>
                  <a:schemeClr val="lt1"/>
                </a:solidFill>
              </a:defRPr>
            </a:lvl5pPr>
            <a:lvl6pPr lvl="5" algn="r">
              <a:lnSpc>
                <a:spcPct val="100000"/>
              </a:lnSpc>
              <a:spcBef>
                <a:spcPts val="0"/>
              </a:spcBef>
              <a:spcAft>
                <a:spcPts val="0"/>
              </a:spcAft>
              <a:buClr>
                <a:schemeClr val="lt1"/>
              </a:buClr>
              <a:buSzPts val="1800"/>
              <a:buNone/>
              <a:defRPr sz="1800">
                <a:solidFill>
                  <a:schemeClr val="lt1"/>
                </a:solidFill>
              </a:defRPr>
            </a:lvl6pPr>
            <a:lvl7pPr lvl="6" algn="r">
              <a:lnSpc>
                <a:spcPct val="100000"/>
              </a:lnSpc>
              <a:spcBef>
                <a:spcPts val="0"/>
              </a:spcBef>
              <a:spcAft>
                <a:spcPts val="0"/>
              </a:spcAft>
              <a:buClr>
                <a:schemeClr val="lt1"/>
              </a:buClr>
              <a:buSzPts val="1800"/>
              <a:buNone/>
              <a:defRPr sz="1800">
                <a:solidFill>
                  <a:schemeClr val="lt1"/>
                </a:solidFill>
              </a:defRPr>
            </a:lvl7pPr>
            <a:lvl8pPr lvl="7" algn="r">
              <a:lnSpc>
                <a:spcPct val="100000"/>
              </a:lnSpc>
              <a:spcBef>
                <a:spcPts val="0"/>
              </a:spcBef>
              <a:spcAft>
                <a:spcPts val="0"/>
              </a:spcAft>
              <a:buClr>
                <a:schemeClr val="lt1"/>
              </a:buClr>
              <a:buSzPts val="1800"/>
              <a:buNone/>
              <a:defRPr sz="1800">
                <a:solidFill>
                  <a:schemeClr val="lt1"/>
                </a:solidFill>
              </a:defRPr>
            </a:lvl8pPr>
            <a:lvl9pPr lvl="8" algn="r">
              <a:lnSpc>
                <a:spcPct val="100000"/>
              </a:lnSpc>
              <a:spcBef>
                <a:spcPts val="0"/>
              </a:spcBef>
              <a:spcAft>
                <a:spcPts val="0"/>
              </a:spcAft>
              <a:buClr>
                <a:schemeClr val="lt1"/>
              </a:buClr>
              <a:buSzPts val="1800"/>
              <a:buNone/>
              <a:defRPr sz="1800">
                <a:solidFill>
                  <a:schemeClr val="lt1"/>
                </a:solidFill>
              </a:defRPr>
            </a:lvl9pPr>
          </a:lstStyle>
          <a:p/>
        </p:txBody>
      </p:sp>
      <p:sp>
        <p:nvSpPr>
          <p:cNvPr id="232" name="Google Shape;232;p45"/>
          <p:cNvSpPr txBox="1"/>
          <p:nvPr>
            <p:ph idx="8" type="ctrTitle"/>
          </p:nvPr>
        </p:nvSpPr>
        <p:spPr>
          <a:xfrm flipH="1">
            <a:off x="6041962" y="1428754"/>
            <a:ext cx="2066400" cy="430500"/>
          </a:xfrm>
          <a:prstGeom prst="rect">
            <a:avLst/>
          </a:prstGeom>
          <a:noFill/>
          <a:ln>
            <a:noFill/>
          </a:ln>
        </p:spPr>
        <p:txBody>
          <a:bodyPr anchorCtr="0" anchor="b" bIns="0" lIns="91425" spcFirstLastPara="1" rIns="91425" wrap="square" tIns="91425">
            <a:noAutofit/>
          </a:bodyPr>
          <a:lstStyle>
            <a:lvl1pPr lvl="0" algn="ctr">
              <a:lnSpc>
                <a:spcPct val="100000"/>
              </a:lnSpc>
              <a:spcBef>
                <a:spcPts val="0"/>
              </a:spcBef>
              <a:spcAft>
                <a:spcPts val="0"/>
              </a:spcAft>
              <a:buClr>
                <a:schemeClr val="lt1"/>
              </a:buClr>
              <a:buSzPts val="2400"/>
              <a:buNone/>
              <a:defRPr sz="2200"/>
            </a:lvl1pPr>
            <a:lvl2pPr lvl="1" algn="r">
              <a:lnSpc>
                <a:spcPct val="100000"/>
              </a:lnSpc>
              <a:spcBef>
                <a:spcPts val="0"/>
              </a:spcBef>
              <a:spcAft>
                <a:spcPts val="0"/>
              </a:spcAft>
              <a:buClr>
                <a:schemeClr val="lt1"/>
              </a:buClr>
              <a:buSzPts val="1800"/>
              <a:buNone/>
              <a:defRPr sz="1800">
                <a:solidFill>
                  <a:schemeClr val="lt1"/>
                </a:solidFill>
              </a:defRPr>
            </a:lvl2pPr>
            <a:lvl3pPr lvl="2" algn="r">
              <a:lnSpc>
                <a:spcPct val="100000"/>
              </a:lnSpc>
              <a:spcBef>
                <a:spcPts val="0"/>
              </a:spcBef>
              <a:spcAft>
                <a:spcPts val="0"/>
              </a:spcAft>
              <a:buClr>
                <a:schemeClr val="lt1"/>
              </a:buClr>
              <a:buSzPts val="1800"/>
              <a:buNone/>
              <a:defRPr sz="1800">
                <a:solidFill>
                  <a:schemeClr val="lt1"/>
                </a:solidFill>
              </a:defRPr>
            </a:lvl3pPr>
            <a:lvl4pPr lvl="3" algn="r">
              <a:lnSpc>
                <a:spcPct val="100000"/>
              </a:lnSpc>
              <a:spcBef>
                <a:spcPts val="0"/>
              </a:spcBef>
              <a:spcAft>
                <a:spcPts val="0"/>
              </a:spcAft>
              <a:buClr>
                <a:schemeClr val="lt1"/>
              </a:buClr>
              <a:buSzPts val="1800"/>
              <a:buNone/>
              <a:defRPr sz="1800">
                <a:solidFill>
                  <a:schemeClr val="lt1"/>
                </a:solidFill>
              </a:defRPr>
            </a:lvl4pPr>
            <a:lvl5pPr lvl="4" algn="r">
              <a:lnSpc>
                <a:spcPct val="100000"/>
              </a:lnSpc>
              <a:spcBef>
                <a:spcPts val="0"/>
              </a:spcBef>
              <a:spcAft>
                <a:spcPts val="0"/>
              </a:spcAft>
              <a:buClr>
                <a:schemeClr val="lt1"/>
              </a:buClr>
              <a:buSzPts val="1800"/>
              <a:buNone/>
              <a:defRPr sz="1800">
                <a:solidFill>
                  <a:schemeClr val="lt1"/>
                </a:solidFill>
              </a:defRPr>
            </a:lvl5pPr>
            <a:lvl6pPr lvl="5" algn="r">
              <a:lnSpc>
                <a:spcPct val="100000"/>
              </a:lnSpc>
              <a:spcBef>
                <a:spcPts val="0"/>
              </a:spcBef>
              <a:spcAft>
                <a:spcPts val="0"/>
              </a:spcAft>
              <a:buClr>
                <a:schemeClr val="lt1"/>
              </a:buClr>
              <a:buSzPts val="1800"/>
              <a:buNone/>
              <a:defRPr sz="1800">
                <a:solidFill>
                  <a:schemeClr val="lt1"/>
                </a:solidFill>
              </a:defRPr>
            </a:lvl6pPr>
            <a:lvl7pPr lvl="6" algn="r">
              <a:lnSpc>
                <a:spcPct val="100000"/>
              </a:lnSpc>
              <a:spcBef>
                <a:spcPts val="0"/>
              </a:spcBef>
              <a:spcAft>
                <a:spcPts val="0"/>
              </a:spcAft>
              <a:buClr>
                <a:schemeClr val="lt1"/>
              </a:buClr>
              <a:buSzPts val="1800"/>
              <a:buNone/>
              <a:defRPr sz="1800">
                <a:solidFill>
                  <a:schemeClr val="lt1"/>
                </a:solidFill>
              </a:defRPr>
            </a:lvl7pPr>
            <a:lvl8pPr lvl="7" algn="r">
              <a:lnSpc>
                <a:spcPct val="100000"/>
              </a:lnSpc>
              <a:spcBef>
                <a:spcPts val="0"/>
              </a:spcBef>
              <a:spcAft>
                <a:spcPts val="0"/>
              </a:spcAft>
              <a:buClr>
                <a:schemeClr val="lt1"/>
              </a:buClr>
              <a:buSzPts val="1800"/>
              <a:buNone/>
              <a:defRPr sz="1800">
                <a:solidFill>
                  <a:schemeClr val="lt1"/>
                </a:solidFill>
              </a:defRPr>
            </a:lvl8pPr>
            <a:lvl9pPr lvl="8" algn="r">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233" name="Shape 233"/>
        <p:cNvGrpSpPr/>
        <p:nvPr/>
      </p:nvGrpSpPr>
      <p:grpSpPr>
        <a:xfrm>
          <a:off x="0" y="0"/>
          <a:ext cx="0" cy="0"/>
          <a:chOff x="0" y="0"/>
          <a:chExt cx="0" cy="0"/>
        </a:xfrm>
      </p:grpSpPr>
      <p:sp>
        <p:nvSpPr>
          <p:cNvPr id="234" name="Google Shape;234;p46"/>
          <p:cNvSpPr/>
          <p:nvPr/>
        </p:nvSpPr>
        <p:spPr>
          <a:xfrm>
            <a:off x="0" y="1584850"/>
            <a:ext cx="4361919" cy="241405"/>
          </a:xfrm>
          <a:custGeom>
            <a:rect b="b" l="l" r="r" t="t"/>
            <a:pathLst>
              <a:path extrusionOk="0" h="5859" w="146079">
                <a:moveTo>
                  <a:pt x="1" y="1"/>
                </a:moveTo>
                <a:lnTo>
                  <a:pt x="1" y="5858"/>
                </a:lnTo>
                <a:lnTo>
                  <a:pt x="146079" y="5858"/>
                </a:lnTo>
                <a:lnTo>
                  <a:pt x="146079"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46"/>
          <p:cNvSpPr/>
          <p:nvPr/>
        </p:nvSpPr>
        <p:spPr>
          <a:xfrm>
            <a:off x="6076300" y="1584850"/>
            <a:ext cx="1243658" cy="241393"/>
          </a:xfrm>
          <a:custGeom>
            <a:rect b="b" l="l" r="r" t="t"/>
            <a:pathLst>
              <a:path extrusionOk="0" h="5847" w="19503">
                <a:moveTo>
                  <a:pt x="0" y="1"/>
                </a:moveTo>
                <a:lnTo>
                  <a:pt x="0" y="5847"/>
                </a:lnTo>
                <a:lnTo>
                  <a:pt x="19503" y="5847"/>
                </a:lnTo>
                <a:lnTo>
                  <a:pt x="1950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46"/>
          <p:cNvSpPr/>
          <p:nvPr/>
        </p:nvSpPr>
        <p:spPr>
          <a:xfrm>
            <a:off x="2172024" y="3002644"/>
            <a:ext cx="1243656" cy="240911"/>
          </a:xfrm>
          <a:custGeom>
            <a:rect b="b" l="l" r="r" t="t"/>
            <a:pathLst>
              <a:path extrusionOk="0" h="5847" w="30184">
                <a:moveTo>
                  <a:pt x="1" y="0"/>
                </a:moveTo>
                <a:lnTo>
                  <a:pt x="1" y="5846"/>
                </a:lnTo>
                <a:lnTo>
                  <a:pt x="30183" y="5846"/>
                </a:lnTo>
                <a:lnTo>
                  <a:pt x="30183"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p46"/>
          <p:cNvSpPr/>
          <p:nvPr/>
        </p:nvSpPr>
        <p:spPr>
          <a:xfrm>
            <a:off x="4667250" y="3002650"/>
            <a:ext cx="4476882" cy="240896"/>
          </a:xfrm>
          <a:custGeom>
            <a:rect b="b" l="l" r="r" t="t"/>
            <a:pathLst>
              <a:path extrusionOk="0" h="5847" w="106491">
                <a:moveTo>
                  <a:pt x="1" y="0"/>
                </a:moveTo>
                <a:lnTo>
                  <a:pt x="1" y="5846"/>
                </a:lnTo>
                <a:lnTo>
                  <a:pt x="106490" y="5846"/>
                </a:lnTo>
                <a:lnTo>
                  <a:pt x="106490" y="0"/>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p46"/>
          <p:cNvSpPr/>
          <p:nvPr/>
        </p:nvSpPr>
        <p:spPr>
          <a:xfrm>
            <a:off x="4552950" y="1584850"/>
            <a:ext cx="1342466" cy="241405"/>
          </a:xfrm>
          <a:custGeom>
            <a:rect b="b" l="l" r="r" t="t"/>
            <a:pathLst>
              <a:path extrusionOk="0" h="5859" w="146079">
                <a:moveTo>
                  <a:pt x="1" y="1"/>
                </a:moveTo>
                <a:lnTo>
                  <a:pt x="1" y="5858"/>
                </a:lnTo>
                <a:lnTo>
                  <a:pt x="146079" y="5858"/>
                </a:lnTo>
                <a:lnTo>
                  <a:pt x="146079"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46"/>
          <p:cNvSpPr txBox="1"/>
          <p:nvPr>
            <p:ph type="ctrTitle"/>
          </p:nvPr>
        </p:nvSpPr>
        <p:spPr>
          <a:xfrm flipH="1">
            <a:off x="2189800" y="1848349"/>
            <a:ext cx="2163900" cy="2409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3500"/>
              <a:buNone/>
              <a:defRPr sz="3500"/>
            </a:lvl1pPr>
            <a:lvl2pPr lvl="1" algn="ctr">
              <a:lnSpc>
                <a:spcPct val="100000"/>
              </a:lnSpc>
              <a:spcBef>
                <a:spcPts val="0"/>
              </a:spcBef>
              <a:spcAft>
                <a:spcPts val="0"/>
              </a:spcAft>
              <a:buClr>
                <a:srgbClr val="434343"/>
              </a:buClr>
              <a:buSzPts val="3500"/>
              <a:buNone/>
              <a:defRPr b="1" sz="3500">
                <a:solidFill>
                  <a:srgbClr val="434343"/>
                </a:solidFill>
              </a:defRPr>
            </a:lvl2pPr>
            <a:lvl3pPr lvl="2" algn="ctr">
              <a:lnSpc>
                <a:spcPct val="100000"/>
              </a:lnSpc>
              <a:spcBef>
                <a:spcPts val="0"/>
              </a:spcBef>
              <a:spcAft>
                <a:spcPts val="0"/>
              </a:spcAft>
              <a:buClr>
                <a:srgbClr val="434343"/>
              </a:buClr>
              <a:buSzPts val="3500"/>
              <a:buNone/>
              <a:defRPr b="1" sz="3500">
                <a:solidFill>
                  <a:srgbClr val="434343"/>
                </a:solidFill>
              </a:defRPr>
            </a:lvl3pPr>
            <a:lvl4pPr lvl="3" algn="ctr">
              <a:lnSpc>
                <a:spcPct val="100000"/>
              </a:lnSpc>
              <a:spcBef>
                <a:spcPts val="0"/>
              </a:spcBef>
              <a:spcAft>
                <a:spcPts val="0"/>
              </a:spcAft>
              <a:buClr>
                <a:srgbClr val="434343"/>
              </a:buClr>
              <a:buSzPts val="3500"/>
              <a:buNone/>
              <a:defRPr b="1" sz="3500">
                <a:solidFill>
                  <a:srgbClr val="434343"/>
                </a:solidFill>
              </a:defRPr>
            </a:lvl4pPr>
            <a:lvl5pPr lvl="4" algn="ctr">
              <a:lnSpc>
                <a:spcPct val="100000"/>
              </a:lnSpc>
              <a:spcBef>
                <a:spcPts val="0"/>
              </a:spcBef>
              <a:spcAft>
                <a:spcPts val="0"/>
              </a:spcAft>
              <a:buClr>
                <a:srgbClr val="434343"/>
              </a:buClr>
              <a:buSzPts val="3500"/>
              <a:buNone/>
              <a:defRPr b="1" sz="3500">
                <a:solidFill>
                  <a:srgbClr val="434343"/>
                </a:solidFill>
              </a:defRPr>
            </a:lvl5pPr>
            <a:lvl6pPr lvl="5" algn="ctr">
              <a:lnSpc>
                <a:spcPct val="100000"/>
              </a:lnSpc>
              <a:spcBef>
                <a:spcPts val="0"/>
              </a:spcBef>
              <a:spcAft>
                <a:spcPts val="0"/>
              </a:spcAft>
              <a:buClr>
                <a:srgbClr val="434343"/>
              </a:buClr>
              <a:buSzPts val="3500"/>
              <a:buNone/>
              <a:defRPr b="1" sz="3500">
                <a:solidFill>
                  <a:srgbClr val="434343"/>
                </a:solidFill>
              </a:defRPr>
            </a:lvl6pPr>
            <a:lvl7pPr lvl="6" algn="ctr">
              <a:lnSpc>
                <a:spcPct val="100000"/>
              </a:lnSpc>
              <a:spcBef>
                <a:spcPts val="0"/>
              </a:spcBef>
              <a:spcAft>
                <a:spcPts val="0"/>
              </a:spcAft>
              <a:buClr>
                <a:srgbClr val="434343"/>
              </a:buClr>
              <a:buSzPts val="3500"/>
              <a:buNone/>
              <a:defRPr b="1" sz="3500">
                <a:solidFill>
                  <a:srgbClr val="434343"/>
                </a:solidFill>
              </a:defRPr>
            </a:lvl7pPr>
            <a:lvl8pPr lvl="7" algn="ctr">
              <a:lnSpc>
                <a:spcPct val="100000"/>
              </a:lnSpc>
              <a:spcBef>
                <a:spcPts val="0"/>
              </a:spcBef>
              <a:spcAft>
                <a:spcPts val="0"/>
              </a:spcAft>
              <a:buClr>
                <a:srgbClr val="434343"/>
              </a:buClr>
              <a:buSzPts val="3500"/>
              <a:buNone/>
              <a:defRPr b="1" sz="3500">
                <a:solidFill>
                  <a:srgbClr val="434343"/>
                </a:solidFill>
              </a:defRPr>
            </a:lvl8pPr>
            <a:lvl9pPr lvl="8" algn="ctr">
              <a:lnSpc>
                <a:spcPct val="100000"/>
              </a:lnSpc>
              <a:spcBef>
                <a:spcPts val="0"/>
              </a:spcBef>
              <a:spcAft>
                <a:spcPts val="0"/>
              </a:spcAft>
              <a:buClr>
                <a:srgbClr val="434343"/>
              </a:buClr>
              <a:buSzPts val="3500"/>
              <a:buNone/>
              <a:defRPr b="1" sz="3500">
                <a:solidFill>
                  <a:srgbClr val="434343"/>
                </a:solidFill>
              </a:defRPr>
            </a:lvl9pPr>
          </a:lstStyle>
          <a:p/>
        </p:txBody>
      </p:sp>
      <p:sp>
        <p:nvSpPr>
          <p:cNvPr id="240" name="Google Shape;240;p46"/>
          <p:cNvSpPr txBox="1"/>
          <p:nvPr>
            <p:ph idx="1" type="subTitle"/>
          </p:nvPr>
        </p:nvSpPr>
        <p:spPr>
          <a:xfrm flipH="1">
            <a:off x="2189801" y="2162325"/>
            <a:ext cx="2163900" cy="426600"/>
          </a:xfrm>
          <a:prstGeom prst="rect">
            <a:avLst/>
          </a:prstGeom>
          <a:noFill/>
          <a:ln>
            <a:noFill/>
          </a:ln>
        </p:spPr>
        <p:txBody>
          <a:bodyPr anchorCtr="0" anchor="t" bIns="0" lIns="91425" spcFirstLastPara="1" rIns="91425" wrap="square" tIns="0">
            <a:noAutofit/>
          </a:bodyPr>
          <a:lstStyle>
            <a:lvl1pPr lvl="0" algn="l">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
        <p:nvSpPr>
          <p:cNvPr id="241" name="Google Shape;241;p46"/>
          <p:cNvSpPr txBox="1"/>
          <p:nvPr>
            <p:ph idx="2" type="ctrTitle"/>
          </p:nvPr>
        </p:nvSpPr>
        <p:spPr>
          <a:xfrm flipH="1">
            <a:off x="4811675" y="1848401"/>
            <a:ext cx="2163900" cy="2409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3500"/>
              <a:buNone/>
              <a:defRPr sz="3500"/>
            </a:lvl1pPr>
            <a:lvl2pPr lvl="1" algn="r">
              <a:lnSpc>
                <a:spcPct val="100000"/>
              </a:lnSpc>
              <a:spcBef>
                <a:spcPts val="0"/>
              </a:spcBef>
              <a:spcAft>
                <a:spcPts val="0"/>
              </a:spcAft>
              <a:buClr>
                <a:srgbClr val="434343"/>
              </a:buClr>
              <a:buSzPts val="3500"/>
              <a:buNone/>
              <a:defRPr b="1" sz="3500">
                <a:solidFill>
                  <a:srgbClr val="434343"/>
                </a:solidFill>
              </a:defRPr>
            </a:lvl2pPr>
            <a:lvl3pPr lvl="2" algn="r">
              <a:lnSpc>
                <a:spcPct val="100000"/>
              </a:lnSpc>
              <a:spcBef>
                <a:spcPts val="0"/>
              </a:spcBef>
              <a:spcAft>
                <a:spcPts val="0"/>
              </a:spcAft>
              <a:buClr>
                <a:srgbClr val="434343"/>
              </a:buClr>
              <a:buSzPts val="3500"/>
              <a:buNone/>
              <a:defRPr b="1" sz="3500">
                <a:solidFill>
                  <a:srgbClr val="434343"/>
                </a:solidFill>
              </a:defRPr>
            </a:lvl3pPr>
            <a:lvl4pPr lvl="3" algn="r">
              <a:lnSpc>
                <a:spcPct val="100000"/>
              </a:lnSpc>
              <a:spcBef>
                <a:spcPts val="0"/>
              </a:spcBef>
              <a:spcAft>
                <a:spcPts val="0"/>
              </a:spcAft>
              <a:buClr>
                <a:srgbClr val="434343"/>
              </a:buClr>
              <a:buSzPts val="3500"/>
              <a:buNone/>
              <a:defRPr b="1" sz="3500">
                <a:solidFill>
                  <a:srgbClr val="434343"/>
                </a:solidFill>
              </a:defRPr>
            </a:lvl4pPr>
            <a:lvl5pPr lvl="4" algn="r">
              <a:lnSpc>
                <a:spcPct val="100000"/>
              </a:lnSpc>
              <a:spcBef>
                <a:spcPts val="0"/>
              </a:spcBef>
              <a:spcAft>
                <a:spcPts val="0"/>
              </a:spcAft>
              <a:buClr>
                <a:srgbClr val="434343"/>
              </a:buClr>
              <a:buSzPts val="3500"/>
              <a:buNone/>
              <a:defRPr b="1" sz="3500">
                <a:solidFill>
                  <a:srgbClr val="434343"/>
                </a:solidFill>
              </a:defRPr>
            </a:lvl5pPr>
            <a:lvl6pPr lvl="5" algn="r">
              <a:lnSpc>
                <a:spcPct val="100000"/>
              </a:lnSpc>
              <a:spcBef>
                <a:spcPts val="0"/>
              </a:spcBef>
              <a:spcAft>
                <a:spcPts val="0"/>
              </a:spcAft>
              <a:buClr>
                <a:srgbClr val="434343"/>
              </a:buClr>
              <a:buSzPts val="3500"/>
              <a:buNone/>
              <a:defRPr b="1" sz="3500">
                <a:solidFill>
                  <a:srgbClr val="434343"/>
                </a:solidFill>
              </a:defRPr>
            </a:lvl6pPr>
            <a:lvl7pPr lvl="6" algn="r">
              <a:lnSpc>
                <a:spcPct val="100000"/>
              </a:lnSpc>
              <a:spcBef>
                <a:spcPts val="0"/>
              </a:spcBef>
              <a:spcAft>
                <a:spcPts val="0"/>
              </a:spcAft>
              <a:buClr>
                <a:srgbClr val="434343"/>
              </a:buClr>
              <a:buSzPts val="3500"/>
              <a:buNone/>
              <a:defRPr b="1" sz="3500">
                <a:solidFill>
                  <a:srgbClr val="434343"/>
                </a:solidFill>
              </a:defRPr>
            </a:lvl7pPr>
            <a:lvl8pPr lvl="7" algn="r">
              <a:lnSpc>
                <a:spcPct val="100000"/>
              </a:lnSpc>
              <a:spcBef>
                <a:spcPts val="0"/>
              </a:spcBef>
              <a:spcAft>
                <a:spcPts val="0"/>
              </a:spcAft>
              <a:buClr>
                <a:srgbClr val="434343"/>
              </a:buClr>
              <a:buSzPts val="3500"/>
              <a:buNone/>
              <a:defRPr b="1" sz="3500">
                <a:solidFill>
                  <a:srgbClr val="434343"/>
                </a:solidFill>
              </a:defRPr>
            </a:lvl8pPr>
            <a:lvl9pPr lvl="8" algn="r">
              <a:lnSpc>
                <a:spcPct val="100000"/>
              </a:lnSpc>
              <a:spcBef>
                <a:spcPts val="0"/>
              </a:spcBef>
              <a:spcAft>
                <a:spcPts val="0"/>
              </a:spcAft>
              <a:buClr>
                <a:srgbClr val="434343"/>
              </a:buClr>
              <a:buSzPts val="3500"/>
              <a:buNone/>
              <a:defRPr b="1" sz="3500">
                <a:solidFill>
                  <a:srgbClr val="434343"/>
                </a:solidFill>
              </a:defRPr>
            </a:lvl9pPr>
          </a:lstStyle>
          <a:p/>
        </p:txBody>
      </p:sp>
      <p:sp>
        <p:nvSpPr>
          <p:cNvPr id="242" name="Google Shape;242;p46"/>
          <p:cNvSpPr txBox="1"/>
          <p:nvPr>
            <p:ph idx="3" type="subTitle"/>
          </p:nvPr>
        </p:nvSpPr>
        <p:spPr>
          <a:xfrm flipH="1">
            <a:off x="4811675" y="2163531"/>
            <a:ext cx="2163900" cy="426600"/>
          </a:xfrm>
          <a:prstGeom prst="rect">
            <a:avLst/>
          </a:prstGeom>
          <a:noFill/>
          <a:ln>
            <a:noFill/>
          </a:ln>
        </p:spPr>
        <p:txBody>
          <a:bodyPr anchorCtr="0" anchor="t" bIns="0" lIns="91425" spcFirstLastPara="1" rIns="91425" wrap="square" tIns="0">
            <a:noAutofit/>
          </a:bodyPr>
          <a:lstStyle>
            <a:lvl1pPr lvl="0"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
        <p:nvSpPr>
          <p:cNvPr id="243" name="Google Shape;243;p46"/>
          <p:cNvSpPr txBox="1"/>
          <p:nvPr>
            <p:ph idx="4" type="ctrTitle"/>
          </p:nvPr>
        </p:nvSpPr>
        <p:spPr>
          <a:xfrm flipH="1">
            <a:off x="2189796" y="3103412"/>
            <a:ext cx="2163900" cy="577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Clr>
                <a:srgbClr val="434343"/>
              </a:buClr>
              <a:buSzPts val="1800"/>
              <a:buNone/>
              <a:defRPr sz="1800">
                <a:solidFill>
                  <a:srgbClr val="434343"/>
                </a:solidFill>
              </a:defRPr>
            </a:lvl2pPr>
            <a:lvl3pPr lvl="2" algn="ctr">
              <a:lnSpc>
                <a:spcPct val="100000"/>
              </a:lnSpc>
              <a:spcBef>
                <a:spcPts val="0"/>
              </a:spcBef>
              <a:spcAft>
                <a:spcPts val="0"/>
              </a:spcAft>
              <a:buClr>
                <a:srgbClr val="434343"/>
              </a:buClr>
              <a:buSzPts val="1800"/>
              <a:buNone/>
              <a:defRPr sz="1800">
                <a:solidFill>
                  <a:srgbClr val="434343"/>
                </a:solidFill>
              </a:defRPr>
            </a:lvl3pPr>
            <a:lvl4pPr lvl="3" algn="ctr">
              <a:lnSpc>
                <a:spcPct val="100000"/>
              </a:lnSpc>
              <a:spcBef>
                <a:spcPts val="0"/>
              </a:spcBef>
              <a:spcAft>
                <a:spcPts val="0"/>
              </a:spcAft>
              <a:buClr>
                <a:srgbClr val="434343"/>
              </a:buClr>
              <a:buSzPts val="1800"/>
              <a:buNone/>
              <a:defRPr sz="1800">
                <a:solidFill>
                  <a:srgbClr val="434343"/>
                </a:solidFill>
              </a:defRPr>
            </a:lvl4pPr>
            <a:lvl5pPr lvl="4" algn="ctr">
              <a:lnSpc>
                <a:spcPct val="100000"/>
              </a:lnSpc>
              <a:spcBef>
                <a:spcPts val="0"/>
              </a:spcBef>
              <a:spcAft>
                <a:spcPts val="0"/>
              </a:spcAft>
              <a:buClr>
                <a:srgbClr val="434343"/>
              </a:buClr>
              <a:buSzPts val="1800"/>
              <a:buNone/>
              <a:defRPr sz="1800">
                <a:solidFill>
                  <a:srgbClr val="434343"/>
                </a:solidFill>
              </a:defRPr>
            </a:lvl5pPr>
            <a:lvl6pPr lvl="5" algn="ctr">
              <a:lnSpc>
                <a:spcPct val="100000"/>
              </a:lnSpc>
              <a:spcBef>
                <a:spcPts val="0"/>
              </a:spcBef>
              <a:spcAft>
                <a:spcPts val="0"/>
              </a:spcAft>
              <a:buClr>
                <a:srgbClr val="434343"/>
              </a:buClr>
              <a:buSzPts val="1800"/>
              <a:buNone/>
              <a:defRPr sz="1800">
                <a:solidFill>
                  <a:srgbClr val="434343"/>
                </a:solidFill>
              </a:defRPr>
            </a:lvl6pPr>
            <a:lvl7pPr lvl="6" algn="ctr">
              <a:lnSpc>
                <a:spcPct val="100000"/>
              </a:lnSpc>
              <a:spcBef>
                <a:spcPts val="0"/>
              </a:spcBef>
              <a:spcAft>
                <a:spcPts val="0"/>
              </a:spcAft>
              <a:buClr>
                <a:srgbClr val="434343"/>
              </a:buClr>
              <a:buSzPts val="1800"/>
              <a:buNone/>
              <a:defRPr sz="1800">
                <a:solidFill>
                  <a:srgbClr val="434343"/>
                </a:solidFill>
              </a:defRPr>
            </a:lvl7pPr>
            <a:lvl8pPr lvl="7" algn="ctr">
              <a:lnSpc>
                <a:spcPct val="100000"/>
              </a:lnSpc>
              <a:spcBef>
                <a:spcPts val="0"/>
              </a:spcBef>
              <a:spcAft>
                <a:spcPts val="0"/>
              </a:spcAft>
              <a:buClr>
                <a:srgbClr val="434343"/>
              </a:buClr>
              <a:buSzPts val="1800"/>
              <a:buNone/>
              <a:defRPr sz="1800">
                <a:solidFill>
                  <a:srgbClr val="434343"/>
                </a:solidFill>
              </a:defRPr>
            </a:lvl8pPr>
            <a:lvl9pPr lvl="8" algn="ctr">
              <a:lnSpc>
                <a:spcPct val="100000"/>
              </a:lnSpc>
              <a:spcBef>
                <a:spcPts val="0"/>
              </a:spcBef>
              <a:spcAft>
                <a:spcPts val="0"/>
              </a:spcAft>
              <a:buClr>
                <a:srgbClr val="434343"/>
              </a:buClr>
              <a:buSzPts val="1800"/>
              <a:buNone/>
              <a:defRPr sz="1800">
                <a:solidFill>
                  <a:srgbClr val="434343"/>
                </a:solidFill>
              </a:defRPr>
            </a:lvl9pPr>
          </a:lstStyle>
          <a:p/>
        </p:txBody>
      </p:sp>
      <p:sp>
        <p:nvSpPr>
          <p:cNvPr id="244" name="Google Shape;244;p46"/>
          <p:cNvSpPr txBox="1"/>
          <p:nvPr>
            <p:ph idx="5" type="title"/>
          </p:nvPr>
        </p:nvSpPr>
        <p:spPr>
          <a:xfrm>
            <a:off x="1278000" y="3420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solidFill>
                  <a:schemeClr val="dk2"/>
                </a:solidFill>
              </a:defRPr>
            </a:lvl2pPr>
            <a:lvl3pPr lvl="2" algn="ctr">
              <a:lnSpc>
                <a:spcPct val="100000"/>
              </a:lnSpc>
              <a:spcBef>
                <a:spcPts val="0"/>
              </a:spcBef>
              <a:spcAft>
                <a:spcPts val="0"/>
              </a:spcAft>
              <a:buSzPts val="2800"/>
              <a:buNone/>
              <a:defRPr sz="3000">
                <a:solidFill>
                  <a:schemeClr val="dk2"/>
                </a:solidFill>
              </a:defRPr>
            </a:lvl3pPr>
            <a:lvl4pPr lvl="3" algn="ctr">
              <a:lnSpc>
                <a:spcPct val="100000"/>
              </a:lnSpc>
              <a:spcBef>
                <a:spcPts val="0"/>
              </a:spcBef>
              <a:spcAft>
                <a:spcPts val="0"/>
              </a:spcAft>
              <a:buSzPts val="2800"/>
              <a:buNone/>
              <a:defRPr sz="3000">
                <a:solidFill>
                  <a:schemeClr val="dk2"/>
                </a:solidFill>
              </a:defRPr>
            </a:lvl4pPr>
            <a:lvl5pPr lvl="4" algn="ctr">
              <a:lnSpc>
                <a:spcPct val="100000"/>
              </a:lnSpc>
              <a:spcBef>
                <a:spcPts val="0"/>
              </a:spcBef>
              <a:spcAft>
                <a:spcPts val="0"/>
              </a:spcAft>
              <a:buSzPts val="2800"/>
              <a:buNone/>
              <a:defRPr sz="3000">
                <a:solidFill>
                  <a:schemeClr val="dk2"/>
                </a:solidFill>
              </a:defRPr>
            </a:lvl5pPr>
            <a:lvl6pPr lvl="5" algn="ctr">
              <a:lnSpc>
                <a:spcPct val="100000"/>
              </a:lnSpc>
              <a:spcBef>
                <a:spcPts val="0"/>
              </a:spcBef>
              <a:spcAft>
                <a:spcPts val="0"/>
              </a:spcAft>
              <a:buSzPts val="2800"/>
              <a:buNone/>
              <a:defRPr sz="3000">
                <a:solidFill>
                  <a:schemeClr val="dk2"/>
                </a:solidFill>
              </a:defRPr>
            </a:lvl6pPr>
            <a:lvl7pPr lvl="6" algn="ctr">
              <a:lnSpc>
                <a:spcPct val="100000"/>
              </a:lnSpc>
              <a:spcBef>
                <a:spcPts val="0"/>
              </a:spcBef>
              <a:spcAft>
                <a:spcPts val="0"/>
              </a:spcAft>
              <a:buSzPts val="2800"/>
              <a:buNone/>
              <a:defRPr sz="3000">
                <a:solidFill>
                  <a:schemeClr val="dk2"/>
                </a:solidFill>
              </a:defRPr>
            </a:lvl7pPr>
            <a:lvl8pPr lvl="7" algn="ctr">
              <a:lnSpc>
                <a:spcPct val="100000"/>
              </a:lnSpc>
              <a:spcBef>
                <a:spcPts val="0"/>
              </a:spcBef>
              <a:spcAft>
                <a:spcPts val="0"/>
              </a:spcAft>
              <a:buSzPts val="2800"/>
              <a:buNone/>
              <a:defRPr sz="3000">
                <a:solidFill>
                  <a:schemeClr val="dk2"/>
                </a:solidFill>
              </a:defRPr>
            </a:lvl8pPr>
            <a:lvl9pPr lvl="8" algn="ctr">
              <a:lnSpc>
                <a:spcPct val="100000"/>
              </a:lnSpc>
              <a:spcBef>
                <a:spcPts val="0"/>
              </a:spcBef>
              <a:spcAft>
                <a:spcPts val="0"/>
              </a:spcAft>
              <a:buSzPts val="2800"/>
              <a:buNone/>
              <a:defRPr sz="3000">
                <a:solidFill>
                  <a:schemeClr val="dk2"/>
                </a:solidFill>
              </a:defRPr>
            </a:lvl9pPr>
          </a:lstStyle>
          <a:p/>
        </p:txBody>
      </p:sp>
      <p:sp>
        <p:nvSpPr>
          <p:cNvPr id="245" name="Google Shape;245;p46"/>
          <p:cNvSpPr txBox="1"/>
          <p:nvPr>
            <p:ph idx="6" type="ctrTitle"/>
          </p:nvPr>
        </p:nvSpPr>
        <p:spPr>
          <a:xfrm flipH="1">
            <a:off x="2189800" y="3258286"/>
            <a:ext cx="2163900" cy="2409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3500"/>
              <a:buNone/>
              <a:defRPr sz="3500"/>
            </a:lvl1pPr>
            <a:lvl2pPr lvl="1" algn="ctr">
              <a:lnSpc>
                <a:spcPct val="100000"/>
              </a:lnSpc>
              <a:spcBef>
                <a:spcPts val="0"/>
              </a:spcBef>
              <a:spcAft>
                <a:spcPts val="0"/>
              </a:spcAft>
              <a:buClr>
                <a:srgbClr val="434343"/>
              </a:buClr>
              <a:buSzPts val="3500"/>
              <a:buNone/>
              <a:defRPr b="1" sz="3500">
                <a:solidFill>
                  <a:srgbClr val="434343"/>
                </a:solidFill>
              </a:defRPr>
            </a:lvl2pPr>
            <a:lvl3pPr lvl="2" algn="ctr">
              <a:lnSpc>
                <a:spcPct val="100000"/>
              </a:lnSpc>
              <a:spcBef>
                <a:spcPts val="0"/>
              </a:spcBef>
              <a:spcAft>
                <a:spcPts val="0"/>
              </a:spcAft>
              <a:buClr>
                <a:srgbClr val="434343"/>
              </a:buClr>
              <a:buSzPts val="3500"/>
              <a:buNone/>
              <a:defRPr b="1" sz="3500">
                <a:solidFill>
                  <a:srgbClr val="434343"/>
                </a:solidFill>
              </a:defRPr>
            </a:lvl3pPr>
            <a:lvl4pPr lvl="3" algn="ctr">
              <a:lnSpc>
                <a:spcPct val="100000"/>
              </a:lnSpc>
              <a:spcBef>
                <a:spcPts val="0"/>
              </a:spcBef>
              <a:spcAft>
                <a:spcPts val="0"/>
              </a:spcAft>
              <a:buClr>
                <a:srgbClr val="434343"/>
              </a:buClr>
              <a:buSzPts val="3500"/>
              <a:buNone/>
              <a:defRPr b="1" sz="3500">
                <a:solidFill>
                  <a:srgbClr val="434343"/>
                </a:solidFill>
              </a:defRPr>
            </a:lvl4pPr>
            <a:lvl5pPr lvl="4" algn="ctr">
              <a:lnSpc>
                <a:spcPct val="100000"/>
              </a:lnSpc>
              <a:spcBef>
                <a:spcPts val="0"/>
              </a:spcBef>
              <a:spcAft>
                <a:spcPts val="0"/>
              </a:spcAft>
              <a:buClr>
                <a:srgbClr val="434343"/>
              </a:buClr>
              <a:buSzPts val="3500"/>
              <a:buNone/>
              <a:defRPr b="1" sz="3500">
                <a:solidFill>
                  <a:srgbClr val="434343"/>
                </a:solidFill>
              </a:defRPr>
            </a:lvl5pPr>
            <a:lvl6pPr lvl="5" algn="ctr">
              <a:lnSpc>
                <a:spcPct val="100000"/>
              </a:lnSpc>
              <a:spcBef>
                <a:spcPts val="0"/>
              </a:spcBef>
              <a:spcAft>
                <a:spcPts val="0"/>
              </a:spcAft>
              <a:buClr>
                <a:srgbClr val="434343"/>
              </a:buClr>
              <a:buSzPts val="3500"/>
              <a:buNone/>
              <a:defRPr b="1" sz="3500">
                <a:solidFill>
                  <a:srgbClr val="434343"/>
                </a:solidFill>
              </a:defRPr>
            </a:lvl6pPr>
            <a:lvl7pPr lvl="6" algn="ctr">
              <a:lnSpc>
                <a:spcPct val="100000"/>
              </a:lnSpc>
              <a:spcBef>
                <a:spcPts val="0"/>
              </a:spcBef>
              <a:spcAft>
                <a:spcPts val="0"/>
              </a:spcAft>
              <a:buClr>
                <a:srgbClr val="434343"/>
              </a:buClr>
              <a:buSzPts val="3500"/>
              <a:buNone/>
              <a:defRPr b="1" sz="3500">
                <a:solidFill>
                  <a:srgbClr val="434343"/>
                </a:solidFill>
              </a:defRPr>
            </a:lvl7pPr>
            <a:lvl8pPr lvl="7" algn="ctr">
              <a:lnSpc>
                <a:spcPct val="100000"/>
              </a:lnSpc>
              <a:spcBef>
                <a:spcPts val="0"/>
              </a:spcBef>
              <a:spcAft>
                <a:spcPts val="0"/>
              </a:spcAft>
              <a:buClr>
                <a:srgbClr val="434343"/>
              </a:buClr>
              <a:buSzPts val="3500"/>
              <a:buNone/>
              <a:defRPr b="1" sz="3500">
                <a:solidFill>
                  <a:srgbClr val="434343"/>
                </a:solidFill>
              </a:defRPr>
            </a:lvl8pPr>
            <a:lvl9pPr lvl="8" algn="ctr">
              <a:lnSpc>
                <a:spcPct val="100000"/>
              </a:lnSpc>
              <a:spcBef>
                <a:spcPts val="0"/>
              </a:spcBef>
              <a:spcAft>
                <a:spcPts val="0"/>
              </a:spcAft>
              <a:buClr>
                <a:srgbClr val="434343"/>
              </a:buClr>
              <a:buSzPts val="3500"/>
              <a:buNone/>
              <a:defRPr b="1" sz="3500">
                <a:solidFill>
                  <a:srgbClr val="434343"/>
                </a:solidFill>
              </a:defRPr>
            </a:lvl9pPr>
          </a:lstStyle>
          <a:p/>
        </p:txBody>
      </p:sp>
      <p:sp>
        <p:nvSpPr>
          <p:cNvPr id="246" name="Google Shape;246;p46"/>
          <p:cNvSpPr txBox="1"/>
          <p:nvPr>
            <p:ph idx="7" type="subTitle"/>
          </p:nvPr>
        </p:nvSpPr>
        <p:spPr>
          <a:xfrm flipH="1">
            <a:off x="2189801" y="3572262"/>
            <a:ext cx="2163900" cy="426600"/>
          </a:xfrm>
          <a:prstGeom prst="rect">
            <a:avLst/>
          </a:prstGeom>
          <a:noFill/>
          <a:ln>
            <a:noFill/>
          </a:ln>
        </p:spPr>
        <p:txBody>
          <a:bodyPr anchorCtr="0" anchor="t" bIns="0" lIns="91425" spcFirstLastPara="1" rIns="91425" wrap="square" tIns="0">
            <a:noAutofit/>
          </a:bodyPr>
          <a:lstStyle>
            <a:lvl1pPr lvl="0" algn="l">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ct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
        <p:nvSpPr>
          <p:cNvPr id="247" name="Google Shape;247;p46"/>
          <p:cNvSpPr txBox="1"/>
          <p:nvPr>
            <p:ph idx="8" type="ctrTitle"/>
          </p:nvPr>
        </p:nvSpPr>
        <p:spPr>
          <a:xfrm flipH="1">
            <a:off x="4811675" y="3258338"/>
            <a:ext cx="2163900" cy="2409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3500"/>
              <a:buNone/>
              <a:defRPr sz="3500"/>
            </a:lvl1pPr>
            <a:lvl2pPr lvl="1" algn="r">
              <a:lnSpc>
                <a:spcPct val="100000"/>
              </a:lnSpc>
              <a:spcBef>
                <a:spcPts val="0"/>
              </a:spcBef>
              <a:spcAft>
                <a:spcPts val="0"/>
              </a:spcAft>
              <a:buClr>
                <a:srgbClr val="434343"/>
              </a:buClr>
              <a:buSzPts val="3500"/>
              <a:buNone/>
              <a:defRPr b="1" sz="3500">
                <a:solidFill>
                  <a:srgbClr val="434343"/>
                </a:solidFill>
              </a:defRPr>
            </a:lvl2pPr>
            <a:lvl3pPr lvl="2" algn="r">
              <a:lnSpc>
                <a:spcPct val="100000"/>
              </a:lnSpc>
              <a:spcBef>
                <a:spcPts val="0"/>
              </a:spcBef>
              <a:spcAft>
                <a:spcPts val="0"/>
              </a:spcAft>
              <a:buClr>
                <a:srgbClr val="434343"/>
              </a:buClr>
              <a:buSzPts val="3500"/>
              <a:buNone/>
              <a:defRPr b="1" sz="3500">
                <a:solidFill>
                  <a:srgbClr val="434343"/>
                </a:solidFill>
              </a:defRPr>
            </a:lvl3pPr>
            <a:lvl4pPr lvl="3" algn="r">
              <a:lnSpc>
                <a:spcPct val="100000"/>
              </a:lnSpc>
              <a:spcBef>
                <a:spcPts val="0"/>
              </a:spcBef>
              <a:spcAft>
                <a:spcPts val="0"/>
              </a:spcAft>
              <a:buClr>
                <a:srgbClr val="434343"/>
              </a:buClr>
              <a:buSzPts val="3500"/>
              <a:buNone/>
              <a:defRPr b="1" sz="3500">
                <a:solidFill>
                  <a:srgbClr val="434343"/>
                </a:solidFill>
              </a:defRPr>
            </a:lvl4pPr>
            <a:lvl5pPr lvl="4" algn="r">
              <a:lnSpc>
                <a:spcPct val="100000"/>
              </a:lnSpc>
              <a:spcBef>
                <a:spcPts val="0"/>
              </a:spcBef>
              <a:spcAft>
                <a:spcPts val="0"/>
              </a:spcAft>
              <a:buClr>
                <a:srgbClr val="434343"/>
              </a:buClr>
              <a:buSzPts val="3500"/>
              <a:buNone/>
              <a:defRPr b="1" sz="3500">
                <a:solidFill>
                  <a:srgbClr val="434343"/>
                </a:solidFill>
              </a:defRPr>
            </a:lvl5pPr>
            <a:lvl6pPr lvl="5" algn="r">
              <a:lnSpc>
                <a:spcPct val="100000"/>
              </a:lnSpc>
              <a:spcBef>
                <a:spcPts val="0"/>
              </a:spcBef>
              <a:spcAft>
                <a:spcPts val="0"/>
              </a:spcAft>
              <a:buClr>
                <a:srgbClr val="434343"/>
              </a:buClr>
              <a:buSzPts val="3500"/>
              <a:buNone/>
              <a:defRPr b="1" sz="3500">
                <a:solidFill>
                  <a:srgbClr val="434343"/>
                </a:solidFill>
              </a:defRPr>
            </a:lvl6pPr>
            <a:lvl7pPr lvl="6" algn="r">
              <a:lnSpc>
                <a:spcPct val="100000"/>
              </a:lnSpc>
              <a:spcBef>
                <a:spcPts val="0"/>
              </a:spcBef>
              <a:spcAft>
                <a:spcPts val="0"/>
              </a:spcAft>
              <a:buClr>
                <a:srgbClr val="434343"/>
              </a:buClr>
              <a:buSzPts val="3500"/>
              <a:buNone/>
              <a:defRPr b="1" sz="3500">
                <a:solidFill>
                  <a:srgbClr val="434343"/>
                </a:solidFill>
              </a:defRPr>
            </a:lvl7pPr>
            <a:lvl8pPr lvl="7" algn="r">
              <a:lnSpc>
                <a:spcPct val="100000"/>
              </a:lnSpc>
              <a:spcBef>
                <a:spcPts val="0"/>
              </a:spcBef>
              <a:spcAft>
                <a:spcPts val="0"/>
              </a:spcAft>
              <a:buClr>
                <a:srgbClr val="434343"/>
              </a:buClr>
              <a:buSzPts val="3500"/>
              <a:buNone/>
              <a:defRPr b="1" sz="3500">
                <a:solidFill>
                  <a:srgbClr val="434343"/>
                </a:solidFill>
              </a:defRPr>
            </a:lvl8pPr>
            <a:lvl9pPr lvl="8" algn="r">
              <a:lnSpc>
                <a:spcPct val="100000"/>
              </a:lnSpc>
              <a:spcBef>
                <a:spcPts val="0"/>
              </a:spcBef>
              <a:spcAft>
                <a:spcPts val="0"/>
              </a:spcAft>
              <a:buClr>
                <a:srgbClr val="434343"/>
              </a:buClr>
              <a:buSzPts val="3500"/>
              <a:buNone/>
              <a:defRPr b="1" sz="3500">
                <a:solidFill>
                  <a:srgbClr val="434343"/>
                </a:solidFill>
              </a:defRPr>
            </a:lvl9pPr>
          </a:lstStyle>
          <a:p/>
        </p:txBody>
      </p:sp>
      <p:sp>
        <p:nvSpPr>
          <p:cNvPr id="248" name="Google Shape;248;p46"/>
          <p:cNvSpPr txBox="1"/>
          <p:nvPr>
            <p:ph idx="9" type="subTitle"/>
          </p:nvPr>
        </p:nvSpPr>
        <p:spPr>
          <a:xfrm flipH="1">
            <a:off x="4811675" y="3573468"/>
            <a:ext cx="2163900" cy="426600"/>
          </a:xfrm>
          <a:prstGeom prst="rect">
            <a:avLst/>
          </a:prstGeom>
          <a:noFill/>
          <a:ln>
            <a:noFill/>
          </a:ln>
        </p:spPr>
        <p:txBody>
          <a:bodyPr anchorCtr="0" anchor="t" bIns="0" lIns="91425" spcFirstLastPara="1" rIns="91425" wrap="square" tIns="0">
            <a:noAutofit/>
          </a:bodyPr>
          <a:lstStyle>
            <a:lvl1pPr lvl="0"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1pPr>
            <a:lvl2pPr lvl="1"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2pPr>
            <a:lvl3pPr lvl="2"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3pPr>
            <a:lvl4pPr lvl="3"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4pPr>
            <a:lvl5pPr lvl="4"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5pPr>
            <a:lvl6pPr lvl="5"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6pPr>
            <a:lvl7pPr lvl="6"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7pPr>
            <a:lvl8pPr lvl="7"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8pPr>
            <a:lvl9pPr lvl="8" algn="r">
              <a:lnSpc>
                <a:spcPct val="100000"/>
              </a:lnSpc>
              <a:spcBef>
                <a:spcPts val="0"/>
              </a:spcBef>
              <a:spcAft>
                <a:spcPts val="0"/>
              </a:spcAft>
              <a:buSzPts val="2200"/>
              <a:buFont typeface="Overpass Mono"/>
              <a:buNone/>
              <a:defRPr b="1" sz="2200">
                <a:latin typeface="Overpass Mono"/>
                <a:ea typeface="Overpass Mono"/>
                <a:cs typeface="Overpass Mono"/>
                <a:sym typeface="Overpass Mono"/>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Four Columns">
  <p:cSld name="CUSTOM_6">
    <p:spTree>
      <p:nvGrpSpPr>
        <p:cNvPr id="249" name="Shape 249"/>
        <p:cNvGrpSpPr/>
        <p:nvPr/>
      </p:nvGrpSpPr>
      <p:grpSpPr>
        <a:xfrm>
          <a:off x="0" y="0"/>
          <a:ext cx="0" cy="0"/>
          <a:chOff x="0" y="0"/>
          <a:chExt cx="0" cy="0"/>
        </a:xfrm>
      </p:grpSpPr>
      <p:sp>
        <p:nvSpPr>
          <p:cNvPr id="250" name="Google Shape;250;p47"/>
          <p:cNvSpPr txBox="1"/>
          <p:nvPr>
            <p:ph type="ctrTitle"/>
          </p:nvPr>
        </p:nvSpPr>
        <p:spPr>
          <a:xfrm flipH="1">
            <a:off x="2266008" y="1775350"/>
            <a:ext cx="2163900" cy="3567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1" name="Google Shape;251;p47"/>
          <p:cNvSpPr txBox="1"/>
          <p:nvPr>
            <p:ph idx="2" type="ctrTitle"/>
          </p:nvPr>
        </p:nvSpPr>
        <p:spPr>
          <a:xfrm flipH="1">
            <a:off x="4714188" y="1775427"/>
            <a:ext cx="2163900" cy="3567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2" name="Google Shape;252;p47"/>
          <p:cNvSpPr txBox="1"/>
          <p:nvPr>
            <p:ph idx="1" type="subTitle"/>
          </p:nvPr>
        </p:nvSpPr>
        <p:spPr>
          <a:xfrm flipH="1">
            <a:off x="4714175" y="2208199"/>
            <a:ext cx="2163900" cy="413100"/>
          </a:xfrm>
          <a:prstGeom prst="rect">
            <a:avLst/>
          </a:prstGeom>
          <a:noFill/>
          <a:ln>
            <a:noFill/>
          </a:ln>
        </p:spPr>
        <p:txBody>
          <a:bodyPr anchorCtr="0" anchor="t" bIns="91425" lIns="91425" spcFirstLastPara="1" rIns="91425" wrap="square" tIns="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53" name="Google Shape;253;p47"/>
          <p:cNvSpPr txBox="1"/>
          <p:nvPr>
            <p:ph idx="3" type="ctrTitle"/>
          </p:nvPr>
        </p:nvSpPr>
        <p:spPr>
          <a:xfrm flipH="1">
            <a:off x="2266001" y="3155675"/>
            <a:ext cx="2163900" cy="356700"/>
          </a:xfrm>
          <a:prstGeom prst="rect">
            <a:avLst/>
          </a:prstGeom>
          <a:noFill/>
          <a:ln>
            <a:noFill/>
          </a:ln>
        </p:spPr>
        <p:txBody>
          <a:bodyPr anchorCtr="0" anchor="b" bIns="0" lIns="91425" spcFirstLastPara="1" rIns="91425" wrap="square" tIns="0">
            <a:noAutofit/>
          </a:bodyPr>
          <a:lstStyle>
            <a:lvl1pPr lvl="0" algn="l">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4" name="Google Shape;254;p47"/>
          <p:cNvSpPr txBox="1"/>
          <p:nvPr>
            <p:ph idx="4" type="subTitle"/>
          </p:nvPr>
        </p:nvSpPr>
        <p:spPr>
          <a:xfrm flipH="1">
            <a:off x="2266000" y="3585925"/>
            <a:ext cx="2163900" cy="4131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55" name="Google Shape;255;p47"/>
          <p:cNvSpPr txBox="1"/>
          <p:nvPr>
            <p:ph idx="5" type="ctrTitle"/>
          </p:nvPr>
        </p:nvSpPr>
        <p:spPr>
          <a:xfrm flipH="1">
            <a:off x="4714200" y="3155754"/>
            <a:ext cx="2163900" cy="356700"/>
          </a:xfrm>
          <a:prstGeom prst="rect">
            <a:avLst/>
          </a:prstGeom>
          <a:noFill/>
          <a:ln>
            <a:noFill/>
          </a:ln>
        </p:spPr>
        <p:txBody>
          <a:bodyPr anchorCtr="0" anchor="b" bIns="0" lIns="91425" spcFirstLastPara="1" rIns="91425" wrap="square" tIns="0">
            <a:noAutofit/>
          </a:bodyPr>
          <a:lstStyle>
            <a:lvl1pPr lvl="0" algn="r">
              <a:lnSpc>
                <a:spcPct val="100000"/>
              </a:lnSpc>
              <a:spcBef>
                <a:spcPts val="0"/>
              </a:spcBef>
              <a:spcAft>
                <a:spcPts val="0"/>
              </a:spcAft>
              <a:buSzPts val="2400"/>
              <a:buNone/>
              <a:defRPr sz="2200"/>
            </a:lvl1pPr>
            <a:lvl2pPr lvl="1" algn="ctr">
              <a:lnSpc>
                <a:spcPct val="100000"/>
              </a:lnSpc>
              <a:spcBef>
                <a:spcPts val="0"/>
              </a:spcBef>
              <a:spcAft>
                <a:spcPts val="0"/>
              </a:spcAft>
              <a:buClr>
                <a:schemeClr val="lt1"/>
              </a:buClr>
              <a:buSzPts val="1800"/>
              <a:buNone/>
              <a:defRPr sz="1800">
                <a:solidFill>
                  <a:schemeClr val="lt1"/>
                </a:solidFill>
              </a:defRPr>
            </a:lvl2pPr>
            <a:lvl3pPr lvl="2" algn="ctr">
              <a:lnSpc>
                <a:spcPct val="100000"/>
              </a:lnSpc>
              <a:spcBef>
                <a:spcPts val="0"/>
              </a:spcBef>
              <a:spcAft>
                <a:spcPts val="0"/>
              </a:spcAft>
              <a:buClr>
                <a:schemeClr val="lt1"/>
              </a:buClr>
              <a:buSzPts val="1800"/>
              <a:buNone/>
              <a:defRPr sz="1800">
                <a:solidFill>
                  <a:schemeClr val="lt1"/>
                </a:solidFill>
              </a:defRPr>
            </a:lvl3pPr>
            <a:lvl4pPr lvl="3" algn="ctr">
              <a:lnSpc>
                <a:spcPct val="100000"/>
              </a:lnSpc>
              <a:spcBef>
                <a:spcPts val="0"/>
              </a:spcBef>
              <a:spcAft>
                <a:spcPts val="0"/>
              </a:spcAft>
              <a:buClr>
                <a:schemeClr val="lt1"/>
              </a:buClr>
              <a:buSzPts val="1800"/>
              <a:buNone/>
              <a:defRPr sz="1800">
                <a:solidFill>
                  <a:schemeClr val="lt1"/>
                </a:solidFill>
              </a:defRPr>
            </a:lvl4pPr>
            <a:lvl5pPr lvl="4" algn="ctr">
              <a:lnSpc>
                <a:spcPct val="100000"/>
              </a:lnSpc>
              <a:spcBef>
                <a:spcPts val="0"/>
              </a:spcBef>
              <a:spcAft>
                <a:spcPts val="0"/>
              </a:spcAft>
              <a:buClr>
                <a:schemeClr val="lt1"/>
              </a:buClr>
              <a:buSzPts val="1800"/>
              <a:buNone/>
              <a:defRPr sz="1800">
                <a:solidFill>
                  <a:schemeClr val="lt1"/>
                </a:solidFill>
              </a:defRPr>
            </a:lvl5pPr>
            <a:lvl6pPr lvl="5" algn="ctr">
              <a:lnSpc>
                <a:spcPct val="100000"/>
              </a:lnSpc>
              <a:spcBef>
                <a:spcPts val="0"/>
              </a:spcBef>
              <a:spcAft>
                <a:spcPts val="0"/>
              </a:spcAft>
              <a:buClr>
                <a:schemeClr val="lt1"/>
              </a:buClr>
              <a:buSzPts val="1800"/>
              <a:buNone/>
              <a:defRPr sz="1800">
                <a:solidFill>
                  <a:schemeClr val="lt1"/>
                </a:solidFill>
              </a:defRPr>
            </a:lvl6pPr>
            <a:lvl7pPr lvl="6" algn="ctr">
              <a:lnSpc>
                <a:spcPct val="100000"/>
              </a:lnSpc>
              <a:spcBef>
                <a:spcPts val="0"/>
              </a:spcBef>
              <a:spcAft>
                <a:spcPts val="0"/>
              </a:spcAft>
              <a:buClr>
                <a:schemeClr val="lt1"/>
              </a:buClr>
              <a:buSzPts val="1800"/>
              <a:buNone/>
              <a:defRPr sz="1800">
                <a:solidFill>
                  <a:schemeClr val="lt1"/>
                </a:solidFill>
              </a:defRPr>
            </a:lvl7pPr>
            <a:lvl8pPr lvl="7" algn="ctr">
              <a:lnSpc>
                <a:spcPct val="100000"/>
              </a:lnSpc>
              <a:spcBef>
                <a:spcPts val="0"/>
              </a:spcBef>
              <a:spcAft>
                <a:spcPts val="0"/>
              </a:spcAft>
              <a:buClr>
                <a:schemeClr val="lt1"/>
              </a:buClr>
              <a:buSzPts val="1800"/>
              <a:buNone/>
              <a:defRPr sz="1800">
                <a:solidFill>
                  <a:schemeClr val="lt1"/>
                </a:solidFill>
              </a:defRPr>
            </a:lvl8pPr>
            <a:lvl9pPr lvl="8" algn="ctr">
              <a:lnSpc>
                <a:spcPct val="100000"/>
              </a:lnSpc>
              <a:spcBef>
                <a:spcPts val="0"/>
              </a:spcBef>
              <a:spcAft>
                <a:spcPts val="0"/>
              </a:spcAft>
              <a:buClr>
                <a:schemeClr val="lt1"/>
              </a:buClr>
              <a:buSzPts val="1800"/>
              <a:buNone/>
              <a:defRPr sz="1800">
                <a:solidFill>
                  <a:schemeClr val="lt1"/>
                </a:solidFill>
              </a:defRPr>
            </a:lvl9pPr>
          </a:lstStyle>
          <a:p/>
        </p:txBody>
      </p:sp>
      <p:sp>
        <p:nvSpPr>
          <p:cNvPr id="256" name="Google Shape;256;p47"/>
          <p:cNvSpPr txBox="1"/>
          <p:nvPr>
            <p:ph idx="6" type="subTitle"/>
          </p:nvPr>
        </p:nvSpPr>
        <p:spPr>
          <a:xfrm flipH="1">
            <a:off x="4714175" y="3585925"/>
            <a:ext cx="2163900" cy="413100"/>
          </a:xfrm>
          <a:prstGeom prst="rect">
            <a:avLst/>
          </a:prstGeom>
          <a:noFill/>
          <a:ln>
            <a:noFill/>
          </a:ln>
        </p:spPr>
        <p:txBody>
          <a:bodyPr anchorCtr="0" anchor="t" bIns="91425" lIns="91425" spcFirstLastPara="1" rIns="91425" wrap="square" tIns="0">
            <a:noAutofit/>
          </a:bodyPr>
          <a:lstStyle>
            <a:lvl1pPr lvl="0" algn="r">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
        <p:nvSpPr>
          <p:cNvPr id="257" name="Google Shape;257;p47"/>
          <p:cNvSpPr txBox="1"/>
          <p:nvPr>
            <p:ph idx="7"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solidFill>
                  <a:schemeClr val="dk2"/>
                </a:solidFill>
              </a:defRPr>
            </a:lvl2pPr>
            <a:lvl3pPr lvl="2" algn="ctr">
              <a:lnSpc>
                <a:spcPct val="100000"/>
              </a:lnSpc>
              <a:spcBef>
                <a:spcPts val="0"/>
              </a:spcBef>
              <a:spcAft>
                <a:spcPts val="0"/>
              </a:spcAft>
              <a:buSzPts val="2800"/>
              <a:buNone/>
              <a:defRPr sz="3000">
                <a:solidFill>
                  <a:schemeClr val="dk2"/>
                </a:solidFill>
              </a:defRPr>
            </a:lvl3pPr>
            <a:lvl4pPr lvl="3" algn="ctr">
              <a:lnSpc>
                <a:spcPct val="100000"/>
              </a:lnSpc>
              <a:spcBef>
                <a:spcPts val="0"/>
              </a:spcBef>
              <a:spcAft>
                <a:spcPts val="0"/>
              </a:spcAft>
              <a:buSzPts val="2800"/>
              <a:buNone/>
              <a:defRPr sz="3000">
                <a:solidFill>
                  <a:schemeClr val="dk2"/>
                </a:solidFill>
              </a:defRPr>
            </a:lvl4pPr>
            <a:lvl5pPr lvl="4" algn="ctr">
              <a:lnSpc>
                <a:spcPct val="100000"/>
              </a:lnSpc>
              <a:spcBef>
                <a:spcPts val="0"/>
              </a:spcBef>
              <a:spcAft>
                <a:spcPts val="0"/>
              </a:spcAft>
              <a:buSzPts val="2800"/>
              <a:buNone/>
              <a:defRPr sz="3000">
                <a:solidFill>
                  <a:schemeClr val="dk2"/>
                </a:solidFill>
              </a:defRPr>
            </a:lvl5pPr>
            <a:lvl6pPr lvl="5" algn="ctr">
              <a:lnSpc>
                <a:spcPct val="100000"/>
              </a:lnSpc>
              <a:spcBef>
                <a:spcPts val="0"/>
              </a:spcBef>
              <a:spcAft>
                <a:spcPts val="0"/>
              </a:spcAft>
              <a:buSzPts val="2800"/>
              <a:buNone/>
              <a:defRPr sz="3000">
                <a:solidFill>
                  <a:schemeClr val="dk2"/>
                </a:solidFill>
              </a:defRPr>
            </a:lvl6pPr>
            <a:lvl7pPr lvl="6" algn="ctr">
              <a:lnSpc>
                <a:spcPct val="100000"/>
              </a:lnSpc>
              <a:spcBef>
                <a:spcPts val="0"/>
              </a:spcBef>
              <a:spcAft>
                <a:spcPts val="0"/>
              </a:spcAft>
              <a:buSzPts val="2800"/>
              <a:buNone/>
              <a:defRPr sz="3000">
                <a:solidFill>
                  <a:schemeClr val="dk2"/>
                </a:solidFill>
              </a:defRPr>
            </a:lvl7pPr>
            <a:lvl8pPr lvl="7" algn="ctr">
              <a:lnSpc>
                <a:spcPct val="100000"/>
              </a:lnSpc>
              <a:spcBef>
                <a:spcPts val="0"/>
              </a:spcBef>
              <a:spcAft>
                <a:spcPts val="0"/>
              </a:spcAft>
              <a:buSzPts val="2800"/>
              <a:buNone/>
              <a:defRPr sz="3000">
                <a:solidFill>
                  <a:schemeClr val="dk2"/>
                </a:solidFill>
              </a:defRPr>
            </a:lvl8pPr>
            <a:lvl9pPr lvl="8" algn="ctr">
              <a:lnSpc>
                <a:spcPct val="100000"/>
              </a:lnSpc>
              <a:spcBef>
                <a:spcPts val="0"/>
              </a:spcBef>
              <a:spcAft>
                <a:spcPts val="0"/>
              </a:spcAft>
              <a:buSzPts val="2800"/>
              <a:buNone/>
              <a:defRPr sz="3000">
                <a:solidFill>
                  <a:schemeClr val="dk2"/>
                </a:solidFill>
              </a:defRPr>
            </a:lvl9pPr>
          </a:lstStyle>
          <a:p/>
        </p:txBody>
      </p:sp>
      <p:sp>
        <p:nvSpPr>
          <p:cNvPr id="258" name="Google Shape;258;p47"/>
          <p:cNvSpPr txBox="1"/>
          <p:nvPr>
            <p:ph idx="8" type="subTitle"/>
          </p:nvPr>
        </p:nvSpPr>
        <p:spPr>
          <a:xfrm flipH="1">
            <a:off x="2266008" y="2208197"/>
            <a:ext cx="2163900" cy="413100"/>
          </a:xfrm>
          <a:prstGeom prst="rect">
            <a:avLst/>
          </a:prstGeom>
          <a:noFill/>
          <a:ln>
            <a:noFill/>
          </a:ln>
        </p:spPr>
        <p:txBody>
          <a:bodyPr anchorCtr="0" anchor="t" bIns="91425" lIns="91425" spcFirstLastPara="1" rIns="91425" wrap="square" tIns="0">
            <a:noAutofit/>
          </a:bodyPr>
          <a:lstStyle>
            <a:lvl1pPr lvl="0" algn="l">
              <a:lnSpc>
                <a:spcPct val="100000"/>
              </a:lnSpc>
              <a:spcBef>
                <a:spcPts val="0"/>
              </a:spcBef>
              <a:spcAft>
                <a:spcPts val="0"/>
              </a:spcAft>
              <a:buSzPts val="1200"/>
              <a:buNone/>
              <a:defRPr sz="1400"/>
            </a:lvl1pPr>
            <a:lvl2pPr lvl="1" algn="ctr">
              <a:lnSpc>
                <a:spcPct val="100000"/>
              </a:lnSpc>
              <a:spcBef>
                <a:spcPts val="0"/>
              </a:spcBef>
              <a:spcAft>
                <a:spcPts val="0"/>
              </a:spcAft>
              <a:buSzPts val="1200"/>
              <a:buNone/>
              <a:defRPr sz="1200"/>
            </a:lvl2pPr>
            <a:lvl3pPr lvl="2" algn="ctr">
              <a:lnSpc>
                <a:spcPct val="100000"/>
              </a:lnSpc>
              <a:spcBef>
                <a:spcPts val="0"/>
              </a:spcBef>
              <a:spcAft>
                <a:spcPts val="0"/>
              </a:spcAft>
              <a:buSzPts val="1200"/>
              <a:buNone/>
              <a:defRPr sz="1200"/>
            </a:lvl3pPr>
            <a:lvl4pPr lvl="3" algn="ctr">
              <a:lnSpc>
                <a:spcPct val="100000"/>
              </a:lnSpc>
              <a:spcBef>
                <a:spcPts val="0"/>
              </a:spcBef>
              <a:spcAft>
                <a:spcPts val="0"/>
              </a:spcAft>
              <a:buSzPts val="1200"/>
              <a:buNone/>
              <a:defRPr sz="1200"/>
            </a:lvl4pPr>
            <a:lvl5pPr lvl="4" algn="ctr">
              <a:lnSpc>
                <a:spcPct val="100000"/>
              </a:lnSpc>
              <a:spcBef>
                <a:spcPts val="0"/>
              </a:spcBef>
              <a:spcAft>
                <a:spcPts val="0"/>
              </a:spcAft>
              <a:buSzPts val="1200"/>
              <a:buNone/>
              <a:defRPr sz="1200"/>
            </a:lvl5pPr>
            <a:lvl6pPr lvl="5" algn="ctr">
              <a:lnSpc>
                <a:spcPct val="100000"/>
              </a:lnSpc>
              <a:spcBef>
                <a:spcPts val="0"/>
              </a:spcBef>
              <a:spcAft>
                <a:spcPts val="0"/>
              </a:spcAft>
              <a:buSzPts val="1200"/>
              <a:buNone/>
              <a:defRPr sz="1200"/>
            </a:lvl6pPr>
            <a:lvl7pPr lvl="6" algn="ctr">
              <a:lnSpc>
                <a:spcPct val="100000"/>
              </a:lnSpc>
              <a:spcBef>
                <a:spcPts val="0"/>
              </a:spcBef>
              <a:spcAft>
                <a:spcPts val="0"/>
              </a:spcAft>
              <a:buSzPts val="1200"/>
              <a:buNone/>
              <a:defRPr sz="1200"/>
            </a:lvl7pPr>
            <a:lvl8pPr lvl="7" algn="ctr">
              <a:lnSpc>
                <a:spcPct val="100000"/>
              </a:lnSpc>
              <a:spcBef>
                <a:spcPts val="0"/>
              </a:spcBef>
              <a:spcAft>
                <a:spcPts val="0"/>
              </a:spcAft>
              <a:buSzPts val="1200"/>
              <a:buNone/>
              <a:defRPr sz="1200"/>
            </a:lvl8pPr>
            <a:lvl9pPr lvl="8" algn="ctr">
              <a:lnSpc>
                <a:spcPct val="100000"/>
              </a:lnSpc>
              <a:spcBef>
                <a:spcPts val="0"/>
              </a:spcBef>
              <a:spcAft>
                <a:spcPts val="0"/>
              </a:spcAft>
              <a:buSzPts val="1200"/>
              <a:buNone/>
              <a:defRPr sz="12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1">
  <p:cSld name="CUSTOM_14">
    <p:spTree>
      <p:nvGrpSpPr>
        <p:cNvPr id="259" name="Shape 259"/>
        <p:cNvGrpSpPr/>
        <p:nvPr/>
      </p:nvGrpSpPr>
      <p:grpSpPr>
        <a:xfrm>
          <a:off x="0" y="0"/>
          <a:ext cx="0" cy="0"/>
          <a:chOff x="0" y="0"/>
          <a:chExt cx="0" cy="0"/>
        </a:xfrm>
      </p:grpSpPr>
      <p:sp>
        <p:nvSpPr>
          <p:cNvPr id="260" name="Google Shape;260;p48"/>
          <p:cNvSpPr/>
          <p:nvPr/>
        </p:nvSpPr>
        <p:spPr>
          <a:xfrm>
            <a:off x="6200875" y="1515825"/>
            <a:ext cx="2943127" cy="241405"/>
          </a:xfrm>
          <a:custGeom>
            <a:rect b="b" l="l" r="r" t="t"/>
            <a:pathLst>
              <a:path extrusionOk="0" h="5859" w="146079">
                <a:moveTo>
                  <a:pt x="1" y="1"/>
                </a:moveTo>
                <a:lnTo>
                  <a:pt x="1" y="5858"/>
                </a:lnTo>
                <a:lnTo>
                  <a:pt x="146079" y="5858"/>
                </a:lnTo>
                <a:lnTo>
                  <a:pt x="146079" y="1"/>
                </a:lnTo>
                <a:close/>
              </a:path>
            </a:pathLst>
          </a:custGeom>
          <a:solidFill>
            <a:srgbClr val="FFFFFF">
              <a:alpha val="18431"/>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1" name="Google Shape;261;p48"/>
          <p:cNvSpPr txBox="1"/>
          <p:nvPr>
            <p:ph idx="1" type="body"/>
          </p:nvPr>
        </p:nvSpPr>
        <p:spPr>
          <a:xfrm>
            <a:off x="5438700" y="1973025"/>
            <a:ext cx="3124200" cy="2130900"/>
          </a:xfrm>
          <a:prstGeom prst="rect">
            <a:avLst/>
          </a:prstGeom>
          <a:noFill/>
          <a:ln>
            <a:noFill/>
          </a:ln>
        </p:spPr>
        <p:txBody>
          <a:bodyPr anchorCtr="0" anchor="t" bIns="91425" lIns="91425" spcFirstLastPara="1" rIns="91425" wrap="square" tIns="91425">
            <a:noAutofit/>
          </a:bodyPr>
          <a:lstStyle>
            <a:lvl1pPr indent="-330200" lvl="0" marL="457200" algn="r">
              <a:lnSpc>
                <a:spcPct val="100000"/>
              </a:lnSpc>
              <a:spcBef>
                <a:spcPts val="0"/>
              </a:spcBef>
              <a:spcAft>
                <a:spcPts val="0"/>
              </a:spcAft>
              <a:buSzPts val="1600"/>
              <a:buFont typeface="Raleway SemiBold"/>
              <a:buChar char="●"/>
              <a:defRPr sz="1600"/>
            </a:lvl1pPr>
            <a:lvl2pPr indent="-330200" lvl="1" marL="914400" algn="r">
              <a:lnSpc>
                <a:spcPct val="115000"/>
              </a:lnSpc>
              <a:spcBef>
                <a:spcPts val="0"/>
              </a:spcBef>
              <a:spcAft>
                <a:spcPts val="0"/>
              </a:spcAft>
              <a:buSzPts val="1600"/>
              <a:buFont typeface="Nunito Light"/>
              <a:buChar char="○"/>
              <a:defRPr sz="1600"/>
            </a:lvl2pPr>
            <a:lvl3pPr indent="-330200" lvl="2" marL="1371600" algn="r">
              <a:lnSpc>
                <a:spcPct val="115000"/>
              </a:lnSpc>
              <a:spcBef>
                <a:spcPts val="1600"/>
              </a:spcBef>
              <a:spcAft>
                <a:spcPts val="0"/>
              </a:spcAft>
              <a:buSzPts val="1600"/>
              <a:buFont typeface="Nunito Light"/>
              <a:buChar char="■"/>
              <a:defRPr sz="1600"/>
            </a:lvl3pPr>
            <a:lvl4pPr indent="-330200" lvl="3" marL="1828800" algn="r">
              <a:lnSpc>
                <a:spcPct val="115000"/>
              </a:lnSpc>
              <a:spcBef>
                <a:spcPts val="1600"/>
              </a:spcBef>
              <a:spcAft>
                <a:spcPts val="0"/>
              </a:spcAft>
              <a:buSzPts val="1600"/>
              <a:buFont typeface="Nunito Light"/>
              <a:buChar char="●"/>
              <a:defRPr sz="1600"/>
            </a:lvl4pPr>
            <a:lvl5pPr indent="-330200" lvl="4" marL="2286000" algn="r">
              <a:lnSpc>
                <a:spcPct val="115000"/>
              </a:lnSpc>
              <a:spcBef>
                <a:spcPts val="1600"/>
              </a:spcBef>
              <a:spcAft>
                <a:spcPts val="0"/>
              </a:spcAft>
              <a:buSzPts val="1600"/>
              <a:buFont typeface="Nunito Light"/>
              <a:buChar char="○"/>
              <a:defRPr sz="1600"/>
            </a:lvl5pPr>
            <a:lvl6pPr indent="-330200" lvl="5" marL="2743200" algn="r">
              <a:lnSpc>
                <a:spcPct val="115000"/>
              </a:lnSpc>
              <a:spcBef>
                <a:spcPts val="1600"/>
              </a:spcBef>
              <a:spcAft>
                <a:spcPts val="0"/>
              </a:spcAft>
              <a:buSzPts val="1600"/>
              <a:buFont typeface="Nunito Light"/>
              <a:buChar char="■"/>
              <a:defRPr sz="1600"/>
            </a:lvl6pPr>
            <a:lvl7pPr indent="-330200" lvl="6" marL="3200400" algn="r">
              <a:lnSpc>
                <a:spcPct val="115000"/>
              </a:lnSpc>
              <a:spcBef>
                <a:spcPts val="1600"/>
              </a:spcBef>
              <a:spcAft>
                <a:spcPts val="0"/>
              </a:spcAft>
              <a:buSzPts val="1600"/>
              <a:buFont typeface="Nunito Light"/>
              <a:buChar char="●"/>
              <a:defRPr sz="1600"/>
            </a:lvl7pPr>
            <a:lvl8pPr indent="-330200" lvl="7" marL="3657600" algn="r">
              <a:lnSpc>
                <a:spcPct val="115000"/>
              </a:lnSpc>
              <a:spcBef>
                <a:spcPts val="1600"/>
              </a:spcBef>
              <a:spcAft>
                <a:spcPts val="0"/>
              </a:spcAft>
              <a:buSzPts val="1600"/>
              <a:buFont typeface="Nunito Light"/>
              <a:buChar char="○"/>
              <a:defRPr sz="1600"/>
            </a:lvl8pPr>
            <a:lvl9pPr indent="-330200" lvl="8" marL="4114800" algn="r">
              <a:lnSpc>
                <a:spcPct val="115000"/>
              </a:lnSpc>
              <a:spcBef>
                <a:spcPts val="1600"/>
              </a:spcBef>
              <a:spcAft>
                <a:spcPts val="1600"/>
              </a:spcAft>
              <a:buSzPts val="1600"/>
              <a:buFont typeface="Nunito Light"/>
              <a:buChar char="■"/>
              <a:defRPr sz="1600"/>
            </a:lvl9pPr>
          </a:lstStyle>
          <a:p/>
        </p:txBody>
      </p:sp>
      <p:sp>
        <p:nvSpPr>
          <p:cNvPr id="262" name="Google Shape;262;p48"/>
          <p:cNvSpPr txBox="1"/>
          <p:nvPr>
            <p:ph type="title"/>
          </p:nvPr>
        </p:nvSpPr>
        <p:spPr>
          <a:xfrm>
            <a:off x="5438775" y="1168325"/>
            <a:ext cx="3124200" cy="669000"/>
          </a:xfrm>
          <a:prstGeom prst="rect">
            <a:avLst/>
          </a:prstGeom>
          <a:noFill/>
          <a:ln>
            <a:noFill/>
          </a:ln>
        </p:spPr>
        <p:txBody>
          <a:bodyPr anchorCtr="0" anchor="t" bIns="91425" lIns="91425" spcFirstLastPara="1" rIns="91425" wrap="square" tIns="91425">
            <a:noAutofit/>
          </a:bodyPr>
          <a:lstStyle>
            <a:lvl1pPr lvl="0" algn="r">
              <a:lnSpc>
                <a:spcPct val="100000"/>
              </a:lnSpc>
              <a:spcBef>
                <a:spcPts val="0"/>
              </a:spcBef>
              <a:spcAft>
                <a:spcPts val="0"/>
              </a:spcAft>
              <a:buSzPts val="2800"/>
              <a:buNone/>
              <a:defRPr sz="3000">
                <a:solidFill>
                  <a:srgbClr val="4C67ED"/>
                </a:solidFill>
              </a:defRPr>
            </a:lvl1pPr>
            <a:lvl2pPr lvl="1" algn="l">
              <a:lnSpc>
                <a:spcPct val="100000"/>
              </a:lnSpc>
              <a:spcBef>
                <a:spcPts val="0"/>
              </a:spcBef>
              <a:spcAft>
                <a:spcPts val="0"/>
              </a:spcAft>
              <a:buSzPts val="2800"/>
              <a:buNone/>
              <a:defRPr sz="3000"/>
            </a:lvl2pPr>
            <a:lvl3pPr lvl="2" algn="l">
              <a:lnSpc>
                <a:spcPct val="100000"/>
              </a:lnSpc>
              <a:spcBef>
                <a:spcPts val="0"/>
              </a:spcBef>
              <a:spcAft>
                <a:spcPts val="0"/>
              </a:spcAft>
              <a:buSzPts val="2800"/>
              <a:buNone/>
              <a:defRPr sz="3000"/>
            </a:lvl3pPr>
            <a:lvl4pPr lvl="3" algn="l">
              <a:lnSpc>
                <a:spcPct val="100000"/>
              </a:lnSpc>
              <a:spcBef>
                <a:spcPts val="0"/>
              </a:spcBef>
              <a:spcAft>
                <a:spcPts val="0"/>
              </a:spcAft>
              <a:buSzPts val="2800"/>
              <a:buNone/>
              <a:defRPr sz="3000"/>
            </a:lvl4pPr>
            <a:lvl5pPr lvl="4" algn="l">
              <a:lnSpc>
                <a:spcPct val="100000"/>
              </a:lnSpc>
              <a:spcBef>
                <a:spcPts val="0"/>
              </a:spcBef>
              <a:spcAft>
                <a:spcPts val="0"/>
              </a:spcAft>
              <a:buSzPts val="2800"/>
              <a:buNone/>
              <a:defRPr sz="3000"/>
            </a:lvl5pPr>
            <a:lvl6pPr lvl="5" algn="l">
              <a:lnSpc>
                <a:spcPct val="100000"/>
              </a:lnSpc>
              <a:spcBef>
                <a:spcPts val="0"/>
              </a:spcBef>
              <a:spcAft>
                <a:spcPts val="0"/>
              </a:spcAft>
              <a:buSzPts val="2800"/>
              <a:buNone/>
              <a:defRPr sz="3000"/>
            </a:lvl6pPr>
            <a:lvl7pPr lvl="6" algn="l">
              <a:lnSpc>
                <a:spcPct val="100000"/>
              </a:lnSpc>
              <a:spcBef>
                <a:spcPts val="0"/>
              </a:spcBef>
              <a:spcAft>
                <a:spcPts val="0"/>
              </a:spcAft>
              <a:buSzPts val="2800"/>
              <a:buNone/>
              <a:defRPr sz="3000"/>
            </a:lvl7pPr>
            <a:lvl8pPr lvl="7" algn="l">
              <a:lnSpc>
                <a:spcPct val="100000"/>
              </a:lnSpc>
              <a:spcBef>
                <a:spcPts val="0"/>
              </a:spcBef>
              <a:spcAft>
                <a:spcPts val="0"/>
              </a:spcAft>
              <a:buSzPts val="2800"/>
              <a:buNone/>
              <a:defRPr sz="3000"/>
            </a:lvl8pPr>
            <a:lvl9pPr lvl="8" algn="l">
              <a:lnSpc>
                <a:spcPct val="100000"/>
              </a:lnSpc>
              <a:spcBef>
                <a:spcPts val="0"/>
              </a:spcBef>
              <a:spcAft>
                <a:spcPts val="0"/>
              </a:spcAft>
              <a:buSzPts val="2800"/>
              <a:buNone/>
              <a:defRPr sz="3000"/>
            </a:lvl9pPr>
          </a:lstStyle>
          <a:p/>
        </p:txBody>
      </p:sp>
      <p:sp>
        <p:nvSpPr>
          <p:cNvPr id="263" name="Google Shape;263;p48"/>
          <p:cNvSpPr/>
          <p:nvPr/>
        </p:nvSpPr>
        <p:spPr>
          <a:xfrm>
            <a:off x="8318280" y="5018272"/>
            <a:ext cx="825726" cy="125232"/>
          </a:xfrm>
          <a:custGeom>
            <a:rect b="b" l="l" r="r" t="t"/>
            <a:pathLst>
              <a:path extrusionOk="0" h="2335" w="15396">
                <a:moveTo>
                  <a:pt x="1" y="1"/>
                </a:moveTo>
                <a:lnTo>
                  <a:pt x="1" y="2335"/>
                </a:lnTo>
                <a:lnTo>
                  <a:pt x="15395" y="2335"/>
                </a:lnTo>
                <a:lnTo>
                  <a:pt x="15395"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p48"/>
          <p:cNvSpPr/>
          <p:nvPr/>
        </p:nvSpPr>
        <p:spPr>
          <a:xfrm>
            <a:off x="6473454" y="5018272"/>
            <a:ext cx="1685830" cy="125232"/>
          </a:xfrm>
          <a:custGeom>
            <a:rect b="b" l="l" r="r" t="t"/>
            <a:pathLst>
              <a:path extrusionOk="0" h="2335" w="31433">
                <a:moveTo>
                  <a:pt x="0" y="1"/>
                </a:moveTo>
                <a:lnTo>
                  <a:pt x="0" y="2335"/>
                </a:lnTo>
                <a:lnTo>
                  <a:pt x="31433" y="2335"/>
                </a:lnTo>
                <a:lnTo>
                  <a:pt x="3143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48"/>
          <p:cNvSpPr/>
          <p:nvPr/>
        </p:nvSpPr>
        <p:spPr>
          <a:xfrm>
            <a:off x="6031569" y="4810127"/>
            <a:ext cx="2520459" cy="125875"/>
          </a:xfrm>
          <a:custGeom>
            <a:rect b="b" l="l" r="r" t="t"/>
            <a:pathLst>
              <a:path extrusionOk="0" h="2347" w="46995">
                <a:moveTo>
                  <a:pt x="0" y="1"/>
                </a:moveTo>
                <a:lnTo>
                  <a:pt x="0" y="2346"/>
                </a:lnTo>
                <a:lnTo>
                  <a:pt x="46994" y="2346"/>
                </a:lnTo>
                <a:lnTo>
                  <a:pt x="46994"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p48"/>
          <p:cNvSpPr/>
          <p:nvPr/>
        </p:nvSpPr>
        <p:spPr>
          <a:xfrm>
            <a:off x="5564744" y="4810127"/>
            <a:ext cx="285486" cy="125875"/>
          </a:xfrm>
          <a:custGeom>
            <a:rect b="b" l="l" r="r" t="t"/>
            <a:pathLst>
              <a:path extrusionOk="0" h="2347" w="5323">
                <a:moveTo>
                  <a:pt x="1" y="1"/>
                </a:moveTo>
                <a:lnTo>
                  <a:pt x="1" y="2346"/>
                </a:lnTo>
                <a:lnTo>
                  <a:pt x="5323" y="2346"/>
                </a:lnTo>
                <a:lnTo>
                  <a:pt x="5323"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4_1">
    <p:spTree>
      <p:nvGrpSpPr>
        <p:cNvPr id="267" name="Shape 267"/>
        <p:cNvGrpSpPr/>
        <p:nvPr/>
      </p:nvGrpSpPr>
      <p:grpSpPr>
        <a:xfrm>
          <a:off x="0" y="0"/>
          <a:ext cx="0" cy="0"/>
          <a:chOff x="0" y="0"/>
          <a:chExt cx="0" cy="0"/>
        </a:xfrm>
      </p:grpSpPr>
      <p:sp>
        <p:nvSpPr>
          <p:cNvPr id="268" name="Google Shape;268;p49"/>
          <p:cNvSpPr/>
          <p:nvPr/>
        </p:nvSpPr>
        <p:spPr>
          <a:xfrm flipH="1">
            <a:off x="-4"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49"/>
          <p:cNvSpPr/>
          <p:nvPr/>
        </p:nvSpPr>
        <p:spPr>
          <a:xfrm flipH="1">
            <a:off x="67151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p49"/>
          <p:cNvSpPr/>
          <p:nvPr/>
        </p:nvSpPr>
        <p:spPr>
          <a:xfrm flipH="1">
            <a:off x="1229469"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p49"/>
          <p:cNvSpPr/>
          <p:nvPr/>
        </p:nvSpPr>
        <p:spPr>
          <a:xfrm flipH="1">
            <a:off x="66"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p49"/>
          <p:cNvSpPr/>
          <p:nvPr/>
        </p:nvSpPr>
        <p:spPr>
          <a:xfrm flipH="1">
            <a:off x="23" y="1500450"/>
            <a:ext cx="1038298" cy="356872"/>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p49"/>
          <p:cNvSpPr/>
          <p:nvPr/>
        </p:nvSpPr>
        <p:spPr>
          <a:xfrm flipH="1">
            <a:off x="1299983"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49"/>
          <p:cNvSpPr/>
          <p:nvPr/>
        </p:nvSpPr>
        <p:spPr>
          <a:xfrm flipH="1">
            <a:off x="8105584" y="3268775"/>
            <a:ext cx="1038298" cy="355450"/>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5" name="Google Shape;275;p49"/>
          <p:cNvSpPr/>
          <p:nvPr/>
        </p:nvSpPr>
        <p:spPr>
          <a:xfrm flipH="1">
            <a:off x="8039752"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6" name="Google Shape;276;p49"/>
          <p:cNvSpPr/>
          <p:nvPr/>
        </p:nvSpPr>
        <p:spPr>
          <a:xfrm flipH="1">
            <a:off x="5478250" y="1500456"/>
            <a:ext cx="2365680" cy="356858"/>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7" name="Google Shape;277;p49"/>
          <p:cNvSpPr/>
          <p:nvPr/>
        </p:nvSpPr>
        <p:spPr>
          <a:xfrm flipH="1">
            <a:off x="6896105" y="912525"/>
            <a:ext cx="2247799" cy="355301"/>
          </a:xfrm>
          <a:custGeom>
            <a:rect b="b" l="l" r="r" t="t"/>
            <a:pathLst>
              <a:path extrusionOk="0" h="2763" w="12348">
                <a:moveTo>
                  <a:pt x="1" y="0"/>
                </a:moveTo>
                <a:lnTo>
                  <a:pt x="1" y="2762"/>
                </a:lnTo>
                <a:lnTo>
                  <a:pt x="12348" y="2762"/>
                </a:lnTo>
                <a:lnTo>
                  <a:pt x="12348"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8" name="Google Shape;278;p49"/>
          <p:cNvSpPr/>
          <p:nvPr/>
        </p:nvSpPr>
        <p:spPr>
          <a:xfrm>
            <a:off x="2094075" y="1123150"/>
            <a:ext cx="4955589" cy="4020450"/>
          </a:xfrm>
          <a:custGeom>
            <a:rect b="b" l="l" r="r" t="t"/>
            <a:pathLst>
              <a:path extrusionOk="0" h="92191" w="151663">
                <a:moveTo>
                  <a:pt x="0" y="0"/>
                </a:moveTo>
                <a:lnTo>
                  <a:pt x="0" y="92190"/>
                </a:lnTo>
                <a:lnTo>
                  <a:pt x="151662" y="92190"/>
                </a:lnTo>
                <a:lnTo>
                  <a:pt x="15166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49"/>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solidFill>
                  <a:schemeClr val="dk2"/>
                </a:solidFill>
              </a:defRPr>
            </a:lvl2pPr>
            <a:lvl3pPr lvl="2" algn="ctr">
              <a:lnSpc>
                <a:spcPct val="100000"/>
              </a:lnSpc>
              <a:spcBef>
                <a:spcPts val="0"/>
              </a:spcBef>
              <a:spcAft>
                <a:spcPts val="0"/>
              </a:spcAft>
              <a:buSzPts val="2800"/>
              <a:buNone/>
              <a:defRPr sz="3000">
                <a:solidFill>
                  <a:schemeClr val="dk2"/>
                </a:solidFill>
              </a:defRPr>
            </a:lvl3pPr>
            <a:lvl4pPr lvl="3" algn="ctr">
              <a:lnSpc>
                <a:spcPct val="100000"/>
              </a:lnSpc>
              <a:spcBef>
                <a:spcPts val="0"/>
              </a:spcBef>
              <a:spcAft>
                <a:spcPts val="0"/>
              </a:spcAft>
              <a:buSzPts val="2800"/>
              <a:buNone/>
              <a:defRPr sz="3000">
                <a:solidFill>
                  <a:schemeClr val="dk2"/>
                </a:solidFill>
              </a:defRPr>
            </a:lvl4pPr>
            <a:lvl5pPr lvl="4" algn="ctr">
              <a:lnSpc>
                <a:spcPct val="100000"/>
              </a:lnSpc>
              <a:spcBef>
                <a:spcPts val="0"/>
              </a:spcBef>
              <a:spcAft>
                <a:spcPts val="0"/>
              </a:spcAft>
              <a:buSzPts val="2800"/>
              <a:buNone/>
              <a:defRPr sz="3000">
                <a:solidFill>
                  <a:schemeClr val="dk2"/>
                </a:solidFill>
              </a:defRPr>
            </a:lvl5pPr>
            <a:lvl6pPr lvl="5" algn="ctr">
              <a:lnSpc>
                <a:spcPct val="100000"/>
              </a:lnSpc>
              <a:spcBef>
                <a:spcPts val="0"/>
              </a:spcBef>
              <a:spcAft>
                <a:spcPts val="0"/>
              </a:spcAft>
              <a:buSzPts val="2800"/>
              <a:buNone/>
              <a:defRPr sz="3000">
                <a:solidFill>
                  <a:schemeClr val="dk2"/>
                </a:solidFill>
              </a:defRPr>
            </a:lvl6pPr>
            <a:lvl7pPr lvl="6" algn="ctr">
              <a:lnSpc>
                <a:spcPct val="100000"/>
              </a:lnSpc>
              <a:spcBef>
                <a:spcPts val="0"/>
              </a:spcBef>
              <a:spcAft>
                <a:spcPts val="0"/>
              </a:spcAft>
              <a:buSzPts val="2800"/>
              <a:buNone/>
              <a:defRPr sz="3000">
                <a:solidFill>
                  <a:schemeClr val="dk2"/>
                </a:solidFill>
              </a:defRPr>
            </a:lvl7pPr>
            <a:lvl8pPr lvl="7" algn="ctr">
              <a:lnSpc>
                <a:spcPct val="100000"/>
              </a:lnSpc>
              <a:spcBef>
                <a:spcPts val="0"/>
              </a:spcBef>
              <a:spcAft>
                <a:spcPts val="0"/>
              </a:spcAft>
              <a:buSzPts val="2800"/>
              <a:buNone/>
              <a:defRPr sz="3000">
                <a:solidFill>
                  <a:schemeClr val="dk2"/>
                </a:solidFill>
              </a:defRPr>
            </a:lvl8pPr>
            <a:lvl9pPr lvl="8" algn="ctr">
              <a:lnSpc>
                <a:spcPct val="100000"/>
              </a:lnSpc>
              <a:spcBef>
                <a:spcPts val="0"/>
              </a:spcBef>
              <a:spcAft>
                <a:spcPts val="0"/>
              </a:spcAft>
              <a:buSzPts val="2800"/>
              <a:buNone/>
              <a:defRPr sz="3000">
                <a:solidFill>
                  <a:schemeClr val="dk2"/>
                </a:solidFill>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1">
    <p:spTree>
      <p:nvGrpSpPr>
        <p:cNvPr id="280" name="Shape 280"/>
        <p:cNvGrpSpPr/>
        <p:nvPr/>
      </p:nvGrpSpPr>
      <p:grpSpPr>
        <a:xfrm>
          <a:off x="0" y="0"/>
          <a:ext cx="0" cy="0"/>
          <a:chOff x="0" y="0"/>
          <a:chExt cx="0" cy="0"/>
        </a:xfrm>
      </p:grpSpPr>
      <p:sp>
        <p:nvSpPr>
          <p:cNvPr id="281" name="Google Shape;281;p51"/>
          <p:cNvSpPr txBox="1"/>
          <p:nvPr>
            <p:ph idx="1" type="subTitle"/>
          </p:nvPr>
        </p:nvSpPr>
        <p:spPr>
          <a:xfrm>
            <a:off x="6416724" y="22831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2" name="Google Shape;282;p51"/>
          <p:cNvSpPr txBox="1"/>
          <p:nvPr>
            <p:ph type="title"/>
          </p:nvPr>
        </p:nvSpPr>
        <p:spPr>
          <a:xfrm>
            <a:off x="6385849" y="17533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3" name="Google Shape;283;p51"/>
          <p:cNvSpPr txBox="1"/>
          <p:nvPr>
            <p:ph idx="2" type="subTitle"/>
          </p:nvPr>
        </p:nvSpPr>
        <p:spPr>
          <a:xfrm>
            <a:off x="835225" y="22831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4" name="Google Shape;284;p51"/>
          <p:cNvSpPr txBox="1"/>
          <p:nvPr>
            <p:ph idx="3" type="title"/>
          </p:nvPr>
        </p:nvSpPr>
        <p:spPr>
          <a:xfrm>
            <a:off x="804350" y="17533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5" name="Google Shape;285;p51"/>
          <p:cNvSpPr txBox="1"/>
          <p:nvPr>
            <p:ph idx="4" type="subTitle"/>
          </p:nvPr>
        </p:nvSpPr>
        <p:spPr>
          <a:xfrm>
            <a:off x="3624150" y="22831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6" name="Google Shape;286;p51"/>
          <p:cNvSpPr txBox="1"/>
          <p:nvPr>
            <p:ph idx="5" type="title"/>
          </p:nvPr>
        </p:nvSpPr>
        <p:spPr>
          <a:xfrm>
            <a:off x="3593246" y="1753325"/>
            <a:ext cx="1957500" cy="529800"/>
          </a:xfrm>
          <a:prstGeom prst="rect">
            <a:avLst/>
          </a:prstGeom>
          <a:solidFill>
            <a:schemeClr val="lt2"/>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7" name="Google Shape;287;p51"/>
          <p:cNvSpPr txBox="1"/>
          <p:nvPr>
            <p:ph idx="6" type="subTitle"/>
          </p:nvPr>
        </p:nvSpPr>
        <p:spPr>
          <a:xfrm>
            <a:off x="6416724" y="38264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88" name="Google Shape;288;p51"/>
          <p:cNvSpPr txBox="1"/>
          <p:nvPr>
            <p:ph idx="7" type="title"/>
          </p:nvPr>
        </p:nvSpPr>
        <p:spPr>
          <a:xfrm>
            <a:off x="6385824" y="32966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89" name="Google Shape;289;p51"/>
          <p:cNvSpPr txBox="1"/>
          <p:nvPr>
            <p:ph idx="8" type="subTitle"/>
          </p:nvPr>
        </p:nvSpPr>
        <p:spPr>
          <a:xfrm>
            <a:off x="835225" y="38264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0" name="Google Shape;290;p51"/>
          <p:cNvSpPr txBox="1"/>
          <p:nvPr>
            <p:ph idx="9" type="title"/>
          </p:nvPr>
        </p:nvSpPr>
        <p:spPr>
          <a:xfrm>
            <a:off x="804325" y="3296625"/>
            <a:ext cx="1957500" cy="529800"/>
          </a:xfrm>
          <a:prstGeom prst="rect">
            <a:avLst/>
          </a:prstGeom>
          <a:solidFill>
            <a:srgbClr val="D7073C"/>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91" name="Google Shape;291;p51"/>
          <p:cNvSpPr txBox="1"/>
          <p:nvPr>
            <p:ph idx="13" type="subTitle"/>
          </p:nvPr>
        </p:nvSpPr>
        <p:spPr>
          <a:xfrm>
            <a:off x="3624150" y="3826425"/>
            <a:ext cx="1895700" cy="6642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292" name="Google Shape;292;p51"/>
          <p:cNvSpPr txBox="1"/>
          <p:nvPr>
            <p:ph idx="14" type="title"/>
          </p:nvPr>
        </p:nvSpPr>
        <p:spPr>
          <a:xfrm>
            <a:off x="3593246" y="3296625"/>
            <a:ext cx="1957500" cy="529800"/>
          </a:xfrm>
          <a:prstGeom prst="rect">
            <a:avLst/>
          </a:prstGeom>
          <a:solidFill>
            <a:srgbClr val="4C67ED"/>
          </a:solid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rgbClr val="FFFFFF"/>
              </a:buClr>
              <a:buSzPts val="2200"/>
              <a:buNone/>
              <a:defRPr sz="2200">
                <a:solidFill>
                  <a:srgbClr val="FFFFFF"/>
                </a:solidFill>
              </a:defRPr>
            </a:lvl1pPr>
            <a:lvl2pPr lvl="1"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2pPr>
            <a:lvl3pPr lvl="2"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3pPr>
            <a:lvl4pPr lvl="3"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4pPr>
            <a:lvl5pPr lvl="4"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5pPr>
            <a:lvl6pPr lvl="5"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6pPr>
            <a:lvl7pPr lvl="6"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7pPr>
            <a:lvl8pPr lvl="7"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8pPr>
            <a:lvl9pPr lvl="8" algn="ctr">
              <a:lnSpc>
                <a:spcPct val="100000"/>
              </a:lnSpc>
              <a:spcBef>
                <a:spcPts val="0"/>
              </a:spcBef>
              <a:spcAft>
                <a:spcPts val="0"/>
              </a:spcAft>
              <a:buClr>
                <a:schemeClr val="lt1"/>
              </a:buClr>
              <a:buSzPts val="2200"/>
              <a:buFont typeface="Barlow Condensed ExtraBold"/>
              <a:buNone/>
              <a:defRPr sz="2200">
                <a:solidFill>
                  <a:schemeClr val="lt1"/>
                </a:solidFill>
                <a:latin typeface="Barlow Condensed ExtraBold"/>
                <a:ea typeface="Barlow Condensed ExtraBold"/>
                <a:cs typeface="Barlow Condensed ExtraBold"/>
                <a:sym typeface="Barlow Condensed ExtraBold"/>
              </a:defRPr>
            </a:lvl9pPr>
          </a:lstStyle>
          <a:p/>
        </p:txBody>
      </p:sp>
      <p:sp>
        <p:nvSpPr>
          <p:cNvPr id="293" name="Google Shape;293;p51"/>
          <p:cNvSpPr txBox="1"/>
          <p:nvPr>
            <p:ph idx="15" type="title"/>
          </p:nvPr>
        </p:nvSpPr>
        <p:spPr>
          <a:xfrm>
            <a:off x="1278000" y="3420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294" name="Google Shape;294;p51"/>
          <p:cNvSpPr/>
          <p:nvPr/>
        </p:nvSpPr>
        <p:spPr>
          <a:xfrm flipH="1">
            <a:off x="-40" y="1952289"/>
            <a:ext cx="7790203" cy="131872"/>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p51"/>
          <p:cNvSpPr/>
          <p:nvPr/>
        </p:nvSpPr>
        <p:spPr>
          <a:xfrm flipH="1">
            <a:off x="933395" y="3495600"/>
            <a:ext cx="8210589" cy="131851"/>
          </a:xfrm>
          <a:custGeom>
            <a:rect b="b" l="l" r="r" t="t"/>
            <a:pathLst>
              <a:path extrusionOk="0" h="4121" w="42303">
                <a:moveTo>
                  <a:pt x="0" y="1"/>
                </a:moveTo>
                <a:lnTo>
                  <a:pt x="0" y="4120"/>
                </a:lnTo>
                <a:lnTo>
                  <a:pt x="42303" y="4120"/>
                </a:lnTo>
                <a:lnTo>
                  <a:pt x="42303"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Percentages">
  <p:cSld name="CUSTOM_12">
    <p:spTree>
      <p:nvGrpSpPr>
        <p:cNvPr id="296" name="Shape 296"/>
        <p:cNvGrpSpPr/>
        <p:nvPr/>
      </p:nvGrpSpPr>
      <p:grpSpPr>
        <a:xfrm>
          <a:off x="0" y="0"/>
          <a:ext cx="0" cy="0"/>
          <a:chOff x="0" y="0"/>
          <a:chExt cx="0" cy="0"/>
        </a:xfrm>
      </p:grpSpPr>
      <p:sp>
        <p:nvSpPr>
          <p:cNvPr id="297" name="Google Shape;297;p5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3000">
                <a:solidFill>
                  <a:srgbClr val="4C67ED"/>
                </a:solidFill>
              </a:defRPr>
            </a:lvl1pPr>
            <a:lvl2pPr lvl="1" algn="ctr">
              <a:lnSpc>
                <a:spcPct val="100000"/>
              </a:lnSpc>
              <a:spcBef>
                <a:spcPts val="0"/>
              </a:spcBef>
              <a:spcAft>
                <a:spcPts val="0"/>
              </a:spcAft>
              <a:buSzPts val="2800"/>
              <a:buNone/>
              <a:defRPr sz="3000"/>
            </a:lvl2pPr>
            <a:lvl3pPr lvl="2" algn="ctr">
              <a:lnSpc>
                <a:spcPct val="100000"/>
              </a:lnSpc>
              <a:spcBef>
                <a:spcPts val="0"/>
              </a:spcBef>
              <a:spcAft>
                <a:spcPts val="0"/>
              </a:spcAft>
              <a:buSzPts val="2800"/>
              <a:buNone/>
              <a:defRPr sz="3000"/>
            </a:lvl3pPr>
            <a:lvl4pPr lvl="3" algn="ctr">
              <a:lnSpc>
                <a:spcPct val="100000"/>
              </a:lnSpc>
              <a:spcBef>
                <a:spcPts val="0"/>
              </a:spcBef>
              <a:spcAft>
                <a:spcPts val="0"/>
              </a:spcAft>
              <a:buSzPts val="2800"/>
              <a:buNone/>
              <a:defRPr sz="3000"/>
            </a:lvl4pPr>
            <a:lvl5pPr lvl="4" algn="ctr">
              <a:lnSpc>
                <a:spcPct val="100000"/>
              </a:lnSpc>
              <a:spcBef>
                <a:spcPts val="0"/>
              </a:spcBef>
              <a:spcAft>
                <a:spcPts val="0"/>
              </a:spcAft>
              <a:buSzPts val="2800"/>
              <a:buNone/>
              <a:defRPr sz="3000"/>
            </a:lvl5pPr>
            <a:lvl6pPr lvl="5" algn="ctr">
              <a:lnSpc>
                <a:spcPct val="100000"/>
              </a:lnSpc>
              <a:spcBef>
                <a:spcPts val="0"/>
              </a:spcBef>
              <a:spcAft>
                <a:spcPts val="0"/>
              </a:spcAft>
              <a:buSzPts val="2800"/>
              <a:buNone/>
              <a:defRPr sz="3000"/>
            </a:lvl6pPr>
            <a:lvl7pPr lvl="6" algn="ctr">
              <a:lnSpc>
                <a:spcPct val="100000"/>
              </a:lnSpc>
              <a:spcBef>
                <a:spcPts val="0"/>
              </a:spcBef>
              <a:spcAft>
                <a:spcPts val="0"/>
              </a:spcAft>
              <a:buSzPts val="2800"/>
              <a:buNone/>
              <a:defRPr sz="3000"/>
            </a:lvl7pPr>
            <a:lvl8pPr lvl="7" algn="ctr">
              <a:lnSpc>
                <a:spcPct val="100000"/>
              </a:lnSpc>
              <a:spcBef>
                <a:spcPts val="0"/>
              </a:spcBef>
              <a:spcAft>
                <a:spcPts val="0"/>
              </a:spcAft>
              <a:buSzPts val="2800"/>
              <a:buNone/>
              <a:defRPr sz="3000"/>
            </a:lvl8pPr>
            <a:lvl9pPr lvl="8" algn="ctr">
              <a:lnSpc>
                <a:spcPct val="100000"/>
              </a:lnSpc>
              <a:spcBef>
                <a:spcPts val="0"/>
              </a:spcBef>
              <a:spcAft>
                <a:spcPts val="0"/>
              </a:spcAft>
              <a:buSzPts val="2800"/>
              <a:buNone/>
              <a:defRPr sz="3000"/>
            </a:lvl9pPr>
          </a:lstStyle>
          <a:p/>
        </p:txBody>
      </p:sp>
      <p:sp>
        <p:nvSpPr>
          <p:cNvPr id="298" name="Google Shape;298;p52"/>
          <p:cNvSpPr txBox="1"/>
          <p:nvPr>
            <p:ph idx="2" type="title"/>
          </p:nvPr>
        </p:nvSpPr>
        <p:spPr>
          <a:xfrm>
            <a:off x="2201811" y="2233575"/>
            <a:ext cx="1609800" cy="58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p:txBody>
      </p:sp>
      <p:sp>
        <p:nvSpPr>
          <p:cNvPr id="299" name="Google Shape;299;p52"/>
          <p:cNvSpPr txBox="1"/>
          <p:nvPr>
            <p:ph idx="3" type="title"/>
          </p:nvPr>
        </p:nvSpPr>
        <p:spPr>
          <a:xfrm>
            <a:off x="5332488" y="2233575"/>
            <a:ext cx="1609800" cy="5811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2200"/>
              <a:buNone/>
              <a:defRPr sz="2200"/>
            </a:lvl1pPr>
            <a:lvl2pPr lvl="1"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2pPr>
            <a:lvl3pPr lvl="2"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3pPr>
            <a:lvl4pPr lvl="3"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4pPr>
            <a:lvl5pPr lvl="4"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5pPr>
            <a:lvl6pPr lvl="5"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6pPr>
            <a:lvl7pPr lvl="6"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7pPr>
            <a:lvl8pPr lvl="7"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8pPr>
            <a:lvl9pPr lvl="8" algn="ctr">
              <a:lnSpc>
                <a:spcPct val="100000"/>
              </a:lnSpc>
              <a:spcBef>
                <a:spcPts val="0"/>
              </a:spcBef>
              <a:spcAft>
                <a:spcPts val="0"/>
              </a:spcAft>
              <a:buSzPts val="12500"/>
              <a:buFont typeface="Overpass Mono"/>
              <a:buNone/>
              <a:defRPr b="1" sz="12500">
                <a:latin typeface="Overpass Mono"/>
                <a:ea typeface="Overpass Mono"/>
                <a:cs typeface="Overpass Mono"/>
                <a:sym typeface="Overpass Mono"/>
              </a:defRPr>
            </a:lvl9pPr>
          </a:lstStyle>
          <a:p/>
        </p:txBody>
      </p:sp>
      <p:sp>
        <p:nvSpPr>
          <p:cNvPr id="300" name="Google Shape;300;p52"/>
          <p:cNvSpPr/>
          <p:nvPr/>
        </p:nvSpPr>
        <p:spPr>
          <a:xfrm flipH="1">
            <a:off x="-11" y="0"/>
            <a:ext cx="1371614" cy="356851"/>
          </a:xfrm>
          <a:custGeom>
            <a:rect b="b" l="l" r="r" t="t"/>
            <a:pathLst>
              <a:path extrusionOk="0" h="2775" w="16884">
                <a:moveTo>
                  <a:pt x="0" y="1"/>
                </a:moveTo>
                <a:lnTo>
                  <a:pt x="0" y="2775"/>
                </a:lnTo>
                <a:lnTo>
                  <a:pt x="16883" y="2775"/>
                </a:lnTo>
                <a:lnTo>
                  <a:pt x="16883"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1" name="Google Shape;301;p52"/>
          <p:cNvSpPr/>
          <p:nvPr/>
        </p:nvSpPr>
        <p:spPr>
          <a:xfrm>
            <a:off x="8355575" y="4357775"/>
            <a:ext cx="788431" cy="785368"/>
          </a:xfrm>
          <a:custGeom>
            <a:rect b="b" l="l" r="r" t="t"/>
            <a:pathLst>
              <a:path extrusionOk="0" h="16396" w="17241">
                <a:moveTo>
                  <a:pt x="0" y="1"/>
                </a:moveTo>
                <a:lnTo>
                  <a:pt x="0" y="16396"/>
                </a:lnTo>
                <a:lnTo>
                  <a:pt x="17240" y="16396"/>
                </a:lnTo>
                <a:lnTo>
                  <a:pt x="17240" y="1"/>
                </a:lnTo>
                <a:close/>
              </a:path>
            </a:pathLst>
          </a:custGeom>
          <a:solidFill>
            <a:srgbClr val="FFFFFF">
              <a:alpha val="30980"/>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2" name="Google Shape;302;p52"/>
          <p:cNvSpPr/>
          <p:nvPr/>
        </p:nvSpPr>
        <p:spPr>
          <a:xfrm flipH="1">
            <a:off x="7353292" y="4786292"/>
            <a:ext cx="1371614" cy="356851"/>
          </a:xfrm>
          <a:custGeom>
            <a:rect b="b" l="l" r="r" t="t"/>
            <a:pathLst>
              <a:path extrusionOk="0" h="2775" w="16884">
                <a:moveTo>
                  <a:pt x="0" y="1"/>
                </a:moveTo>
                <a:lnTo>
                  <a:pt x="0" y="2775"/>
                </a:lnTo>
                <a:lnTo>
                  <a:pt x="16883" y="2775"/>
                </a:lnTo>
                <a:lnTo>
                  <a:pt x="16883" y="1"/>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mall numbers">
  <p:cSld name="CUSTOM_15">
    <p:spTree>
      <p:nvGrpSpPr>
        <p:cNvPr id="303" name="Shape 303"/>
        <p:cNvGrpSpPr/>
        <p:nvPr/>
      </p:nvGrpSpPr>
      <p:grpSpPr>
        <a:xfrm>
          <a:off x="0" y="0"/>
          <a:ext cx="0" cy="0"/>
          <a:chOff x="0" y="0"/>
          <a:chExt cx="0" cy="0"/>
        </a:xfrm>
      </p:grpSpPr>
      <p:sp>
        <p:nvSpPr>
          <p:cNvPr id="304" name="Google Shape;304;p53"/>
          <p:cNvSpPr txBox="1"/>
          <p:nvPr>
            <p:ph idx="1" type="subTitle"/>
          </p:nvPr>
        </p:nvSpPr>
        <p:spPr>
          <a:xfrm>
            <a:off x="3423600" y="1473000"/>
            <a:ext cx="2296500" cy="4572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5" name="Google Shape;305;p53"/>
          <p:cNvSpPr txBox="1"/>
          <p:nvPr>
            <p:ph type="title"/>
          </p:nvPr>
        </p:nvSpPr>
        <p:spPr>
          <a:xfrm>
            <a:off x="3423750" y="934700"/>
            <a:ext cx="2296500" cy="457200"/>
          </a:xfrm>
          <a:prstGeom prst="rect">
            <a:avLst/>
          </a:prstGeom>
          <a:solidFill>
            <a:srgbClr val="4C67ED"/>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200"/>
              <a:buNone/>
              <a:defRPr sz="2200">
                <a:solidFill>
                  <a:schemeClr val="dk1"/>
                </a:solidFill>
              </a:defRPr>
            </a:lvl1pPr>
            <a:lvl2pPr lvl="1" algn="ctr">
              <a:lnSpc>
                <a:spcPct val="100000"/>
              </a:lnSpc>
              <a:spcBef>
                <a:spcPts val="0"/>
              </a:spcBef>
              <a:spcAft>
                <a:spcPts val="0"/>
              </a:spcAft>
              <a:buSzPts val="2500"/>
              <a:buFont typeface="Barlow"/>
              <a:buNone/>
              <a:defRPr b="1" sz="2500">
                <a:latin typeface="Barlow"/>
                <a:ea typeface="Barlow"/>
                <a:cs typeface="Barlow"/>
                <a:sym typeface="Barlow"/>
              </a:defRPr>
            </a:lvl2pPr>
            <a:lvl3pPr lvl="2" algn="ctr">
              <a:lnSpc>
                <a:spcPct val="100000"/>
              </a:lnSpc>
              <a:spcBef>
                <a:spcPts val="0"/>
              </a:spcBef>
              <a:spcAft>
                <a:spcPts val="0"/>
              </a:spcAft>
              <a:buSzPts val="2500"/>
              <a:buFont typeface="Barlow"/>
              <a:buNone/>
              <a:defRPr b="1" sz="2500">
                <a:latin typeface="Barlow"/>
                <a:ea typeface="Barlow"/>
                <a:cs typeface="Barlow"/>
                <a:sym typeface="Barlow"/>
              </a:defRPr>
            </a:lvl3pPr>
            <a:lvl4pPr lvl="3" algn="ctr">
              <a:lnSpc>
                <a:spcPct val="100000"/>
              </a:lnSpc>
              <a:spcBef>
                <a:spcPts val="0"/>
              </a:spcBef>
              <a:spcAft>
                <a:spcPts val="0"/>
              </a:spcAft>
              <a:buSzPts val="2500"/>
              <a:buFont typeface="Barlow"/>
              <a:buNone/>
              <a:defRPr b="1" sz="2500">
                <a:latin typeface="Barlow"/>
                <a:ea typeface="Barlow"/>
                <a:cs typeface="Barlow"/>
                <a:sym typeface="Barlow"/>
              </a:defRPr>
            </a:lvl4pPr>
            <a:lvl5pPr lvl="4" algn="ctr">
              <a:lnSpc>
                <a:spcPct val="100000"/>
              </a:lnSpc>
              <a:spcBef>
                <a:spcPts val="0"/>
              </a:spcBef>
              <a:spcAft>
                <a:spcPts val="0"/>
              </a:spcAft>
              <a:buSzPts val="2500"/>
              <a:buFont typeface="Barlow"/>
              <a:buNone/>
              <a:defRPr b="1" sz="2500">
                <a:latin typeface="Barlow"/>
                <a:ea typeface="Barlow"/>
                <a:cs typeface="Barlow"/>
                <a:sym typeface="Barlow"/>
              </a:defRPr>
            </a:lvl5pPr>
            <a:lvl6pPr lvl="5" algn="ctr">
              <a:lnSpc>
                <a:spcPct val="100000"/>
              </a:lnSpc>
              <a:spcBef>
                <a:spcPts val="0"/>
              </a:spcBef>
              <a:spcAft>
                <a:spcPts val="0"/>
              </a:spcAft>
              <a:buSzPts val="2500"/>
              <a:buFont typeface="Barlow"/>
              <a:buNone/>
              <a:defRPr b="1" sz="2500">
                <a:latin typeface="Barlow"/>
                <a:ea typeface="Barlow"/>
                <a:cs typeface="Barlow"/>
                <a:sym typeface="Barlow"/>
              </a:defRPr>
            </a:lvl6pPr>
            <a:lvl7pPr lvl="6" algn="ctr">
              <a:lnSpc>
                <a:spcPct val="100000"/>
              </a:lnSpc>
              <a:spcBef>
                <a:spcPts val="0"/>
              </a:spcBef>
              <a:spcAft>
                <a:spcPts val="0"/>
              </a:spcAft>
              <a:buSzPts val="2500"/>
              <a:buFont typeface="Barlow"/>
              <a:buNone/>
              <a:defRPr b="1" sz="2500">
                <a:latin typeface="Barlow"/>
                <a:ea typeface="Barlow"/>
                <a:cs typeface="Barlow"/>
                <a:sym typeface="Barlow"/>
              </a:defRPr>
            </a:lvl7pPr>
            <a:lvl8pPr lvl="7" algn="ctr">
              <a:lnSpc>
                <a:spcPct val="100000"/>
              </a:lnSpc>
              <a:spcBef>
                <a:spcPts val="0"/>
              </a:spcBef>
              <a:spcAft>
                <a:spcPts val="0"/>
              </a:spcAft>
              <a:buSzPts val="2500"/>
              <a:buFont typeface="Barlow"/>
              <a:buNone/>
              <a:defRPr b="1" sz="2500">
                <a:latin typeface="Barlow"/>
                <a:ea typeface="Barlow"/>
                <a:cs typeface="Barlow"/>
                <a:sym typeface="Barlow"/>
              </a:defRPr>
            </a:lvl8pPr>
            <a:lvl9pPr lvl="8" algn="ctr">
              <a:lnSpc>
                <a:spcPct val="100000"/>
              </a:lnSpc>
              <a:spcBef>
                <a:spcPts val="0"/>
              </a:spcBef>
              <a:spcAft>
                <a:spcPts val="0"/>
              </a:spcAft>
              <a:buSzPts val="2500"/>
              <a:buFont typeface="Barlow"/>
              <a:buNone/>
              <a:defRPr b="1" sz="2500">
                <a:latin typeface="Barlow"/>
                <a:ea typeface="Barlow"/>
                <a:cs typeface="Barlow"/>
                <a:sym typeface="Barlow"/>
              </a:defRPr>
            </a:lvl9pPr>
          </a:lstStyle>
          <a:p/>
        </p:txBody>
      </p:sp>
      <p:sp>
        <p:nvSpPr>
          <p:cNvPr id="306" name="Google Shape;306;p53"/>
          <p:cNvSpPr txBox="1"/>
          <p:nvPr>
            <p:ph idx="2" type="subTitle"/>
          </p:nvPr>
        </p:nvSpPr>
        <p:spPr>
          <a:xfrm>
            <a:off x="3423600" y="2688513"/>
            <a:ext cx="2296500" cy="4572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7" name="Google Shape;307;p53"/>
          <p:cNvSpPr txBox="1"/>
          <p:nvPr>
            <p:ph idx="3" type="title"/>
          </p:nvPr>
        </p:nvSpPr>
        <p:spPr>
          <a:xfrm>
            <a:off x="3423750" y="2150202"/>
            <a:ext cx="2296500" cy="457200"/>
          </a:xfrm>
          <a:prstGeom prst="rect">
            <a:avLst/>
          </a:prstGeom>
          <a:solidFill>
            <a:srgbClr val="D7073C"/>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lt1"/>
              </a:buClr>
              <a:buSzPts val="2200"/>
              <a:buNone/>
              <a:defRPr sz="2200">
                <a:solidFill>
                  <a:schemeClr val="lt1"/>
                </a:solidFill>
              </a:defRPr>
            </a:lvl1pPr>
            <a:lvl2pPr lvl="1" algn="ctr">
              <a:lnSpc>
                <a:spcPct val="100000"/>
              </a:lnSpc>
              <a:spcBef>
                <a:spcPts val="0"/>
              </a:spcBef>
              <a:spcAft>
                <a:spcPts val="0"/>
              </a:spcAft>
              <a:buSzPts val="2500"/>
              <a:buFont typeface="Barlow"/>
              <a:buNone/>
              <a:defRPr b="1" sz="2500">
                <a:latin typeface="Barlow"/>
                <a:ea typeface="Barlow"/>
                <a:cs typeface="Barlow"/>
                <a:sym typeface="Barlow"/>
              </a:defRPr>
            </a:lvl2pPr>
            <a:lvl3pPr lvl="2" algn="ctr">
              <a:lnSpc>
                <a:spcPct val="100000"/>
              </a:lnSpc>
              <a:spcBef>
                <a:spcPts val="0"/>
              </a:spcBef>
              <a:spcAft>
                <a:spcPts val="0"/>
              </a:spcAft>
              <a:buSzPts val="2500"/>
              <a:buFont typeface="Barlow"/>
              <a:buNone/>
              <a:defRPr b="1" sz="2500">
                <a:latin typeface="Barlow"/>
                <a:ea typeface="Barlow"/>
                <a:cs typeface="Barlow"/>
                <a:sym typeface="Barlow"/>
              </a:defRPr>
            </a:lvl3pPr>
            <a:lvl4pPr lvl="3" algn="ctr">
              <a:lnSpc>
                <a:spcPct val="100000"/>
              </a:lnSpc>
              <a:spcBef>
                <a:spcPts val="0"/>
              </a:spcBef>
              <a:spcAft>
                <a:spcPts val="0"/>
              </a:spcAft>
              <a:buSzPts val="2500"/>
              <a:buFont typeface="Barlow"/>
              <a:buNone/>
              <a:defRPr b="1" sz="2500">
                <a:latin typeface="Barlow"/>
                <a:ea typeface="Barlow"/>
                <a:cs typeface="Barlow"/>
                <a:sym typeface="Barlow"/>
              </a:defRPr>
            </a:lvl4pPr>
            <a:lvl5pPr lvl="4" algn="ctr">
              <a:lnSpc>
                <a:spcPct val="100000"/>
              </a:lnSpc>
              <a:spcBef>
                <a:spcPts val="0"/>
              </a:spcBef>
              <a:spcAft>
                <a:spcPts val="0"/>
              </a:spcAft>
              <a:buSzPts val="2500"/>
              <a:buFont typeface="Barlow"/>
              <a:buNone/>
              <a:defRPr b="1" sz="2500">
                <a:latin typeface="Barlow"/>
                <a:ea typeface="Barlow"/>
                <a:cs typeface="Barlow"/>
                <a:sym typeface="Barlow"/>
              </a:defRPr>
            </a:lvl5pPr>
            <a:lvl6pPr lvl="5" algn="ctr">
              <a:lnSpc>
                <a:spcPct val="100000"/>
              </a:lnSpc>
              <a:spcBef>
                <a:spcPts val="0"/>
              </a:spcBef>
              <a:spcAft>
                <a:spcPts val="0"/>
              </a:spcAft>
              <a:buSzPts val="2500"/>
              <a:buFont typeface="Barlow"/>
              <a:buNone/>
              <a:defRPr b="1" sz="2500">
                <a:latin typeface="Barlow"/>
                <a:ea typeface="Barlow"/>
                <a:cs typeface="Barlow"/>
                <a:sym typeface="Barlow"/>
              </a:defRPr>
            </a:lvl6pPr>
            <a:lvl7pPr lvl="6" algn="ctr">
              <a:lnSpc>
                <a:spcPct val="100000"/>
              </a:lnSpc>
              <a:spcBef>
                <a:spcPts val="0"/>
              </a:spcBef>
              <a:spcAft>
                <a:spcPts val="0"/>
              </a:spcAft>
              <a:buSzPts val="2500"/>
              <a:buFont typeface="Barlow"/>
              <a:buNone/>
              <a:defRPr b="1" sz="2500">
                <a:latin typeface="Barlow"/>
                <a:ea typeface="Barlow"/>
                <a:cs typeface="Barlow"/>
                <a:sym typeface="Barlow"/>
              </a:defRPr>
            </a:lvl7pPr>
            <a:lvl8pPr lvl="7" algn="ctr">
              <a:lnSpc>
                <a:spcPct val="100000"/>
              </a:lnSpc>
              <a:spcBef>
                <a:spcPts val="0"/>
              </a:spcBef>
              <a:spcAft>
                <a:spcPts val="0"/>
              </a:spcAft>
              <a:buSzPts val="2500"/>
              <a:buFont typeface="Barlow"/>
              <a:buNone/>
              <a:defRPr b="1" sz="2500">
                <a:latin typeface="Barlow"/>
                <a:ea typeface="Barlow"/>
                <a:cs typeface="Barlow"/>
                <a:sym typeface="Barlow"/>
              </a:defRPr>
            </a:lvl8pPr>
            <a:lvl9pPr lvl="8" algn="ctr">
              <a:lnSpc>
                <a:spcPct val="100000"/>
              </a:lnSpc>
              <a:spcBef>
                <a:spcPts val="0"/>
              </a:spcBef>
              <a:spcAft>
                <a:spcPts val="0"/>
              </a:spcAft>
              <a:buSzPts val="2500"/>
              <a:buFont typeface="Barlow"/>
              <a:buNone/>
              <a:defRPr b="1" sz="2500">
                <a:latin typeface="Barlow"/>
                <a:ea typeface="Barlow"/>
                <a:cs typeface="Barlow"/>
                <a:sym typeface="Barlow"/>
              </a:defRPr>
            </a:lvl9pPr>
          </a:lstStyle>
          <a:p/>
        </p:txBody>
      </p:sp>
      <p:sp>
        <p:nvSpPr>
          <p:cNvPr id="308" name="Google Shape;308;p53"/>
          <p:cNvSpPr txBox="1"/>
          <p:nvPr>
            <p:ph idx="4" type="subTitle"/>
          </p:nvPr>
        </p:nvSpPr>
        <p:spPr>
          <a:xfrm>
            <a:off x="3423750" y="3904025"/>
            <a:ext cx="2296500" cy="4572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1400"/>
              <a:buNone/>
              <a:defRPr/>
            </a:lvl2pPr>
            <a:lvl3pPr lvl="2" algn="ctr">
              <a:lnSpc>
                <a:spcPct val="100000"/>
              </a:lnSpc>
              <a:spcBef>
                <a:spcPts val="0"/>
              </a:spcBef>
              <a:spcAft>
                <a:spcPts val="0"/>
              </a:spcAft>
              <a:buSzPts val="1400"/>
              <a:buNone/>
              <a:defRPr/>
            </a:lvl3pPr>
            <a:lvl4pPr lvl="3" algn="ctr">
              <a:lnSpc>
                <a:spcPct val="100000"/>
              </a:lnSpc>
              <a:spcBef>
                <a:spcPts val="0"/>
              </a:spcBef>
              <a:spcAft>
                <a:spcPts val="0"/>
              </a:spcAft>
              <a:buSzPts val="1400"/>
              <a:buNone/>
              <a:defRPr/>
            </a:lvl4pPr>
            <a:lvl5pPr lvl="4" algn="ctr">
              <a:lnSpc>
                <a:spcPct val="100000"/>
              </a:lnSpc>
              <a:spcBef>
                <a:spcPts val="0"/>
              </a:spcBef>
              <a:spcAft>
                <a:spcPts val="0"/>
              </a:spcAft>
              <a:buSzPts val="1400"/>
              <a:buNone/>
              <a:defRPr/>
            </a:lvl5pPr>
            <a:lvl6pPr lvl="5" algn="ctr">
              <a:lnSpc>
                <a:spcPct val="100000"/>
              </a:lnSpc>
              <a:spcBef>
                <a:spcPts val="0"/>
              </a:spcBef>
              <a:spcAft>
                <a:spcPts val="0"/>
              </a:spcAft>
              <a:buSzPts val="1400"/>
              <a:buNone/>
              <a:defRPr/>
            </a:lvl6pPr>
            <a:lvl7pPr lvl="6" algn="ctr">
              <a:lnSpc>
                <a:spcPct val="100000"/>
              </a:lnSpc>
              <a:spcBef>
                <a:spcPts val="0"/>
              </a:spcBef>
              <a:spcAft>
                <a:spcPts val="0"/>
              </a:spcAft>
              <a:buSzPts val="1400"/>
              <a:buNone/>
              <a:defRPr/>
            </a:lvl7pPr>
            <a:lvl8pPr lvl="7" algn="ctr">
              <a:lnSpc>
                <a:spcPct val="100000"/>
              </a:lnSpc>
              <a:spcBef>
                <a:spcPts val="0"/>
              </a:spcBef>
              <a:spcAft>
                <a:spcPts val="0"/>
              </a:spcAft>
              <a:buSzPts val="1400"/>
              <a:buNone/>
              <a:defRPr/>
            </a:lvl8pPr>
            <a:lvl9pPr lvl="8" algn="ctr">
              <a:lnSpc>
                <a:spcPct val="100000"/>
              </a:lnSpc>
              <a:spcBef>
                <a:spcPts val="0"/>
              </a:spcBef>
              <a:spcAft>
                <a:spcPts val="0"/>
              </a:spcAft>
              <a:buSzPts val="1400"/>
              <a:buNone/>
              <a:defRPr/>
            </a:lvl9pPr>
          </a:lstStyle>
          <a:p/>
        </p:txBody>
      </p:sp>
      <p:sp>
        <p:nvSpPr>
          <p:cNvPr id="309" name="Google Shape;309;p53"/>
          <p:cNvSpPr txBox="1"/>
          <p:nvPr>
            <p:ph idx="5" type="title"/>
          </p:nvPr>
        </p:nvSpPr>
        <p:spPr>
          <a:xfrm>
            <a:off x="3423750" y="3365703"/>
            <a:ext cx="2296500" cy="457200"/>
          </a:xfrm>
          <a:prstGeom prst="rect">
            <a:avLst/>
          </a:prstGeom>
          <a:solidFill>
            <a:srgbClr val="4C67ED"/>
          </a:solid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dk1"/>
              </a:buClr>
              <a:buSzPts val="2200"/>
              <a:buNone/>
              <a:defRPr sz="2200">
                <a:solidFill>
                  <a:schemeClr val="dk1"/>
                </a:solidFill>
              </a:defRPr>
            </a:lvl1pPr>
            <a:lvl2pPr lvl="1" algn="ctr">
              <a:lnSpc>
                <a:spcPct val="100000"/>
              </a:lnSpc>
              <a:spcBef>
                <a:spcPts val="0"/>
              </a:spcBef>
              <a:spcAft>
                <a:spcPts val="0"/>
              </a:spcAft>
              <a:buSzPts val="2500"/>
              <a:buFont typeface="Barlow"/>
              <a:buNone/>
              <a:defRPr b="1" sz="2500">
                <a:latin typeface="Barlow"/>
                <a:ea typeface="Barlow"/>
                <a:cs typeface="Barlow"/>
                <a:sym typeface="Barlow"/>
              </a:defRPr>
            </a:lvl2pPr>
            <a:lvl3pPr lvl="2" algn="ctr">
              <a:lnSpc>
                <a:spcPct val="100000"/>
              </a:lnSpc>
              <a:spcBef>
                <a:spcPts val="0"/>
              </a:spcBef>
              <a:spcAft>
                <a:spcPts val="0"/>
              </a:spcAft>
              <a:buSzPts val="2500"/>
              <a:buFont typeface="Barlow"/>
              <a:buNone/>
              <a:defRPr b="1" sz="2500">
                <a:latin typeface="Barlow"/>
                <a:ea typeface="Barlow"/>
                <a:cs typeface="Barlow"/>
                <a:sym typeface="Barlow"/>
              </a:defRPr>
            </a:lvl3pPr>
            <a:lvl4pPr lvl="3" algn="ctr">
              <a:lnSpc>
                <a:spcPct val="100000"/>
              </a:lnSpc>
              <a:spcBef>
                <a:spcPts val="0"/>
              </a:spcBef>
              <a:spcAft>
                <a:spcPts val="0"/>
              </a:spcAft>
              <a:buSzPts val="2500"/>
              <a:buFont typeface="Barlow"/>
              <a:buNone/>
              <a:defRPr b="1" sz="2500">
                <a:latin typeface="Barlow"/>
                <a:ea typeface="Barlow"/>
                <a:cs typeface="Barlow"/>
                <a:sym typeface="Barlow"/>
              </a:defRPr>
            </a:lvl4pPr>
            <a:lvl5pPr lvl="4" algn="ctr">
              <a:lnSpc>
                <a:spcPct val="100000"/>
              </a:lnSpc>
              <a:spcBef>
                <a:spcPts val="0"/>
              </a:spcBef>
              <a:spcAft>
                <a:spcPts val="0"/>
              </a:spcAft>
              <a:buSzPts val="2500"/>
              <a:buFont typeface="Barlow"/>
              <a:buNone/>
              <a:defRPr b="1" sz="2500">
                <a:latin typeface="Barlow"/>
                <a:ea typeface="Barlow"/>
                <a:cs typeface="Barlow"/>
                <a:sym typeface="Barlow"/>
              </a:defRPr>
            </a:lvl5pPr>
            <a:lvl6pPr lvl="5" algn="ctr">
              <a:lnSpc>
                <a:spcPct val="100000"/>
              </a:lnSpc>
              <a:spcBef>
                <a:spcPts val="0"/>
              </a:spcBef>
              <a:spcAft>
                <a:spcPts val="0"/>
              </a:spcAft>
              <a:buSzPts val="2500"/>
              <a:buFont typeface="Barlow"/>
              <a:buNone/>
              <a:defRPr b="1" sz="2500">
                <a:latin typeface="Barlow"/>
                <a:ea typeface="Barlow"/>
                <a:cs typeface="Barlow"/>
                <a:sym typeface="Barlow"/>
              </a:defRPr>
            </a:lvl6pPr>
            <a:lvl7pPr lvl="6" algn="ctr">
              <a:lnSpc>
                <a:spcPct val="100000"/>
              </a:lnSpc>
              <a:spcBef>
                <a:spcPts val="0"/>
              </a:spcBef>
              <a:spcAft>
                <a:spcPts val="0"/>
              </a:spcAft>
              <a:buSzPts val="2500"/>
              <a:buFont typeface="Barlow"/>
              <a:buNone/>
              <a:defRPr b="1" sz="2500">
                <a:latin typeface="Barlow"/>
                <a:ea typeface="Barlow"/>
                <a:cs typeface="Barlow"/>
                <a:sym typeface="Barlow"/>
              </a:defRPr>
            </a:lvl7pPr>
            <a:lvl8pPr lvl="7" algn="ctr">
              <a:lnSpc>
                <a:spcPct val="100000"/>
              </a:lnSpc>
              <a:spcBef>
                <a:spcPts val="0"/>
              </a:spcBef>
              <a:spcAft>
                <a:spcPts val="0"/>
              </a:spcAft>
              <a:buSzPts val="2500"/>
              <a:buFont typeface="Barlow"/>
              <a:buNone/>
              <a:defRPr b="1" sz="2500">
                <a:latin typeface="Barlow"/>
                <a:ea typeface="Barlow"/>
                <a:cs typeface="Barlow"/>
                <a:sym typeface="Barlow"/>
              </a:defRPr>
            </a:lvl8pPr>
            <a:lvl9pPr lvl="8" algn="ctr">
              <a:lnSpc>
                <a:spcPct val="100000"/>
              </a:lnSpc>
              <a:spcBef>
                <a:spcPts val="0"/>
              </a:spcBef>
              <a:spcAft>
                <a:spcPts val="0"/>
              </a:spcAft>
              <a:buSzPts val="2500"/>
              <a:buFont typeface="Barlow"/>
              <a:buNone/>
              <a:defRPr b="1" sz="2500">
                <a:latin typeface="Barlow"/>
                <a:ea typeface="Barlow"/>
                <a:cs typeface="Barlow"/>
                <a:sym typeface="Barlow"/>
              </a:defRPr>
            </a:lvl9pPr>
          </a:lstStyle>
          <a:p/>
        </p:txBody>
      </p:sp>
      <p:sp>
        <p:nvSpPr>
          <p:cNvPr id="310" name="Google Shape;310;p53"/>
          <p:cNvSpPr/>
          <p:nvPr/>
        </p:nvSpPr>
        <p:spPr>
          <a:xfrm>
            <a:off x="7377200"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53"/>
          <p:cNvSpPr/>
          <p:nvPr/>
        </p:nvSpPr>
        <p:spPr>
          <a:xfrm>
            <a:off x="3570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53"/>
          <p:cNvSpPr/>
          <p:nvPr/>
        </p:nvSpPr>
        <p:spPr>
          <a:xfrm>
            <a:off x="6810278"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p53"/>
          <p:cNvSpPr/>
          <p:nvPr/>
        </p:nvSpPr>
        <p:spPr>
          <a:xfrm>
            <a:off x="6896029"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p53"/>
          <p:cNvSpPr/>
          <p:nvPr/>
        </p:nvSpPr>
        <p:spPr>
          <a:xfrm>
            <a:off x="8105579" y="1500450"/>
            <a:ext cx="1038298" cy="356872"/>
          </a:xfrm>
          <a:custGeom>
            <a:rect b="b" l="l" r="r" t="t"/>
            <a:pathLst>
              <a:path extrusionOk="0" h="2775" w="2882">
                <a:moveTo>
                  <a:pt x="1" y="0"/>
                </a:moveTo>
                <a:lnTo>
                  <a:pt x="1" y="2774"/>
                </a:lnTo>
                <a:lnTo>
                  <a:pt x="2882" y="2774"/>
                </a:lnTo>
                <a:lnTo>
                  <a:pt x="2882" y="0"/>
                </a:lnTo>
                <a:close/>
              </a:path>
            </a:pathLst>
          </a:custGeom>
          <a:solidFill>
            <a:srgbClr val="FFFFF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5" name="Google Shape;315;p53"/>
          <p:cNvSpPr/>
          <p:nvPr/>
        </p:nvSpPr>
        <p:spPr>
          <a:xfrm>
            <a:off x="6739789"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6" name="Google Shape;316;p53"/>
          <p:cNvSpPr/>
          <p:nvPr/>
        </p:nvSpPr>
        <p:spPr>
          <a:xfrm>
            <a:off x="18" y="3268775"/>
            <a:ext cx="1038298" cy="355450"/>
          </a:xfrm>
          <a:custGeom>
            <a:rect b="b" l="l" r="r" t="t"/>
            <a:pathLst>
              <a:path extrusionOk="0" h="2764" w="2882">
                <a:moveTo>
                  <a:pt x="0" y="1"/>
                </a:moveTo>
                <a:lnTo>
                  <a:pt x="0" y="2763"/>
                </a:lnTo>
                <a:lnTo>
                  <a:pt x="2881" y="2763"/>
                </a:lnTo>
                <a:lnTo>
                  <a:pt x="2881" y="1"/>
                </a:lnTo>
                <a:close/>
              </a:path>
            </a:pathLst>
          </a:custGeom>
          <a:solidFill>
            <a:srgbClr val="FFFFF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p53"/>
          <p:cNvSpPr/>
          <p:nvPr/>
        </p:nvSpPr>
        <p:spPr>
          <a:xfrm>
            <a:off x="10"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8" name="Google Shape;318;p53"/>
          <p:cNvSpPr/>
          <p:nvPr/>
        </p:nvSpPr>
        <p:spPr>
          <a:xfrm>
            <a:off x="1299972" y="1500450"/>
            <a:ext cx="490621" cy="356872"/>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3">
    <p:spTree>
      <p:nvGrpSpPr>
        <p:cNvPr id="322" name="Shape 322"/>
        <p:cNvGrpSpPr/>
        <p:nvPr/>
      </p:nvGrpSpPr>
      <p:grpSpPr>
        <a:xfrm>
          <a:off x="0" y="0"/>
          <a:ext cx="0" cy="0"/>
          <a:chOff x="0" y="0"/>
          <a:chExt cx="0" cy="0"/>
        </a:xfrm>
      </p:grpSpPr>
      <p:sp>
        <p:nvSpPr>
          <p:cNvPr id="323" name="Google Shape;323;p38"/>
          <p:cNvSpPr/>
          <p:nvPr/>
        </p:nvSpPr>
        <p:spPr>
          <a:xfrm>
            <a:off x="0" y="4357775"/>
            <a:ext cx="6633906" cy="785368"/>
          </a:xfrm>
          <a:custGeom>
            <a:rect b="b" l="l" r="r" t="t"/>
            <a:pathLst>
              <a:path extrusionOk="0" h="16396" w="17241">
                <a:moveTo>
                  <a:pt x="0" y="1"/>
                </a:moveTo>
                <a:lnTo>
                  <a:pt x="0" y="16396"/>
                </a:lnTo>
                <a:lnTo>
                  <a:pt x="17240" y="16396"/>
                </a:lnTo>
                <a:lnTo>
                  <a:pt x="17240"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p38"/>
          <p:cNvSpPr/>
          <p:nvPr/>
        </p:nvSpPr>
        <p:spPr>
          <a:xfrm>
            <a:off x="8355575" y="4357775"/>
            <a:ext cx="788431" cy="785368"/>
          </a:xfrm>
          <a:custGeom>
            <a:rect b="b" l="l" r="r" t="t"/>
            <a:pathLst>
              <a:path extrusionOk="0" h="16396" w="17241">
                <a:moveTo>
                  <a:pt x="0" y="1"/>
                </a:moveTo>
                <a:lnTo>
                  <a:pt x="0" y="16396"/>
                </a:lnTo>
                <a:lnTo>
                  <a:pt x="17240" y="16396"/>
                </a:lnTo>
                <a:lnTo>
                  <a:pt x="17240"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38"/>
          <p:cNvSpPr/>
          <p:nvPr/>
        </p:nvSpPr>
        <p:spPr>
          <a:xfrm>
            <a:off x="1923700" y="0"/>
            <a:ext cx="7220221" cy="2724140"/>
          </a:xfrm>
          <a:custGeom>
            <a:rect b="b" l="l" r="r" t="t"/>
            <a:pathLst>
              <a:path extrusionOk="0" h="24170" w="52686">
                <a:moveTo>
                  <a:pt x="1" y="0"/>
                </a:moveTo>
                <a:lnTo>
                  <a:pt x="1" y="24170"/>
                </a:lnTo>
                <a:lnTo>
                  <a:pt x="52686" y="24170"/>
                </a:lnTo>
                <a:lnTo>
                  <a:pt x="52686"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6" name="Google Shape;326;p38"/>
          <p:cNvSpPr txBox="1"/>
          <p:nvPr>
            <p:ph type="title"/>
          </p:nvPr>
        </p:nvSpPr>
        <p:spPr>
          <a:xfrm>
            <a:off x="2951850" y="700250"/>
            <a:ext cx="32403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4300"/>
            </a:lvl1pPr>
            <a:lvl2pPr lvl="1" algn="ctr">
              <a:lnSpc>
                <a:spcPct val="100000"/>
              </a:lnSpc>
              <a:spcBef>
                <a:spcPts val="0"/>
              </a:spcBef>
              <a:spcAft>
                <a:spcPts val="0"/>
              </a:spcAft>
              <a:buSzPts val="2400"/>
              <a:buNone/>
              <a:defRPr sz="3000">
                <a:solidFill>
                  <a:schemeClr val="dk1"/>
                </a:solidFill>
              </a:defRPr>
            </a:lvl2pPr>
            <a:lvl3pPr lvl="2" algn="ctr">
              <a:lnSpc>
                <a:spcPct val="100000"/>
              </a:lnSpc>
              <a:spcBef>
                <a:spcPts val="0"/>
              </a:spcBef>
              <a:spcAft>
                <a:spcPts val="0"/>
              </a:spcAft>
              <a:buSzPts val="2400"/>
              <a:buNone/>
              <a:defRPr sz="3000">
                <a:solidFill>
                  <a:schemeClr val="dk1"/>
                </a:solidFill>
              </a:defRPr>
            </a:lvl3pPr>
            <a:lvl4pPr lvl="3" algn="ctr">
              <a:lnSpc>
                <a:spcPct val="100000"/>
              </a:lnSpc>
              <a:spcBef>
                <a:spcPts val="0"/>
              </a:spcBef>
              <a:spcAft>
                <a:spcPts val="0"/>
              </a:spcAft>
              <a:buSzPts val="2400"/>
              <a:buNone/>
              <a:defRPr sz="3000">
                <a:solidFill>
                  <a:schemeClr val="dk1"/>
                </a:solidFill>
              </a:defRPr>
            </a:lvl4pPr>
            <a:lvl5pPr lvl="4" algn="ctr">
              <a:lnSpc>
                <a:spcPct val="100000"/>
              </a:lnSpc>
              <a:spcBef>
                <a:spcPts val="0"/>
              </a:spcBef>
              <a:spcAft>
                <a:spcPts val="0"/>
              </a:spcAft>
              <a:buSzPts val="2400"/>
              <a:buNone/>
              <a:defRPr sz="3000">
                <a:solidFill>
                  <a:schemeClr val="dk1"/>
                </a:solidFill>
              </a:defRPr>
            </a:lvl5pPr>
            <a:lvl6pPr lvl="5" algn="ctr">
              <a:lnSpc>
                <a:spcPct val="100000"/>
              </a:lnSpc>
              <a:spcBef>
                <a:spcPts val="0"/>
              </a:spcBef>
              <a:spcAft>
                <a:spcPts val="0"/>
              </a:spcAft>
              <a:buSzPts val="2400"/>
              <a:buNone/>
              <a:defRPr sz="3000">
                <a:solidFill>
                  <a:schemeClr val="dk1"/>
                </a:solidFill>
              </a:defRPr>
            </a:lvl6pPr>
            <a:lvl7pPr lvl="6" algn="ctr">
              <a:lnSpc>
                <a:spcPct val="100000"/>
              </a:lnSpc>
              <a:spcBef>
                <a:spcPts val="0"/>
              </a:spcBef>
              <a:spcAft>
                <a:spcPts val="0"/>
              </a:spcAft>
              <a:buSzPts val="2400"/>
              <a:buNone/>
              <a:defRPr sz="3000">
                <a:solidFill>
                  <a:schemeClr val="dk1"/>
                </a:solidFill>
              </a:defRPr>
            </a:lvl7pPr>
            <a:lvl8pPr lvl="7" algn="ctr">
              <a:lnSpc>
                <a:spcPct val="100000"/>
              </a:lnSpc>
              <a:spcBef>
                <a:spcPts val="0"/>
              </a:spcBef>
              <a:spcAft>
                <a:spcPts val="0"/>
              </a:spcAft>
              <a:buSzPts val="2400"/>
              <a:buNone/>
              <a:defRPr sz="3000">
                <a:solidFill>
                  <a:schemeClr val="dk1"/>
                </a:solidFill>
              </a:defRPr>
            </a:lvl8pPr>
            <a:lvl9pPr lvl="8" algn="ctr">
              <a:lnSpc>
                <a:spcPct val="100000"/>
              </a:lnSpc>
              <a:spcBef>
                <a:spcPts val="0"/>
              </a:spcBef>
              <a:spcAft>
                <a:spcPts val="0"/>
              </a:spcAft>
              <a:buSzPts val="2400"/>
              <a:buNone/>
              <a:defRPr sz="3000">
                <a:solidFill>
                  <a:schemeClr val="dk1"/>
                </a:solidFill>
              </a:defRPr>
            </a:lvl9pPr>
          </a:lstStyle>
          <a:p/>
        </p:txBody>
      </p:sp>
      <p:sp>
        <p:nvSpPr>
          <p:cNvPr id="327" name="Google Shape;327;p38"/>
          <p:cNvSpPr txBox="1"/>
          <p:nvPr>
            <p:ph idx="1" type="subTitle"/>
          </p:nvPr>
        </p:nvSpPr>
        <p:spPr>
          <a:xfrm>
            <a:off x="2951850" y="1515875"/>
            <a:ext cx="3240300" cy="1208400"/>
          </a:xfrm>
          <a:prstGeom prst="rect">
            <a:avLst/>
          </a:prstGeom>
          <a:noFill/>
          <a:ln>
            <a:noFill/>
          </a:ln>
        </p:spPr>
        <p:txBody>
          <a:bodyPr anchorCtr="0" anchor="t" bIns="91425" lIns="91425" spcFirstLastPara="1" rIns="91425" wrap="square" tIns="0">
            <a:noAutofit/>
          </a:bodyPr>
          <a:lstStyle>
            <a:lvl1pPr lvl="0" algn="ctr">
              <a:lnSpc>
                <a:spcPct val="100000"/>
              </a:lnSpc>
              <a:spcBef>
                <a:spcPts val="0"/>
              </a:spcBef>
              <a:spcAft>
                <a:spcPts val="0"/>
              </a:spcAft>
              <a:buClr>
                <a:schemeClr val="dk1"/>
              </a:buClr>
              <a:buSzPts val="3000"/>
              <a:buNone/>
              <a:defRPr sz="160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328" name="Google Shape;328;p38"/>
          <p:cNvSpPr/>
          <p:nvPr/>
        </p:nvSpPr>
        <p:spPr>
          <a:xfrm>
            <a:off x="7377200"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9" name="Google Shape;329;p38"/>
          <p:cNvSpPr/>
          <p:nvPr/>
        </p:nvSpPr>
        <p:spPr>
          <a:xfrm>
            <a:off x="3570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0" name="Google Shape;330;p38"/>
          <p:cNvSpPr/>
          <p:nvPr/>
        </p:nvSpPr>
        <p:spPr>
          <a:xfrm>
            <a:off x="6810278"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1" name="Google Shape;331;p38"/>
          <p:cNvSpPr/>
          <p:nvPr/>
        </p:nvSpPr>
        <p:spPr>
          <a:xfrm>
            <a:off x="6896029"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p38"/>
          <p:cNvSpPr/>
          <p:nvPr/>
        </p:nvSpPr>
        <p:spPr>
          <a:xfrm>
            <a:off x="8105579" y="1500450"/>
            <a:ext cx="1038298" cy="356872"/>
          </a:xfrm>
          <a:custGeom>
            <a:rect b="b" l="l" r="r" t="t"/>
            <a:pathLst>
              <a:path extrusionOk="0" h="2775" w="2882">
                <a:moveTo>
                  <a:pt x="1" y="0"/>
                </a:moveTo>
                <a:lnTo>
                  <a:pt x="1" y="2774"/>
                </a:lnTo>
                <a:lnTo>
                  <a:pt x="2882" y="2774"/>
                </a:lnTo>
                <a:lnTo>
                  <a:pt x="2882" y="0"/>
                </a:lnTo>
                <a:close/>
              </a:path>
            </a:pathLst>
          </a:custGeom>
          <a:solidFill>
            <a:srgbClr val="FFFFFF">
              <a:alpha val="5607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38"/>
          <p:cNvSpPr/>
          <p:nvPr/>
        </p:nvSpPr>
        <p:spPr>
          <a:xfrm>
            <a:off x="6739789"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8"/>
          <p:cNvSpPr/>
          <p:nvPr/>
        </p:nvSpPr>
        <p:spPr>
          <a:xfrm>
            <a:off x="18" y="3268775"/>
            <a:ext cx="1038298" cy="355450"/>
          </a:xfrm>
          <a:custGeom>
            <a:rect b="b" l="l" r="r" t="t"/>
            <a:pathLst>
              <a:path extrusionOk="0" h="2764" w="2882">
                <a:moveTo>
                  <a:pt x="0" y="1"/>
                </a:moveTo>
                <a:lnTo>
                  <a:pt x="0" y="2763"/>
                </a:lnTo>
                <a:lnTo>
                  <a:pt x="2881" y="2763"/>
                </a:lnTo>
                <a:lnTo>
                  <a:pt x="2881" y="1"/>
                </a:lnTo>
                <a:close/>
              </a:path>
            </a:pathLst>
          </a:custGeom>
          <a:solidFill>
            <a:srgbClr val="FFFFF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38"/>
          <p:cNvSpPr/>
          <p:nvPr/>
        </p:nvSpPr>
        <p:spPr>
          <a:xfrm>
            <a:off x="10"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6" name="Google Shape;336;p38"/>
          <p:cNvSpPr/>
          <p:nvPr/>
        </p:nvSpPr>
        <p:spPr>
          <a:xfrm>
            <a:off x="1299972" y="1500450"/>
            <a:ext cx="490621" cy="356872"/>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337" name="Shape 337"/>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text 2">
  <p:cSld name="CUSTOM_4_1">
    <p:spTree>
      <p:nvGrpSpPr>
        <p:cNvPr id="338" name="Shape 338"/>
        <p:cNvGrpSpPr/>
        <p:nvPr/>
      </p:nvGrpSpPr>
      <p:grpSpPr>
        <a:xfrm>
          <a:off x="0" y="0"/>
          <a:ext cx="0" cy="0"/>
          <a:chOff x="0" y="0"/>
          <a:chExt cx="0" cy="0"/>
        </a:xfrm>
      </p:grpSpPr>
      <p:sp>
        <p:nvSpPr>
          <p:cNvPr id="339" name="Google Shape;339;p55"/>
          <p:cNvSpPr/>
          <p:nvPr/>
        </p:nvSpPr>
        <p:spPr>
          <a:xfrm flipH="1">
            <a:off x="-4" y="2089950"/>
            <a:ext cx="1766704" cy="356851"/>
          </a:xfrm>
          <a:custGeom>
            <a:rect b="b" l="l" r="r" t="t"/>
            <a:pathLst>
              <a:path extrusionOk="0" h="2775" w="15325">
                <a:moveTo>
                  <a:pt x="1" y="0"/>
                </a:moveTo>
                <a:lnTo>
                  <a:pt x="1" y="2774"/>
                </a:lnTo>
                <a:lnTo>
                  <a:pt x="15324" y="2774"/>
                </a:lnTo>
                <a:lnTo>
                  <a:pt x="15324"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55"/>
          <p:cNvSpPr/>
          <p:nvPr/>
        </p:nvSpPr>
        <p:spPr>
          <a:xfrm flipH="1">
            <a:off x="6715125" y="2089950"/>
            <a:ext cx="2071751" cy="356851"/>
          </a:xfrm>
          <a:custGeom>
            <a:rect b="b" l="l" r="r" t="t"/>
            <a:pathLst>
              <a:path extrusionOk="0" h="2775" w="4300">
                <a:moveTo>
                  <a:pt x="1" y="0"/>
                </a:moveTo>
                <a:lnTo>
                  <a:pt x="1" y="2774"/>
                </a:lnTo>
                <a:lnTo>
                  <a:pt x="4299" y="2774"/>
                </a:lnTo>
                <a:lnTo>
                  <a:pt x="4299" y="0"/>
                </a:lnTo>
                <a:close/>
              </a:path>
            </a:pathLst>
          </a:custGeom>
          <a:solidFill>
            <a:srgbClr val="FFFFFF">
              <a:alpha val="1568"/>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55"/>
          <p:cNvSpPr/>
          <p:nvPr/>
        </p:nvSpPr>
        <p:spPr>
          <a:xfrm flipH="1">
            <a:off x="1229469" y="1500450"/>
            <a:ext cx="1104154" cy="356872"/>
          </a:xfrm>
          <a:custGeom>
            <a:rect b="b" l="l" r="r" t="t"/>
            <a:pathLst>
              <a:path extrusionOk="0" h="2775" w="18027">
                <a:moveTo>
                  <a:pt x="0" y="0"/>
                </a:moveTo>
                <a:lnTo>
                  <a:pt x="0" y="2774"/>
                </a:lnTo>
                <a:lnTo>
                  <a:pt x="18026" y="2774"/>
                </a:lnTo>
                <a:lnTo>
                  <a:pt x="1802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55"/>
          <p:cNvSpPr/>
          <p:nvPr/>
        </p:nvSpPr>
        <p:spPr>
          <a:xfrm flipH="1">
            <a:off x="66" y="2679300"/>
            <a:ext cx="2247805" cy="355450"/>
          </a:xfrm>
          <a:custGeom>
            <a:rect b="b" l="l" r="r" t="t"/>
            <a:pathLst>
              <a:path extrusionOk="0" h="2764" w="12872">
                <a:moveTo>
                  <a:pt x="1" y="1"/>
                </a:moveTo>
                <a:lnTo>
                  <a:pt x="1" y="2763"/>
                </a:lnTo>
                <a:lnTo>
                  <a:pt x="12871" y="2763"/>
                </a:lnTo>
                <a:lnTo>
                  <a:pt x="12871"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55"/>
          <p:cNvSpPr/>
          <p:nvPr/>
        </p:nvSpPr>
        <p:spPr>
          <a:xfrm flipH="1">
            <a:off x="23" y="1500450"/>
            <a:ext cx="1038298" cy="356872"/>
          </a:xfrm>
          <a:custGeom>
            <a:rect b="b" l="l" r="r" t="t"/>
            <a:pathLst>
              <a:path extrusionOk="0" h="2775" w="2882">
                <a:moveTo>
                  <a:pt x="1" y="0"/>
                </a:moveTo>
                <a:lnTo>
                  <a:pt x="1" y="2774"/>
                </a:lnTo>
                <a:lnTo>
                  <a:pt x="2882" y="2774"/>
                </a:lnTo>
                <a:lnTo>
                  <a:pt x="2882" y="0"/>
                </a:lnTo>
                <a:close/>
              </a:path>
            </a:pathLst>
          </a:cu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p55"/>
          <p:cNvSpPr/>
          <p:nvPr/>
        </p:nvSpPr>
        <p:spPr>
          <a:xfrm flipH="1">
            <a:off x="1299983" y="3268775"/>
            <a:ext cx="1104128" cy="355450"/>
          </a:xfrm>
          <a:custGeom>
            <a:rect b="b" l="l" r="r" t="t"/>
            <a:pathLst>
              <a:path extrusionOk="0" h="2764" w="18396">
                <a:moveTo>
                  <a:pt x="1" y="1"/>
                </a:moveTo>
                <a:lnTo>
                  <a:pt x="1" y="2763"/>
                </a:lnTo>
                <a:lnTo>
                  <a:pt x="18396" y="2763"/>
                </a:lnTo>
                <a:lnTo>
                  <a:pt x="18396" y="1"/>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5" name="Google Shape;345;p55"/>
          <p:cNvSpPr/>
          <p:nvPr/>
        </p:nvSpPr>
        <p:spPr>
          <a:xfrm flipH="1">
            <a:off x="8105584" y="3268775"/>
            <a:ext cx="1038298" cy="355450"/>
          </a:xfrm>
          <a:custGeom>
            <a:rect b="b" l="l" r="r" t="t"/>
            <a:pathLst>
              <a:path extrusionOk="0" h="2764" w="2882">
                <a:moveTo>
                  <a:pt x="0" y="1"/>
                </a:moveTo>
                <a:lnTo>
                  <a:pt x="0" y="2763"/>
                </a:lnTo>
                <a:lnTo>
                  <a:pt x="2881" y="2763"/>
                </a:lnTo>
                <a:lnTo>
                  <a:pt x="2881" y="1"/>
                </a:lnTo>
                <a:close/>
              </a:path>
            </a:pathLst>
          </a:cu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55"/>
          <p:cNvSpPr/>
          <p:nvPr/>
        </p:nvSpPr>
        <p:spPr>
          <a:xfrm flipH="1">
            <a:off x="8039752" y="1500456"/>
            <a:ext cx="1104138" cy="356858"/>
          </a:xfrm>
          <a:custGeom>
            <a:rect b="b" l="l" r="r" t="t"/>
            <a:pathLst>
              <a:path extrusionOk="0" h="2775" w="8586">
                <a:moveTo>
                  <a:pt x="1" y="0"/>
                </a:moveTo>
                <a:lnTo>
                  <a:pt x="1" y="2774"/>
                </a:lnTo>
                <a:lnTo>
                  <a:pt x="8585" y="2774"/>
                </a:lnTo>
                <a:lnTo>
                  <a:pt x="8585"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55"/>
          <p:cNvSpPr/>
          <p:nvPr/>
        </p:nvSpPr>
        <p:spPr>
          <a:xfrm flipH="1">
            <a:off x="5478250" y="1500456"/>
            <a:ext cx="2365680" cy="356858"/>
          </a:xfrm>
          <a:custGeom>
            <a:rect b="b" l="l" r="r" t="t"/>
            <a:pathLst>
              <a:path extrusionOk="0" h="2775" w="18396">
                <a:moveTo>
                  <a:pt x="0" y="0"/>
                </a:moveTo>
                <a:lnTo>
                  <a:pt x="0" y="2774"/>
                </a:lnTo>
                <a:lnTo>
                  <a:pt x="18396" y="2774"/>
                </a:lnTo>
                <a:lnTo>
                  <a:pt x="18396" y="0"/>
                </a:lnTo>
                <a:close/>
              </a:path>
            </a:pathLst>
          </a:custGeom>
          <a:solidFill>
            <a:srgbClr val="FFFFFF">
              <a:alpha val="5882"/>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8" name="Google Shape;348;p55"/>
          <p:cNvSpPr/>
          <p:nvPr/>
        </p:nvSpPr>
        <p:spPr>
          <a:xfrm flipH="1">
            <a:off x="6896105" y="912525"/>
            <a:ext cx="2247799" cy="355301"/>
          </a:xfrm>
          <a:custGeom>
            <a:rect b="b" l="l" r="r" t="t"/>
            <a:pathLst>
              <a:path extrusionOk="0" h="2763" w="12348">
                <a:moveTo>
                  <a:pt x="1" y="0"/>
                </a:moveTo>
                <a:lnTo>
                  <a:pt x="1" y="2762"/>
                </a:lnTo>
                <a:lnTo>
                  <a:pt x="12348" y="2762"/>
                </a:lnTo>
                <a:lnTo>
                  <a:pt x="12348" y="0"/>
                </a:lnTo>
                <a:close/>
              </a:path>
            </a:pathLst>
          </a:custGeom>
          <a:solidFill>
            <a:srgbClr val="FFFFFF">
              <a:alpha val="1215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9" name="Google Shape;349;p55"/>
          <p:cNvSpPr/>
          <p:nvPr/>
        </p:nvSpPr>
        <p:spPr>
          <a:xfrm>
            <a:off x="2094075" y="1123150"/>
            <a:ext cx="4955589" cy="4020450"/>
          </a:xfrm>
          <a:custGeom>
            <a:rect b="b" l="l" r="r" t="t"/>
            <a:pathLst>
              <a:path extrusionOk="0" h="92191" w="151663">
                <a:moveTo>
                  <a:pt x="0" y="0"/>
                </a:moveTo>
                <a:lnTo>
                  <a:pt x="0" y="92190"/>
                </a:lnTo>
                <a:lnTo>
                  <a:pt x="151662" y="92190"/>
                </a:lnTo>
                <a:lnTo>
                  <a:pt x="151662"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0" name="Google Shape;350;p5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400"/>
              <a:buNone/>
              <a:defRPr sz="3000">
                <a:solidFill>
                  <a:srgbClr val="4C67ED"/>
                </a:solidFill>
              </a:defRPr>
            </a:lvl1pPr>
            <a:lvl2pPr lvl="1" algn="ctr">
              <a:lnSpc>
                <a:spcPct val="100000"/>
              </a:lnSpc>
              <a:spcBef>
                <a:spcPts val="0"/>
              </a:spcBef>
              <a:spcAft>
                <a:spcPts val="0"/>
              </a:spcAft>
              <a:buSzPts val="2400"/>
              <a:buNone/>
              <a:defRPr sz="3000">
                <a:solidFill>
                  <a:schemeClr val="dk2"/>
                </a:solidFill>
              </a:defRPr>
            </a:lvl2pPr>
            <a:lvl3pPr lvl="2" algn="ctr">
              <a:lnSpc>
                <a:spcPct val="100000"/>
              </a:lnSpc>
              <a:spcBef>
                <a:spcPts val="0"/>
              </a:spcBef>
              <a:spcAft>
                <a:spcPts val="0"/>
              </a:spcAft>
              <a:buSzPts val="2400"/>
              <a:buNone/>
              <a:defRPr sz="3000">
                <a:solidFill>
                  <a:schemeClr val="dk2"/>
                </a:solidFill>
              </a:defRPr>
            </a:lvl3pPr>
            <a:lvl4pPr lvl="3" algn="ctr">
              <a:lnSpc>
                <a:spcPct val="100000"/>
              </a:lnSpc>
              <a:spcBef>
                <a:spcPts val="0"/>
              </a:spcBef>
              <a:spcAft>
                <a:spcPts val="0"/>
              </a:spcAft>
              <a:buSzPts val="2400"/>
              <a:buNone/>
              <a:defRPr sz="3000">
                <a:solidFill>
                  <a:schemeClr val="dk2"/>
                </a:solidFill>
              </a:defRPr>
            </a:lvl4pPr>
            <a:lvl5pPr lvl="4" algn="ctr">
              <a:lnSpc>
                <a:spcPct val="100000"/>
              </a:lnSpc>
              <a:spcBef>
                <a:spcPts val="0"/>
              </a:spcBef>
              <a:spcAft>
                <a:spcPts val="0"/>
              </a:spcAft>
              <a:buSzPts val="2400"/>
              <a:buNone/>
              <a:defRPr sz="3000">
                <a:solidFill>
                  <a:schemeClr val="dk2"/>
                </a:solidFill>
              </a:defRPr>
            </a:lvl5pPr>
            <a:lvl6pPr lvl="5" algn="ctr">
              <a:lnSpc>
                <a:spcPct val="100000"/>
              </a:lnSpc>
              <a:spcBef>
                <a:spcPts val="0"/>
              </a:spcBef>
              <a:spcAft>
                <a:spcPts val="0"/>
              </a:spcAft>
              <a:buSzPts val="2400"/>
              <a:buNone/>
              <a:defRPr sz="3000">
                <a:solidFill>
                  <a:schemeClr val="dk2"/>
                </a:solidFill>
              </a:defRPr>
            </a:lvl6pPr>
            <a:lvl7pPr lvl="6" algn="ctr">
              <a:lnSpc>
                <a:spcPct val="100000"/>
              </a:lnSpc>
              <a:spcBef>
                <a:spcPts val="0"/>
              </a:spcBef>
              <a:spcAft>
                <a:spcPts val="0"/>
              </a:spcAft>
              <a:buSzPts val="2400"/>
              <a:buNone/>
              <a:defRPr sz="3000">
                <a:solidFill>
                  <a:schemeClr val="dk2"/>
                </a:solidFill>
              </a:defRPr>
            </a:lvl7pPr>
            <a:lvl8pPr lvl="7" algn="ctr">
              <a:lnSpc>
                <a:spcPct val="100000"/>
              </a:lnSpc>
              <a:spcBef>
                <a:spcPts val="0"/>
              </a:spcBef>
              <a:spcAft>
                <a:spcPts val="0"/>
              </a:spcAft>
              <a:buSzPts val="2400"/>
              <a:buNone/>
              <a:defRPr sz="3000">
                <a:solidFill>
                  <a:schemeClr val="dk2"/>
                </a:solidFill>
              </a:defRPr>
            </a:lvl8pPr>
            <a:lvl9pPr lvl="8" algn="ctr">
              <a:lnSpc>
                <a:spcPct val="100000"/>
              </a:lnSpc>
              <a:spcBef>
                <a:spcPts val="0"/>
              </a:spcBef>
              <a:spcAft>
                <a:spcPts val="0"/>
              </a:spcAft>
              <a:buSzPts val="2400"/>
              <a:buNone/>
              <a:defRPr sz="3000">
                <a:solidFill>
                  <a:schemeClr val="dk2"/>
                </a:solidFil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slideLayout" Target="../slideLayouts/slideLayout22.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24" Type="http://schemas.openxmlformats.org/officeDocument/2006/relationships/theme" Target="../theme/theme2.xml"/><Relationship Id="rId12" Type="http://schemas.openxmlformats.org/officeDocument/2006/relationships/slideLayout" Target="../slideLayouts/slideLayout12.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1B212C"/>
        </a:solidFill>
      </p:bgPr>
    </p:bg>
    <p:spTree>
      <p:nvGrpSpPr>
        <p:cNvPr id="5" name="Shape 5"/>
        <p:cNvGrpSpPr/>
        <p:nvPr/>
      </p:nvGrpSpPr>
      <p:grpSpPr>
        <a:xfrm>
          <a:off x="0" y="0"/>
          <a:ext cx="0" cy="0"/>
          <a:chOff x="0" y="0"/>
          <a:chExt cx="0" cy="0"/>
        </a:xfrm>
      </p:grpSpPr>
      <p:sp>
        <p:nvSpPr>
          <p:cNvPr id="6" name="Google Shape;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lt1"/>
              </a:buClr>
              <a:buSzPts val="2800"/>
              <a:buFont typeface="Overpass Mono"/>
              <a:buNone/>
              <a:defRPr b="1" i="0" sz="2800" u="none" cap="none" strike="noStrike">
                <a:solidFill>
                  <a:schemeClr val="lt1"/>
                </a:solidFill>
                <a:latin typeface="Overpass Mono"/>
                <a:ea typeface="Overpass Mono"/>
                <a:cs typeface="Overpass Mono"/>
                <a:sym typeface="Overpass Mono"/>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lt1"/>
              </a:buClr>
              <a:buSzPts val="1800"/>
              <a:buFont typeface="Anaheim"/>
              <a:buChar char="●"/>
              <a:defRPr b="0" i="0" sz="1800" u="none" cap="none" strike="noStrike">
                <a:solidFill>
                  <a:schemeClr val="lt1"/>
                </a:solidFill>
                <a:latin typeface="Anaheim"/>
                <a:ea typeface="Anaheim"/>
                <a:cs typeface="Anaheim"/>
                <a:sym typeface="Anaheim"/>
              </a:defRPr>
            </a:lvl1pPr>
            <a:lvl2pPr indent="-317500" lvl="1" marL="9144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2pPr>
            <a:lvl3pPr indent="-317500" lvl="2" marL="13716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3pPr>
            <a:lvl4pPr indent="-317500" lvl="3" marL="18288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4pPr>
            <a:lvl5pPr indent="-317500" lvl="4" marL="22860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5pPr>
            <a:lvl6pPr indent="-317500" lvl="5" marL="27432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6pPr>
            <a:lvl7pPr indent="-317500" lvl="6" marL="32004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7pPr>
            <a:lvl8pPr indent="-317500" lvl="7" marL="3657600" marR="0" rtl="0" algn="l">
              <a:lnSpc>
                <a:spcPct val="115000"/>
              </a:lnSpc>
              <a:spcBef>
                <a:spcPts val="1600"/>
              </a:spcBef>
              <a:spcAft>
                <a:spcPts val="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8pPr>
            <a:lvl9pPr indent="-317500" lvl="8" marL="4114800" marR="0" rtl="0" algn="l">
              <a:lnSpc>
                <a:spcPct val="115000"/>
              </a:lnSpc>
              <a:spcBef>
                <a:spcPts val="1600"/>
              </a:spcBef>
              <a:spcAft>
                <a:spcPts val="1600"/>
              </a:spcAft>
              <a:buClr>
                <a:schemeClr val="lt1"/>
              </a:buClr>
              <a:buSzPts val="1400"/>
              <a:buFont typeface="Anaheim"/>
              <a:buChar char="■"/>
              <a:defRPr b="0" i="0" sz="1400" u="none" cap="none" strike="noStrike">
                <a:solidFill>
                  <a:schemeClr val="lt1"/>
                </a:solidFill>
                <a:latin typeface="Anaheim"/>
                <a:ea typeface="Anaheim"/>
                <a:cs typeface="Anaheim"/>
                <a:sym typeface="Anaheim"/>
              </a:defRPr>
            </a:lvl9pPr>
          </a:lstStyle>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54">
          <p15:clr>
            <a:srgbClr val="EA4335"/>
          </p15:clr>
        </p15:guide>
        <p15:guide id="2" pos="5306">
          <p15:clr>
            <a:srgbClr val="EA4335"/>
          </p15:clr>
        </p15:guide>
        <p15:guide id="3" orient="horz" pos="340">
          <p15:clr>
            <a:srgbClr val="EA4335"/>
          </p15:clr>
        </p15:guide>
        <p15:guide id="4" orient="horz" pos="2898">
          <p15:clr>
            <a:srgbClr val="EA4335"/>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1B212C"/>
        </a:solidFill>
      </p:bgPr>
    </p:bg>
    <p:spTree>
      <p:nvGrpSpPr>
        <p:cNvPr id="319" name="Shape 319"/>
        <p:cNvGrpSpPr/>
        <p:nvPr/>
      </p:nvGrpSpPr>
      <p:grpSpPr>
        <a:xfrm>
          <a:off x="0" y="0"/>
          <a:ext cx="0" cy="0"/>
          <a:chOff x="0" y="0"/>
          <a:chExt cx="0" cy="0"/>
        </a:xfrm>
      </p:grpSpPr>
      <p:sp>
        <p:nvSpPr>
          <p:cNvPr id="320" name="Google Shape;320;p37"/>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1pPr>
            <a:lvl2pPr lvl="1"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2pPr>
            <a:lvl3pPr lvl="2"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3pPr>
            <a:lvl4pPr lvl="3"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4pPr>
            <a:lvl5pPr lvl="4"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5pPr>
            <a:lvl6pPr lvl="5"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6pPr>
            <a:lvl7pPr lvl="6"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7pPr>
            <a:lvl8pPr lvl="7"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8pPr>
            <a:lvl9pPr lvl="8" marR="0" rtl="0" algn="ctr">
              <a:lnSpc>
                <a:spcPct val="100000"/>
              </a:lnSpc>
              <a:spcBef>
                <a:spcPts val="0"/>
              </a:spcBef>
              <a:spcAft>
                <a:spcPts val="0"/>
              </a:spcAft>
              <a:buClr>
                <a:srgbClr val="FFFFFF"/>
              </a:buClr>
              <a:buSzPts val="2400"/>
              <a:buFont typeface="Proxima Nova Semibold"/>
              <a:buNone/>
              <a:defRPr b="0" i="0" sz="2400" u="none" cap="none" strike="noStrike">
                <a:solidFill>
                  <a:srgbClr val="FFFFFF"/>
                </a:solidFill>
                <a:latin typeface="Proxima Nova Semibold"/>
                <a:ea typeface="Proxima Nova Semibold"/>
                <a:cs typeface="Proxima Nova Semibold"/>
                <a:sym typeface="Proxima Nova Semibold"/>
              </a:defRPr>
            </a:lvl9pPr>
          </a:lstStyle>
          <a:p/>
        </p:txBody>
      </p:sp>
      <p:sp>
        <p:nvSpPr>
          <p:cNvPr id="321" name="Google Shape;321;p37"/>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1pPr>
            <a:lvl2pPr indent="-298450" lvl="1" marL="914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2pPr>
            <a:lvl3pPr indent="-298450" lvl="2" marL="1371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3pPr>
            <a:lvl4pPr indent="-298450" lvl="3" marL="1828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4pPr>
            <a:lvl5pPr indent="-298450" lvl="4" marL="22860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5pPr>
            <a:lvl6pPr indent="-298450" lvl="5" marL="27432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6pPr>
            <a:lvl7pPr indent="-298450" lvl="6" marL="32004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7pPr>
            <a:lvl8pPr indent="-298450" lvl="7" marL="36576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8pPr>
            <a:lvl9pPr indent="-298450" lvl="8" marL="4114800" marR="0" rtl="0" algn="l">
              <a:lnSpc>
                <a:spcPct val="115000"/>
              </a:lnSpc>
              <a:spcBef>
                <a:spcPts val="0"/>
              </a:spcBef>
              <a:spcAft>
                <a:spcPts val="0"/>
              </a:spcAft>
              <a:buClr>
                <a:srgbClr val="435D74"/>
              </a:buClr>
              <a:buSzPts val="1100"/>
              <a:buFont typeface="Proxima Nova"/>
              <a:buChar char="■"/>
              <a:defRPr b="0" i="0" sz="1100" u="none" cap="none" strike="noStrike">
                <a:solidFill>
                  <a:srgbClr val="435D74"/>
                </a:solidFill>
                <a:latin typeface="Proxima Nova"/>
                <a:ea typeface="Proxima Nova"/>
                <a:cs typeface="Proxima Nova"/>
                <a:sym typeface="Proxima Nova"/>
              </a:defRPr>
            </a:lvl9pPr>
          </a:lstStyle>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 Id="rId3" Type="http://schemas.openxmlformats.org/officeDocument/2006/relationships/image" Target="../media/image1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 Id="rId3" Type="http://schemas.openxmlformats.org/officeDocument/2006/relationships/image" Target="../media/image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2.gi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5.gi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0.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 Id="rId3" Type="http://schemas.openxmlformats.org/officeDocument/2006/relationships/image" Target="../media/image4.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6.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8.gi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1.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10.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 Id="rId3" Type="http://schemas.openxmlformats.org/officeDocument/2006/relationships/image" Target="../media/image4.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9.xml"/><Relationship Id="rId3" Type="http://schemas.openxmlformats.org/officeDocument/2006/relationships/image" Target="../media/image4.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18.gif"/></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 Id="rId3" Type="http://schemas.openxmlformats.org/officeDocument/2006/relationships/image" Target="../media/image1.jp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6.xml"/><Relationship Id="rId3" Type="http://schemas.openxmlformats.org/officeDocument/2006/relationships/image" Target="../media/image10.jp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8.xml"/><Relationship Id="rId3" Type="http://schemas.openxmlformats.org/officeDocument/2006/relationships/image" Target="../media/image4.jp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9.xml"/><Relationship Id="rId3" Type="http://schemas.openxmlformats.org/officeDocument/2006/relationships/image" Target="../media/image4.jp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0.xml"/><Relationship Id="rId3" Type="http://schemas.openxmlformats.org/officeDocument/2006/relationships/image" Target="../media/image4.jp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14.gi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9.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7.xml"/><Relationship Id="rId3"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8.xml"/><Relationship Id="rId3" Type="http://schemas.openxmlformats.org/officeDocument/2006/relationships/image" Target="../media/image10.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0.xml"/><Relationship Id="rId3" Type="http://schemas.openxmlformats.org/officeDocument/2006/relationships/image" Target="../media/image4.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1.xml"/><Relationship Id="rId3" Type="http://schemas.openxmlformats.org/officeDocument/2006/relationships/image" Target="../media/image4.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17.gif"/></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16.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11.gif"/></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70.xml"/><Relationship Id="rId3"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1"/>
          <p:cNvSpPr txBox="1"/>
          <p:nvPr>
            <p:ph type="ctrTitle"/>
          </p:nvPr>
        </p:nvSpPr>
        <p:spPr>
          <a:xfrm>
            <a:off x="596100" y="1222370"/>
            <a:ext cx="8520600" cy="1910400"/>
          </a:xfrm>
          <a:prstGeom prst="rect">
            <a:avLst/>
          </a:prstGeom>
          <a:noFill/>
          <a:ln>
            <a:noFill/>
          </a:ln>
        </p:spPr>
        <p:txBody>
          <a:bodyPr anchorCtr="0" anchor="b" bIns="0" lIns="91425" spcFirstLastPara="1" rIns="91425" wrap="square" tIns="91425">
            <a:noAutofit/>
          </a:bodyPr>
          <a:lstStyle/>
          <a:p>
            <a:pPr indent="0" lvl="0" marL="0" rtl="0" algn="l">
              <a:spcBef>
                <a:spcPts val="0"/>
              </a:spcBef>
              <a:spcAft>
                <a:spcPts val="0"/>
              </a:spcAft>
              <a:buSzPts val="6900"/>
              <a:buNone/>
            </a:pPr>
            <a:r>
              <a:rPr lang="pt-BR" sz="5600"/>
              <a:t>ARA0110</a:t>
            </a:r>
            <a:endParaRPr sz="5600"/>
          </a:p>
          <a:p>
            <a:pPr indent="0" lvl="0" marL="0" rtl="0" algn="l">
              <a:spcBef>
                <a:spcPts val="0"/>
              </a:spcBef>
              <a:spcAft>
                <a:spcPts val="0"/>
              </a:spcAft>
              <a:buSzPts val="6900"/>
              <a:buNone/>
            </a:pPr>
            <a:r>
              <a:rPr lang="pt-BR" sz="5600"/>
              <a:t>PADRÕES DE PROJETO</a:t>
            </a:r>
            <a:endParaRPr/>
          </a:p>
        </p:txBody>
      </p:sp>
      <p:sp>
        <p:nvSpPr>
          <p:cNvPr id="356" name="Google Shape;356;p1"/>
          <p:cNvSpPr txBox="1"/>
          <p:nvPr>
            <p:ph idx="1" type="subTitle"/>
          </p:nvPr>
        </p:nvSpPr>
        <p:spPr>
          <a:xfrm>
            <a:off x="769050" y="3396100"/>
            <a:ext cx="8520600" cy="792600"/>
          </a:xfrm>
          <a:prstGeom prst="rect">
            <a:avLst/>
          </a:prstGeom>
          <a:noFill/>
          <a:ln>
            <a:noFill/>
          </a:ln>
        </p:spPr>
        <p:txBody>
          <a:bodyPr anchorCtr="0" anchor="t" bIns="91425" lIns="91425" spcFirstLastPara="1" rIns="91425" wrap="square" tIns="0">
            <a:noAutofit/>
          </a:bodyPr>
          <a:lstStyle/>
          <a:p>
            <a:pPr indent="0" lvl="0" marL="0" rtl="0" algn="l">
              <a:lnSpc>
                <a:spcPct val="100000"/>
              </a:lnSpc>
              <a:spcBef>
                <a:spcPts val="0"/>
              </a:spcBef>
              <a:spcAft>
                <a:spcPts val="0"/>
              </a:spcAft>
              <a:buSzPts val="2100"/>
              <a:buNone/>
            </a:pPr>
            <a:r>
              <a:rPr lang="pt-BR">
                <a:solidFill>
                  <a:srgbClr val="FFFFFF"/>
                </a:solidFill>
              </a:rPr>
              <a:t>Aula 11: SOLID</a:t>
            </a:r>
            <a:endParaRPr>
              <a:solidFill>
                <a:srgbClr val="FFFFFF"/>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g20a6dd2528c_0_40"/>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CONCEITOS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g3e150d19917_0_4"/>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A programação orientada a objetos surgiu com a promessa de resolver o caos do código procedural através do encapsulamento e da reutilização. Porém, sem diretrizes rígidas, boa parte dos desenvolvedores criaram problemas estruturais novos, fazendo com que a iniciativa voltasse a estaca zero. Robert C. Martin observou que a falta de padrões gerava quatro sintomas de causavam mau cheiro de design (design smells).</a:t>
            </a:r>
            <a:endParaRPr/>
          </a:p>
        </p:txBody>
      </p:sp>
      <p:sp>
        <p:nvSpPr>
          <p:cNvPr id="367" name="Google Shape;367;g3e150d19917_0_4"/>
          <p:cNvSpPr txBox="1"/>
          <p:nvPr>
            <p:ph type="title"/>
          </p:nvPr>
        </p:nvSpPr>
        <p:spPr>
          <a:xfrm>
            <a:off x="4187425" y="1323800"/>
            <a:ext cx="44316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HISTÓRICO</a:t>
            </a:r>
            <a:endParaRPr/>
          </a:p>
        </p:txBody>
      </p:sp>
      <p:sp>
        <p:nvSpPr>
          <p:cNvPr id="368" name="Google Shape;368;g3e150d19917_0_4"/>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9" name="Google Shape;369;g3e150d19917_0_4"/>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e150d19917_0_4"/>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1" name="Google Shape;371;g3e150d19917_0_4"/>
          <p:cNvPicPr preferRelativeResize="0"/>
          <p:nvPr/>
        </p:nvPicPr>
        <p:blipFill rotWithShape="1">
          <a:blip r:embed="rId3">
            <a:alphaModFix/>
          </a:blip>
          <a:srcRect b="7203" l="0" r="0" t="6426"/>
          <a:stretch/>
        </p:blipFill>
        <p:spPr>
          <a:xfrm>
            <a:off x="105050" y="1510400"/>
            <a:ext cx="3014293" cy="26034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5" name="Shape 375"/>
        <p:cNvGrpSpPr/>
        <p:nvPr/>
      </p:nvGrpSpPr>
      <p:grpSpPr>
        <a:xfrm>
          <a:off x="0" y="0"/>
          <a:ext cx="0" cy="0"/>
          <a:chOff x="0" y="0"/>
          <a:chExt cx="0" cy="0"/>
        </a:xfrm>
      </p:grpSpPr>
      <p:sp>
        <p:nvSpPr>
          <p:cNvPr id="376" name="Google Shape;376;g3e150d19917_0_13"/>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DESIGN SMELLS</a:t>
            </a:r>
            <a:endParaRPr/>
          </a:p>
        </p:txBody>
      </p:sp>
      <p:pic>
        <p:nvPicPr>
          <p:cNvPr id="377" name="Google Shape;377;g3e150d19917_0_13"/>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378" name="Google Shape;378;g3e150d19917_0_13"/>
          <p:cNvGrpSpPr/>
          <p:nvPr/>
        </p:nvGrpSpPr>
        <p:grpSpPr>
          <a:xfrm>
            <a:off x="1223348" y="4553184"/>
            <a:ext cx="1015032" cy="325196"/>
            <a:chOff x="1156673" y="4600809"/>
            <a:chExt cx="1015032" cy="325196"/>
          </a:xfrm>
        </p:grpSpPr>
        <p:sp>
          <p:nvSpPr>
            <p:cNvPr id="379" name="Google Shape;379;g3e150d19917_0_13"/>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e150d19917_0_13"/>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1" name="Google Shape;381;g3e150d19917_0_13"/>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2" name="Google Shape;382;g3e150d19917_0_13"/>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3" name="Google Shape;383;g3e150d19917_0_13"/>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84" name="Google Shape;384;g3e150d19917_0_13"/>
          <p:cNvSpPr txBox="1"/>
          <p:nvPr/>
        </p:nvSpPr>
        <p:spPr>
          <a:xfrm>
            <a:off x="1926950" y="1012200"/>
            <a:ext cx="7092600" cy="35085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Rigidez</a:t>
            </a:r>
            <a:r>
              <a:rPr lang="pt-BR" sz="1800">
                <a:solidFill>
                  <a:schemeClr val="lt1"/>
                </a:solidFill>
                <a:latin typeface="Anaheim"/>
                <a:ea typeface="Anaheim"/>
                <a:cs typeface="Anaheim"/>
                <a:sym typeface="Anaheim"/>
              </a:rPr>
              <a:t>: O sistema é difícil de mudar, onde uma alteração simples exige uma reação em cadeia de modificações em múltiplos módulos do sistema</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Fragilidade</a:t>
            </a:r>
            <a:r>
              <a:rPr lang="pt-BR" sz="1800">
                <a:solidFill>
                  <a:schemeClr val="lt1"/>
                </a:solidFill>
                <a:latin typeface="Anaheim"/>
                <a:ea typeface="Anaheim"/>
                <a:cs typeface="Anaheim"/>
                <a:sym typeface="Anaheim"/>
              </a:rPr>
              <a:t>: Ao quebrar ou alterar o código em um lugar, partes totalmente desalinhadas e distantes do sistema param de funcionar sem explicação</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Imobilidade</a:t>
            </a:r>
            <a:r>
              <a:rPr lang="pt-BR" sz="1800">
                <a:solidFill>
                  <a:schemeClr val="lt1"/>
                </a:solidFill>
                <a:latin typeface="Anaheim"/>
                <a:ea typeface="Anaheim"/>
                <a:cs typeface="Anaheim"/>
                <a:sym typeface="Anaheim"/>
              </a:rPr>
              <a:t>: Contrariando a ideia de reutilização, reaproveitar um módulo em outro sistema se torna impossível uma vez que ele está rigidamente acoplado ao sistema atual</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Viscosidade</a:t>
            </a:r>
            <a:r>
              <a:rPr lang="pt-BR" sz="1800">
                <a:solidFill>
                  <a:schemeClr val="lt1"/>
                </a:solidFill>
                <a:latin typeface="Anaheim"/>
                <a:ea typeface="Anaheim"/>
                <a:cs typeface="Anaheim"/>
                <a:sym typeface="Anaheim"/>
              </a:rPr>
              <a:t>: Fazer a coisa certa é muito mais difícil do que fazer uma gambiarra. Isso faz o desenvolvedor ser induzido a quebrar o design em favor de “entregar rápido”</a:t>
            </a:r>
            <a:endParaRPr sz="1800">
              <a:solidFill>
                <a:schemeClr val="lt1"/>
              </a:solidFill>
              <a:latin typeface="Anaheim"/>
              <a:ea typeface="Anaheim"/>
              <a:cs typeface="Anaheim"/>
              <a:sym typeface="Anaheim"/>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g3e16a03eb46_0_0"/>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Conversando com outros desenvolvedores, em fóruns, Martin discutia formas de estruturar classes de forma eficiente. Durante esse período, ele identificou os gargalos por dependências mal gerenciadas e compilou os primeiro rascunhos de seus artigos de design de software.</a:t>
            </a:r>
            <a:endParaRPr/>
          </a:p>
        </p:txBody>
      </p:sp>
      <p:sp>
        <p:nvSpPr>
          <p:cNvPr id="390" name="Google Shape;390;g3e16a03eb46_0_0"/>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HISTÓRICO</a:t>
            </a:r>
            <a:endParaRPr sz="25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g3e16a03eb46_0_5"/>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Em 2000, ele publicou o famoso compilado </a:t>
            </a:r>
            <a:r>
              <a:rPr b="1" lang="pt-BR"/>
              <a:t>Design Principles and Design Patterns</a:t>
            </a:r>
            <a:r>
              <a:rPr lang="pt-BR"/>
              <a:t>, onde os 5 princípios foram formalmente apresentados juntos. Em 2004, Michael Feathers </a:t>
            </a:r>
            <a:r>
              <a:rPr lang="pt-BR"/>
              <a:t>propôs</a:t>
            </a:r>
            <a:r>
              <a:rPr lang="pt-BR"/>
              <a:t> organizar as iniciais de cada um dos princípios, surgindo assim o acrônimo </a:t>
            </a:r>
            <a:r>
              <a:rPr b="1" lang="pt-BR"/>
              <a:t>SOLID</a:t>
            </a:r>
            <a:r>
              <a:rPr lang="pt-BR"/>
              <a:t>. Ele se trata de um conjunto de princípios de boas práticas para design de sistemas orientados a objetos, com o intuito de trazer robustez e eficiência no desenvolvimento orientado a objetos.</a:t>
            </a:r>
            <a:endParaRPr/>
          </a:p>
        </p:txBody>
      </p:sp>
      <p:sp>
        <p:nvSpPr>
          <p:cNvPr id="396" name="Google Shape;396;g3e16a03eb46_0_5"/>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PUBLICAÇÃO</a:t>
            </a:r>
            <a:endParaRPr/>
          </a:p>
        </p:txBody>
      </p:sp>
      <p:sp>
        <p:nvSpPr>
          <p:cNvPr id="397" name="Google Shape;397;g3e16a03eb46_0_5"/>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8" name="Google Shape;398;g3e16a03eb46_0_5"/>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g3e16a03eb46_0_5"/>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00" name="Google Shape;400;g3e16a03eb46_0_5"/>
          <p:cNvPicPr preferRelativeResize="0"/>
          <p:nvPr/>
        </p:nvPicPr>
        <p:blipFill>
          <a:blip r:embed="rId3">
            <a:alphaModFix/>
          </a:blip>
          <a:stretch>
            <a:fillRect/>
          </a:stretch>
        </p:blipFill>
        <p:spPr>
          <a:xfrm>
            <a:off x="18013" y="1684588"/>
            <a:ext cx="3188376" cy="225503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4" name="Shape 404"/>
        <p:cNvGrpSpPr/>
        <p:nvPr/>
      </p:nvGrpSpPr>
      <p:grpSpPr>
        <a:xfrm>
          <a:off x="0" y="0"/>
          <a:ext cx="0" cy="0"/>
          <a:chOff x="0" y="0"/>
          <a:chExt cx="0" cy="0"/>
        </a:xfrm>
      </p:grpSpPr>
      <p:sp>
        <p:nvSpPr>
          <p:cNvPr id="405" name="Google Shape;405;g3e16a03eb46_0_1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LIVRO</a:t>
            </a:r>
            <a:endParaRPr/>
          </a:p>
        </p:txBody>
      </p:sp>
      <p:pic>
        <p:nvPicPr>
          <p:cNvPr id="406" name="Google Shape;406;g3e16a03eb46_0_14"/>
          <p:cNvPicPr preferRelativeResize="0"/>
          <p:nvPr/>
        </p:nvPicPr>
        <p:blipFill>
          <a:blip r:embed="rId3">
            <a:alphaModFix/>
          </a:blip>
          <a:stretch>
            <a:fillRect/>
          </a:stretch>
        </p:blipFill>
        <p:spPr>
          <a:xfrm>
            <a:off x="3000327" y="1012200"/>
            <a:ext cx="3143347" cy="39789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g3e16a03eb46_0_19"/>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SOLID</a:t>
            </a:r>
            <a:endParaRPr/>
          </a:p>
        </p:txBody>
      </p:sp>
      <p:sp>
        <p:nvSpPr>
          <p:cNvPr id="412" name="Google Shape;412;g3e16a03eb46_0_19"/>
          <p:cNvSpPr/>
          <p:nvPr/>
        </p:nvSpPr>
        <p:spPr>
          <a:xfrm>
            <a:off x="1165975" y="1480622"/>
            <a:ext cx="2060400" cy="1059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a:latin typeface="Anaheim"/>
                <a:ea typeface="Anaheim"/>
                <a:cs typeface="Anaheim"/>
                <a:sym typeface="Anaheim"/>
              </a:rPr>
              <a:t>S</a:t>
            </a:r>
            <a:endParaRPr b="1">
              <a:latin typeface="Anaheim"/>
              <a:ea typeface="Anaheim"/>
              <a:cs typeface="Anaheim"/>
              <a:sym typeface="Anaheim"/>
            </a:endParaRPr>
          </a:p>
          <a:p>
            <a:pPr indent="0" lvl="0" marL="0" rtl="0" algn="ctr">
              <a:spcBef>
                <a:spcPts val="0"/>
              </a:spcBef>
              <a:spcAft>
                <a:spcPts val="0"/>
              </a:spcAft>
              <a:buNone/>
            </a:pPr>
            <a:r>
              <a:rPr lang="pt-BR">
                <a:latin typeface="Anaheim"/>
                <a:ea typeface="Anaheim"/>
                <a:cs typeface="Anaheim"/>
                <a:sym typeface="Anaheim"/>
              </a:rPr>
              <a:t>Princípio da Responsabilidade Única</a:t>
            </a:r>
            <a:endParaRPr>
              <a:latin typeface="Anaheim"/>
              <a:ea typeface="Anaheim"/>
              <a:cs typeface="Anaheim"/>
              <a:sym typeface="Anaheim"/>
            </a:endParaRPr>
          </a:p>
        </p:txBody>
      </p:sp>
      <p:sp>
        <p:nvSpPr>
          <p:cNvPr id="413" name="Google Shape;413;g3e16a03eb46_0_19"/>
          <p:cNvSpPr/>
          <p:nvPr/>
        </p:nvSpPr>
        <p:spPr>
          <a:xfrm>
            <a:off x="3541800" y="1480622"/>
            <a:ext cx="2060400" cy="1059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a:latin typeface="Anaheim"/>
                <a:ea typeface="Anaheim"/>
                <a:cs typeface="Anaheim"/>
                <a:sym typeface="Anaheim"/>
              </a:rPr>
              <a:t>O</a:t>
            </a:r>
            <a:endParaRPr b="1">
              <a:latin typeface="Anaheim"/>
              <a:ea typeface="Anaheim"/>
              <a:cs typeface="Anaheim"/>
              <a:sym typeface="Anaheim"/>
            </a:endParaRPr>
          </a:p>
          <a:p>
            <a:pPr indent="0" lvl="0" marL="0" rtl="0" algn="ctr">
              <a:spcBef>
                <a:spcPts val="0"/>
              </a:spcBef>
              <a:spcAft>
                <a:spcPts val="0"/>
              </a:spcAft>
              <a:buNone/>
            </a:pPr>
            <a:r>
              <a:rPr lang="pt-BR">
                <a:latin typeface="Anaheim"/>
                <a:ea typeface="Anaheim"/>
                <a:cs typeface="Anaheim"/>
                <a:sym typeface="Anaheim"/>
              </a:rPr>
              <a:t>Princípio Aberto/Fechado</a:t>
            </a:r>
            <a:endParaRPr>
              <a:latin typeface="Anaheim"/>
              <a:ea typeface="Anaheim"/>
              <a:cs typeface="Anaheim"/>
              <a:sym typeface="Anaheim"/>
            </a:endParaRPr>
          </a:p>
        </p:txBody>
      </p:sp>
      <p:sp>
        <p:nvSpPr>
          <p:cNvPr id="414" name="Google Shape;414;g3e16a03eb46_0_19"/>
          <p:cNvSpPr/>
          <p:nvPr/>
        </p:nvSpPr>
        <p:spPr>
          <a:xfrm>
            <a:off x="5917625" y="1480622"/>
            <a:ext cx="2060400" cy="1059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a:latin typeface="Anaheim"/>
                <a:ea typeface="Anaheim"/>
                <a:cs typeface="Anaheim"/>
                <a:sym typeface="Anaheim"/>
              </a:rPr>
              <a:t>L</a:t>
            </a:r>
            <a:endParaRPr b="1">
              <a:latin typeface="Anaheim"/>
              <a:ea typeface="Anaheim"/>
              <a:cs typeface="Anaheim"/>
              <a:sym typeface="Anaheim"/>
            </a:endParaRPr>
          </a:p>
          <a:p>
            <a:pPr indent="0" lvl="0" marL="0" rtl="0" algn="ctr">
              <a:spcBef>
                <a:spcPts val="0"/>
              </a:spcBef>
              <a:spcAft>
                <a:spcPts val="0"/>
              </a:spcAft>
              <a:buNone/>
            </a:pPr>
            <a:r>
              <a:rPr lang="pt-BR">
                <a:latin typeface="Anaheim"/>
                <a:ea typeface="Anaheim"/>
                <a:cs typeface="Anaheim"/>
                <a:sym typeface="Anaheim"/>
              </a:rPr>
              <a:t>Princípio da Substituição de Liskov</a:t>
            </a:r>
            <a:endParaRPr>
              <a:latin typeface="Anaheim"/>
              <a:ea typeface="Anaheim"/>
              <a:cs typeface="Anaheim"/>
              <a:sym typeface="Anaheim"/>
            </a:endParaRPr>
          </a:p>
        </p:txBody>
      </p:sp>
      <p:sp>
        <p:nvSpPr>
          <p:cNvPr id="415" name="Google Shape;415;g3e16a03eb46_0_19"/>
          <p:cNvSpPr/>
          <p:nvPr/>
        </p:nvSpPr>
        <p:spPr>
          <a:xfrm>
            <a:off x="2349500" y="2810497"/>
            <a:ext cx="2060400" cy="1059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a:latin typeface="Anaheim"/>
                <a:ea typeface="Anaheim"/>
                <a:cs typeface="Anaheim"/>
                <a:sym typeface="Anaheim"/>
              </a:rPr>
              <a:t>I</a:t>
            </a:r>
            <a:endParaRPr b="1">
              <a:latin typeface="Anaheim"/>
              <a:ea typeface="Anaheim"/>
              <a:cs typeface="Anaheim"/>
              <a:sym typeface="Anaheim"/>
            </a:endParaRPr>
          </a:p>
          <a:p>
            <a:pPr indent="0" lvl="0" marL="0" rtl="0" algn="ctr">
              <a:spcBef>
                <a:spcPts val="0"/>
              </a:spcBef>
              <a:spcAft>
                <a:spcPts val="0"/>
              </a:spcAft>
              <a:buNone/>
            </a:pPr>
            <a:r>
              <a:rPr lang="pt-BR">
                <a:latin typeface="Anaheim"/>
                <a:ea typeface="Anaheim"/>
                <a:cs typeface="Anaheim"/>
                <a:sym typeface="Anaheim"/>
              </a:rPr>
              <a:t>Princípio da Segregação de Interface</a:t>
            </a:r>
            <a:endParaRPr>
              <a:latin typeface="Anaheim"/>
              <a:ea typeface="Anaheim"/>
              <a:cs typeface="Anaheim"/>
              <a:sym typeface="Anaheim"/>
            </a:endParaRPr>
          </a:p>
        </p:txBody>
      </p:sp>
      <p:sp>
        <p:nvSpPr>
          <p:cNvPr id="416" name="Google Shape;416;g3e16a03eb46_0_19"/>
          <p:cNvSpPr/>
          <p:nvPr/>
        </p:nvSpPr>
        <p:spPr>
          <a:xfrm>
            <a:off x="4806825" y="2810497"/>
            <a:ext cx="2060400" cy="1059900"/>
          </a:xfrm>
          <a:prstGeom prst="roundRect">
            <a:avLst>
              <a:gd fmla="val 16667" name="adj"/>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pt-BR">
                <a:latin typeface="Anaheim"/>
                <a:ea typeface="Anaheim"/>
                <a:cs typeface="Anaheim"/>
                <a:sym typeface="Anaheim"/>
              </a:rPr>
              <a:t>D</a:t>
            </a:r>
            <a:endParaRPr b="1">
              <a:latin typeface="Anaheim"/>
              <a:ea typeface="Anaheim"/>
              <a:cs typeface="Anaheim"/>
              <a:sym typeface="Anaheim"/>
            </a:endParaRPr>
          </a:p>
          <a:p>
            <a:pPr indent="0" lvl="0" marL="0" rtl="0" algn="ctr">
              <a:spcBef>
                <a:spcPts val="0"/>
              </a:spcBef>
              <a:spcAft>
                <a:spcPts val="0"/>
              </a:spcAft>
              <a:buNone/>
            </a:pPr>
            <a:r>
              <a:rPr lang="pt-BR">
                <a:latin typeface="Anaheim"/>
                <a:ea typeface="Anaheim"/>
                <a:cs typeface="Anaheim"/>
                <a:sym typeface="Anaheim"/>
              </a:rPr>
              <a:t>Princípio da Inversão de Dependência</a:t>
            </a:r>
            <a:endParaRPr>
              <a:latin typeface="Anaheim"/>
              <a:ea typeface="Anaheim"/>
              <a:cs typeface="Anaheim"/>
              <a:sym typeface="Anaheim"/>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g3e16a03eb46_0_30"/>
          <p:cNvSpPr txBox="1"/>
          <p:nvPr/>
        </p:nvSpPr>
        <p:spPr>
          <a:xfrm>
            <a:off x="1926950" y="1156175"/>
            <a:ext cx="7092600" cy="33204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Classes gigantes</a:t>
            </a:r>
            <a:r>
              <a:rPr lang="pt-BR" sz="1800">
                <a:solidFill>
                  <a:schemeClr val="lt1"/>
                </a:solidFill>
                <a:latin typeface="Anaheim"/>
                <a:ea typeface="Anaheim"/>
                <a:cs typeface="Anaheim"/>
                <a:sym typeface="Anaheim"/>
              </a:rPr>
              <a:t>: Milhares de linhas, muitas responsabilidades, tudo misturado</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Alto acoplamento</a:t>
            </a:r>
            <a:r>
              <a:rPr lang="pt-BR" sz="1800">
                <a:solidFill>
                  <a:schemeClr val="lt1"/>
                </a:solidFill>
                <a:latin typeface="Anaheim"/>
                <a:ea typeface="Anaheim"/>
                <a:cs typeface="Anaheim"/>
                <a:sym typeface="Anaheim"/>
              </a:rPr>
              <a:t>: Código extremamente dependente de implementações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Alterações quebrando funcionalidades</a:t>
            </a:r>
            <a:r>
              <a:rPr lang="pt-BR" sz="1800">
                <a:solidFill>
                  <a:schemeClr val="lt1"/>
                </a:solidFill>
                <a:latin typeface="Anaheim"/>
                <a:ea typeface="Anaheim"/>
                <a:cs typeface="Anaheim"/>
                <a:sym typeface="Anaheim"/>
              </a:rPr>
              <a:t>: Fragilidade no design das classes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Dificuldade de testar</a:t>
            </a:r>
            <a:r>
              <a:rPr lang="pt-BR" sz="1800">
                <a:solidFill>
                  <a:schemeClr val="lt1"/>
                </a:solidFill>
                <a:latin typeface="Anaheim"/>
                <a:ea typeface="Anaheim"/>
                <a:cs typeface="Anaheim"/>
                <a:sym typeface="Anaheim"/>
              </a:rPr>
              <a:t>: Testar a aplicação é um desafio que muitas vezes desencoraja a atividade</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Reaproveitamento baixo</a:t>
            </a:r>
            <a:r>
              <a:rPr lang="pt-BR" sz="1800">
                <a:solidFill>
                  <a:schemeClr val="lt1"/>
                </a:solidFill>
                <a:latin typeface="Anaheim"/>
                <a:ea typeface="Anaheim"/>
                <a:cs typeface="Anaheim"/>
                <a:sym typeface="Anaheim"/>
              </a:rPr>
              <a:t>: Pouca possibilidade de reutilizar componentes em outros projetos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Crescimento desorganizado do sistema</a:t>
            </a:r>
            <a:r>
              <a:rPr lang="pt-BR" sz="1800">
                <a:solidFill>
                  <a:schemeClr val="lt1"/>
                </a:solidFill>
                <a:latin typeface="Anaheim"/>
                <a:ea typeface="Anaheim"/>
                <a:cs typeface="Anaheim"/>
                <a:sym typeface="Anaheim"/>
              </a:rPr>
              <a:t>: A aplicação acaba se tornando uma quimera</a:t>
            </a:r>
            <a:endParaRPr sz="1800">
              <a:solidFill>
                <a:schemeClr val="lt1"/>
              </a:solidFill>
              <a:latin typeface="Anaheim"/>
              <a:ea typeface="Anaheim"/>
              <a:cs typeface="Anaheim"/>
              <a:sym typeface="Anaheim"/>
            </a:endParaRPr>
          </a:p>
        </p:txBody>
      </p:sp>
      <p:sp>
        <p:nvSpPr>
          <p:cNvPr id="422" name="Google Shape;422;g3e16a03eb46_0_30"/>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PROBLEMAS PARA O SOLID</a:t>
            </a:r>
            <a:endParaRPr/>
          </a:p>
        </p:txBody>
      </p:sp>
      <p:pic>
        <p:nvPicPr>
          <p:cNvPr id="423" name="Google Shape;423;g3e16a03eb46_0_30"/>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424" name="Google Shape;424;g3e16a03eb46_0_30"/>
          <p:cNvGrpSpPr/>
          <p:nvPr/>
        </p:nvGrpSpPr>
        <p:grpSpPr>
          <a:xfrm>
            <a:off x="1223348" y="4553184"/>
            <a:ext cx="1015032" cy="325196"/>
            <a:chOff x="1156673" y="4600809"/>
            <a:chExt cx="1015032" cy="325196"/>
          </a:xfrm>
        </p:grpSpPr>
        <p:sp>
          <p:nvSpPr>
            <p:cNvPr id="425" name="Google Shape;425;g3e16a03eb46_0_30"/>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6" name="Google Shape;426;g3e16a03eb46_0_30"/>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7" name="Google Shape;427;g3e16a03eb46_0_30"/>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8" name="Google Shape;428;g3e16a03eb46_0_30"/>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9" name="Google Shape;429;g3e16a03eb46_0_30"/>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sp>
        <p:nvSpPr>
          <p:cNvPr id="434" name="Google Shape;434;g3e16a03eb46_0_42"/>
          <p:cNvSpPr txBox="1"/>
          <p:nvPr/>
        </p:nvSpPr>
        <p:spPr>
          <a:xfrm>
            <a:off x="1926950" y="1256250"/>
            <a:ext cx="7092600" cy="29571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Código mais modular</a:t>
            </a:r>
            <a:r>
              <a:rPr lang="pt-BR" sz="1800">
                <a:solidFill>
                  <a:schemeClr val="lt1"/>
                </a:solidFill>
                <a:latin typeface="Anaheim"/>
                <a:ea typeface="Anaheim"/>
                <a:cs typeface="Anaheim"/>
                <a:sym typeface="Anaheim"/>
              </a:rPr>
              <a:t>: Separação clara e organizada de componentes e suas responsabilidades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Código mais flexível</a:t>
            </a:r>
            <a:r>
              <a:rPr lang="pt-BR" sz="1800">
                <a:solidFill>
                  <a:schemeClr val="lt1"/>
                </a:solidFill>
                <a:latin typeface="Anaheim"/>
                <a:ea typeface="Anaheim"/>
                <a:cs typeface="Anaheim"/>
                <a:sym typeface="Anaheim"/>
              </a:rPr>
              <a:t>: Facilidade em fazer adaptações inerentes a cada projeto</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Código mais reutilizável</a:t>
            </a:r>
            <a:r>
              <a:rPr lang="pt-BR" sz="1800">
                <a:solidFill>
                  <a:schemeClr val="lt1"/>
                </a:solidFill>
                <a:latin typeface="Anaheim"/>
                <a:ea typeface="Anaheim"/>
                <a:cs typeface="Anaheim"/>
                <a:sym typeface="Anaheim"/>
              </a:rPr>
              <a:t>: Mais possibilidades de aproveitar componentes entre projetos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Código menos acoplado</a:t>
            </a:r>
            <a:r>
              <a:rPr lang="pt-BR" sz="1800">
                <a:solidFill>
                  <a:schemeClr val="lt1"/>
                </a:solidFill>
                <a:latin typeface="Anaheim"/>
                <a:ea typeface="Anaheim"/>
                <a:cs typeface="Anaheim"/>
                <a:sym typeface="Anaheim"/>
              </a:rPr>
              <a:t>: Classes menos dependentes de implementações, facilitando flexibilidade e testabilidade</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Código mais fácil de manter</a:t>
            </a:r>
            <a:r>
              <a:rPr lang="pt-BR" sz="1800">
                <a:solidFill>
                  <a:schemeClr val="lt1"/>
                </a:solidFill>
                <a:latin typeface="Anaheim"/>
                <a:ea typeface="Anaheim"/>
                <a:cs typeface="Anaheim"/>
                <a:sym typeface="Anaheim"/>
              </a:rPr>
              <a:t>: Fazer modificações não se torna mais algo problemático</a:t>
            </a:r>
            <a:endParaRPr sz="1800">
              <a:solidFill>
                <a:schemeClr val="lt1"/>
              </a:solidFill>
              <a:latin typeface="Anaheim"/>
              <a:ea typeface="Anaheim"/>
              <a:cs typeface="Anaheim"/>
              <a:sym typeface="Anaheim"/>
            </a:endParaRPr>
          </a:p>
        </p:txBody>
      </p:sp>
      <p:sp>
        <p:nvSpPr>
          <p:cNvPr id="435" name="Google Shape;435;g3e16a03eb46_0_4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OBJETIVOS COM O SOLID</a:t>
            </a:r>
            <a:endParaRPr/>
          </a:p>
        </p:txBody>
      </p:sp>
      <p:pic>
        <p:nvPicPr>
          <p:cNvPr id="436" name="Google Shape;436;g3e16a03eb46_0_42"/>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437" name="Google Shape;437;g3e16a03eb46_0_42"/>
          <p:cNvGrpSpPr/>
          <p:nvPr/>
        </p:nvGrpSpPr>
        <p:grpSpPr>
          <a:xfrm>
            <a:off x="1223348" y="4553184"/>
            <a:ext cx="1015032" cy="325196"/>
            <a:chOff x="1156673" y="4600809"/>
            <a:chExt cx="1015032" cy="325196"/>
          </a:xfrm>
        </p:grpSpPr>
        <p:sp>
          <p:nvSpPr>
            <p:cNvPr id="438" name="Google Shape;438;g3e16a03eb46_0_42"/>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9" name="Google Shape;439;g3e16a03eb46_0_42"/>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0" name="Google Shape;440;g3e16a03eb46_0_42"/>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g3e16a03eb46_0_42"/>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2" name="Google Shape;442;g3e16a03eb46_0_42"/>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g3e16a03eb46_0_54"/>
          <p:cNvSpPr/>
          <p:nvPr/>
        </p:nvSpPr>
        <p:spPr>
          <a:xfrm>
            <a:off x="1534150" y="1012200"/>
            <a:ext cx="3083100" cy="40404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448" name="Google Shape;448;g3e16a03eb46_0_5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449" name="Google Shape;449;g3e16a03eb46_0_54"/>
          <p:cNvSpPr txBox="1"/>
          <p:nvPr/>
        </p:nvSpPr>
        <p:spPr>
          <a:xfrm>
            <a:off x="1534150" y="1012200"/>
            <a:ext cx="3083100" cy="3931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RelatorioService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gerarRelatorio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lógica</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salvarBanco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persistência</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enviarEmail</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envio de email</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imprimir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impressão</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800">
              <a:solidFill>
                <a:schemeClr val="lt1"/>
              </a:solidFill>
              <a:latin typeface="Anaheim"/>
              <a:ea typeface="Anaheim"/>
              <a:cs typeface="Anaheim"/>
              <a:sym typeface="Anaheim"/>
            </a:endParaRPr>
          </a:p>
        </p:txBody>
      </p:sp>
      <p:sp>
        <p:nvSpPr>
          <p:cNvPr id="450" name="Google Shape;450;g3e16a03eb46_0_54"/>
          <p:cNvSpPr txBox="1"/>
          <p:nvPr/>
        </p:nvSpPr>
        <p:spPr>
          <a:xfrm>
            <a:off x="5202775" y="2178900"/>
            <a:ext cx="3424200" cy="785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t-BR" sz="1800">
                <a:solidFill>
                  <a:schemeClr val="lt1"/>
                </a:solidFill>
                <a:latin typeface="Anaheim"/>
                <a:ea typeface="Anaheim"/>
                <a:cs typeface="Anaheim"/>
                <a:sym typeface="Anaheim"/>
              </a:rPr>
              <a:t>Quais problemas podem surgir se essa classe crescer?</a:t>
            </a:r>
            <a:endParaRPr sz="1800">
              <a:solidFill>
                <a:schemeClr val="lt1"/>
              </a:solidFill>
              <a:latin typeface="Anaheim"/>
              <a:ea typeface="Anaheim"/>
              <a:cs typeface="Anaheim"/>
              <a:sym typeface="Anaheim"/>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4" name="Shape 454"/>
        <p:cNvGrpSpPr/>
        <p:nvPr/>
      </p:nvGrpSpPr>
      <p:grpSpPr>
        <a:xfrm>
          <a:off x="0" y="0"/>
          <a:ext cx="0" cy="0"/>
          <a:chOff x="0" y="0"/>
          <a:chExt cx="0" cy="0"/>
        </a:xfrm>
      </p:grpSpPr>
      <p:sp>
        <p:nvSpPr>
          <p:cNvPr id="455" name="Google Shape;455;g3e150d19917_0_0"/>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PRINCÍPIOS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g3e16a03eb46_0_66"/>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SzPts val="1600"/>
              <a:buNone/>
            </a:pPr>
            <a:r>
              <a:rPr b="1" lang="pt-BR"/>
              <a:t>Conceito</a:t>
            </a:r>
            <a:r>
              <a:rPr lang="pt-BR"/>
              <a:t>: Uma classe deve ter um, e apenas um, motivo para mudar.</a:t>
            </a:r>
            <a:endParaRPr/>
          </a:p>
          <a:p>
            <a:pPr indent="0" lvl="0" marL="0" rtl="0" algn="just">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A ideia do princípio é termos uma separação clara entre o que cada classe deve fazer dentro de uma aplicação. Por exemplo, Devemos separar a lógica de negócios da lógica de banco de dados ou de exibição.</a:t>
            </a:r>
            <a:endParaRPr/>
          </a:p>
        </p:txBody>
      </p:sp>
      <p:sp>
        <p:nvSpPr>
          <p:cNvPr id="461" name="Google Shape;461;g3e16a03eb46_0_66"/>
          <p:cNvSpPr txBox="1"/>
          <p:nvPr>
            <p:ph type="title"/>
          </p:nvPr>
        </p:nvSpPr>
        <p:spPr>
          <a:xfrm>
            <a:off x="3920625" y="1323800"/>
            <a:ext cx="4698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600"/>
              <a:t>RESPONSABILIDADE ÚNICA</a:t>
            </a:r>
            <a:endParaRPr sz="2600"/>
          </a:p>
        </p:txBody>
      </p:sp>
      <p:sp>
        <p:nvSpPr>
          <p:cNvPr id="462" name="Google Shape;462;g3e16a03eb46_0_66"/>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3" name="Google Shape;463;g3e16a03eb46_0_66"/>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4" name="Google Shape;464;g3e16a03eb46_0_66"/>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465" name="Google Shape;465;g3e16a03eb46_0_66"/>
          <p:cNvPicPr preferRelativeResize="0"/>
          <p:nvPr/>
        </p:nvPicPr>
        <p:blipFill rotWithShape="1">
          <a:blip r:embed="rId3">
            <a:alphaModFix/>
          </a:blip>
          <a:srcRect b="0" l="3432" r="3812" t="0"/>
          <a:stretch/>
        </p:blipFill>
        <p:spPr>
          <a:xfrm>
            <a:off x="63225" y="1525525"/>
            <a:ext cx="3097950" cy="25731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3e16a03eb46_0_107"/>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Quando uma única classe executa múltiplas tarefas distintas, como gerenciar dados em um modelo, acessar o banco de dados e enviar e-mail, ocorrem problemas graves:</a:t>
            </a:r>
            <a:endParaRPr/>
          </a:p>
          <a:p>
            <a:pPr indent="0" lvl="0" marL="0" rtl="0" algn="just">
              <a:lnSpc>
                <a:spcPct val="100000"/>
              </a:lnSpc>
              <a:spcBef>
                <a:spcPts val="0"/>
              </a:spcBef>
              <a:spcAft>
                <a:spcPts val="0"/>
              </a:spcAft>
              <a:buSzPts val="1600"/>
              <a:buNone/>
            </a:pPr>
            <a:r>
              <a:t/>
            </a:r>
            <a:endParaRPr/>
          </a:p>
          <a:p>
            <a:pPr indent="-330200" lvl="0" marL="457200" rtl="0" algn="just">
              <a:lnSpc>
                <a:spcPct val="100000"/>
              </a:lnSpc>
              <a:spcBef>
                <a:spcPts val="0"/>
              </a:spcBef>
              <a:spcAft>
                <a:spcPts val="0"/>
              </a:spcAft>
              <a:buSzPts val="1600"/>
              <a:buChar char="-"/>
            </a:pPr>
            <a:r>
              <a:rPr lang="pt-BR"/>
              <a:t>Alto acoplamento</a:t>
            </a:r>
            <a:endParaRPr/>
          </a:p>
          <a:p>
            <a:pPr indent="-330200" lvl="0" marL="457200" rtl="0" algn="just">
              <a:lnSpc>
                <a:spcPct val="100000"/>
              </a:lnSpc>
              <a:spcBef>
                <a:spcPts val="0"/>
              </a:spcBef>
              <a:spcAft>
                <a:spcPts val="0"/>
              </a:spcAft>
              <a:buSzPts val="1600"/>
              <a:buChar char="-"/>
            </a:pPr>
            <a:r>
              <a:rPr lang="pt-BR"/>
              <a:t>Dificuldade de manutenção</a:t>
            </a:r>
            <a:endParaRPr/>
          </a:p>
          <a:p>
            <a:pPr indent="-330200" lvl="0" marL="457200" rtl="0" algn="just">
              <a:lnSpc>
                <a:spcPct val="100000"/>
              </a:lnSpc>
              <a:spcBef>
                <a:spcPts val="0"/>
              </a:spcBef>
              <a:spcAft>
                <a:spcPts val="0"/>
              </a:spcAft>
              <a:buSzPts val="1600"/>
              <a:buChar char="-"/>
            </a:pPr>
            <a:r>
              <a:rPr lang="pt-BR"/>
              <a:t>Conflitos de mesclagem</a:t>
            </a:r>
            <a:endParaRPr/>
          </a:p>
        </p:txBody>
      </p:sp>
      <p:sp>
        <p:nvSpPr>
          <p:cNvPr id="471" name="Google Shape;471;g3e16a03eb46_0_107"/>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CENÁRIO</a:t>
            </a:r>
            <a:endParaRPr sz="25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5" name="Shape 475"/>
        <p:cNvGrpSpPr/>
        <p:nvPr/>
      </p:nvGrpSpPr>
      <p:grpSpPr>
        <a:xfrm>
          <a:off x="0" y="0"/>
          <a:ext cx="0" cy="0"/>
          <a:chOff x="0" y="0"/>
          <a:chExt cx="0" cy="0"/>
        </a:xfrm>
      </p:grpSpPr>
      <p:sp>
        <p:nvSpPr>
          <p:cNvPr id="476" name="Google Shape;476;g3e16a03eb46_0_112"/>
          <p:cNvSpPr txBox="1"/>
          <p:nvPr/>
        </p:nvSpPr>
        <p:spPr>
          <a:xfrm>
            <a:off x="1926950" y="1610100"/>
            <a:ext cx="7092600" cy="19233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Alto acoplamento</a:t>
            </a:r>
            <a:r>
              <a:rPr lang="pt-BR" sz="1800">
                <a:solidFill>
                  <a:schemeClr val="lt1"/>
                </a:solidFill>
                <a:latin typeface="Anaheim"/>
                <a:ea typeface="Anaheim"/>
                <a:cs typeface="Anaheim"/>
                <a:sym typeface="Anaheim"/>
              </a:rPr>
              <a:t>: Alterações em uma regra de negócio quebram funcionalidades vizinhas sem qualquer relação direta</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Dificuldade de manutenção</a:t>
            </a:r>
            <a:r>
              <a:rPr lang="pt-BR" sz="1800">
                <a:solidFill>
                  <a:schemeClr val="lt1"/>
                </a:solidFill>
                <a:latin typeface="Anaheim"/>
                <a:ea typeface="Anaheim"/>
                <a:cs typeface="Anaheim"/>
                <a:sym typeface="Anaheim"/>
              </a:rPr>
              <a:t>: O código se torna confuso e difícil de testar de forma isolada</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Conflitos de mesclagem</a:t>
            </a:r>
            <a:r>
              <a:rPr lang="pt-BR" sz="1800">
                <a:solidFill>
                  <a:schemeClr val="lt1"/>
                </a:solidFill>
                <a:latin typeface="Anaheim"/>
                <a:ea typeface="Anaheim"/>
                <a:cs typeface="Anaheim"/>
                <a:sym typeface="Anaheim"/>
              </a:rPr>
              <a:t>: Diferentes desenvolvedores alteram o mesmo arquivo simultaneamente por motivos totalmente distintos</a:t>
            </a:r>
            <a:endParaRPr sz="1800">
              <a:solidFill>
                <a:schemeClr val="lt1"/>
              </a:solidFill>
              <a:latin typeface="Anaheim"/>
              <a:ea typeface="Anaheim"/>
              <a:cs typeface="Anaheim"/>
              <a:sym typeface="Anaheim"/>
            </a:endParaRPr>
          </a:p>
        </p:txBody>
      </p:sp>
      <p:sp>
        <p:nvSpPr>
          <p:cNvPr id="477" name="Google Shape;477;g3e16a03eb46_0_11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PROBLEMAS</a:t>
            </a:r>
            <a:endParaRPr/>
          </a:p>
        </p:txBody>
      </p:sp>
      <p:pic>
        <p:nvPicPr>
          <p:cNvPr id="478" name="Google Shape;478;g3e16a03eb46_0_112"/>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479" name="Google Shape;479;g3e16a03eb46_0_112"/>
          <p:cNvGrpSpPr/>
          <p:nvPr/>
        </p:nvGrpSpPr>
        <p:grpSpPr>
          <a:xfrm>
            <a:off x="1223348" y="4553184"/>
            <a:ext cx="1015032" cy="325196"/>
            <a:chOff x="1156673" y="4600809"/>
            <a:chExt cx="1015032" cy="325196"/>
          </a:xfrm>
        </p:grpSpPr>
        <p:sp>
          <p:nvSpPr>
            <p:cNvPr id="480" name="Google Shape;480;g3e16a03eb46_0_112"/>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1" name="Google Shape;481;g3e16a03eb46_0_112"/>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2" name="Google Shape;482;g3e16a03eb46_0_112"/>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g3e16a03eb46_0_112"/>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g3e16a03eb46_0_112"/>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g3e16a03eb46_0_124"/>
          <p:cNvSpPr/>
          <p:nvPr/>
        </p:nvSpPr>
        <p:spPr>
          <a:xfrm>
            <a:off x="555850" y="963475"/>
            <a:ext cx="4053600" cy="3826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490" name="Google Shape;490;g3e16a03eb46_0_12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491" name="Google Shape;491;g3e16a03eb46_0_124"/>
          <p:cNvSpPr txBox="1"/>
          <p:nvPr/>
        </p:nvSpPr>
        <p:spPr>
          <a:xfrm>
            <a:off x="720725" y="963175"/>
            <a:ext cx="4053900" cy="3827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private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String</a:t>
            </a:r>
            <a:r>
              <a:rPr lang="pt-BR" sz="1050">
                <a:solidFill>
                  <a:srgbClr val="F8F8F2"/>
                </a:solidFill>
                <a:latin typeface="Courier New"/>
                <a:ea typeface="Courier New"/>
                <a:cs typeface="Courier New"/>
                <a:sym typeface="Courier New"/>
              </a:rPr>
              <a:t> nome;</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private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salarioBruto;</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calcularSalario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Calcular o salário do funcionário</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gerarRelatorio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Gerar relatório sobre os dados</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do funcionário</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salvarBanco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88846F"/>
                </a:solidFill>
                <a:latin typeface="Courier New"/>
                <a:ea typeface="Courier New"/>
                <a:cs typeface="Courier New"/>
                <a:sym typeface="Courier New"/>
              </a:rPr>
              <a:t>// Salvar os dados do funcionário</a:t>
            </a:r>
            <a:endParaRPr sz="1050">
              <a:solidFill>
                <a:srgbClr val="88846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sp>
        <p:nvSpPr>
          <p:cNvPr id="492" name="Google Shape;492;g3e16a03eb46_0_124"/>
          <p:cNvSpPr txBox="1"/>
          <p:nvPr/>
        </p:nvSpPr>
        <p:spPr>
          <a:xfrm>
            <a:off x="5210200" y="2633125"/>
            <a:ext cx="3424200" cy="7857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t-BR" sz="1800">
                <a:solidFill>
                  <a:schemeClr val="lt1"/>
                </a:solidFill>
                <a:latin typeface="Anaheim"/>
                <a:ea typeface="Anaheim"/>
                <a:cs typeface="Anaheim"/>
                <a:sym typeface="Anaheim"/>
              </a:rPr>
              <a:t>Quais problemas podem ser identificados nessa classe?</a:t>
            </a:r>
            <a:endParaRPr sz="1800">
              <a:solidFill>
                <a:schemeClr val="lt1"/>
              </a:solidFill>
              <a:latin typeface="Anaheim"/>
              <a:ea typeface="Anaheim"/>
              <a:cs typeface="Anaheim"/>
              <a:sym typeface="Anaheim"/>
            </a:endParaRPr>
          </a:p>
        </p:txBody>
      </p:sp>
      <p:pic>
        <p:nvPicPr>
          <p:cNvPr id="493" name="Google Shape;493;g3e16a03eb46_0_124" title="meme-drake-naoquero.jpg"/>
          <p:cNvPicPr preferRelativeResize="0"/>
          <p:nvPr/>
        </p:nvPicPr>
        <p:blipFill>
          <a:blip r:embed="rId3">
            <a:alphaModFix/>
          </a:blip>
          <a:stretch>
            <a:fillRect/>
          </a:stretch>
        </p:blipFill>
        <p:spPr>
          <a:xfrm>
            <a:off x="8156934" y="4170675"/>
            <a:ext cx="867313" cy="8598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3e16a03eb46_0_136"/>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O problema dessa classe gira em torno dela executar várias responsabilidades: calcular o salário líquido, gerar um relatório sobre os dados e persistir as informações em base de dados. Essa mistura de lógicas na mesma classe fere o princípio, e deve ser evitado.</a:t>
            </a:r>
            <a:endParaRPr/>
          </a:p>
        </p:txBody>
      </p:sp>
      <p:sp>
        <p:nvSpPr>
          <p:cNvPr id="499" name="Google Shape;499;g3e16a03eb46_0_136"/>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PROBLEMA</a:t>
            </a:r>
            <a:endParaRPr sz="25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sp>
        <p:nvSpPr>
          <p:cNvPr id="504" name="Google Shape;504;g3e16a03eb46_0_141"/>
          <p:cNvSpPr/>
          <p:nvPr/>
        </p:nvSpPr>
        <p:spPr>
          <a:xfrm>
            <a:off x="3742750" y="1818075"/>
            <a:ext cx="5143500" cy="15546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505" name="Google Shape;505;g3e16a03eb46_0_141"/>
          <p:cNvSpPr/>
          <p:nvPr/>
        </p:nvSpPr>
        <p:spPr>
          <a:xfrm>
            <a:off x="410225" y="1464300"/>
            <a:ext cx="3251100" cy="2782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506" name="Google Shape;506;g3e16a03eb46_0_141"/>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507" name="Google Shape;507;g3e16a03eb46_0_141"/>
          <p:cNvSpPr txBox="1"/>
          <p:nvPr/>
        </p:nvSpPr>
        <p:spPr>
          <a:xfrm>
            <a:off x="410225" y="1464300"/>
            <a:ext cx="3162000" cy="27825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private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String</a:t>
            </a:r>
            <a:r>
              <a:rPr lang="pt-BR" sz="1050">
                <a:solidFill>
                  <a:srgbClr val="F8F8F2"/>
                </a:solidFill>
                <a:latin typeface="Courier New"/>
                <a:ea typeface="Courier New"/>
                <a:cs typeface="Courier New"/>
                <a:sym typeface="Courier New"/>
              </a:rPr>
              <a:t> nome;</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private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salarioBruto;</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String</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getNome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a:t>
            </a:r>
            <a:r>
              <a:rPr lang="pt-BR" sz="1050">
                <a:solidFill>
                  <a:srgbClr val="FD971F"/>
                </a:solidFill>
                <a:latin typeface="Courier New"/>
                <a:ea typeface="Courier New"/>
                <a:cs typeface="Courier New"/>
                <a:sym typeface="Courier New"/>
              </a:rPr>
              <a:t>this</a:t>
            </a:r>
            <a:r>
              <a:rPr lang="pt-BR" sz="1050">
                <a:solidFill>
                  <a:srgbClr val="F8F8F2"/>
                </a:solidFill>
                <a:latin typeface="Courier New"/>
                <a:ea typeface="Courier New"/>
                <a:cs typeface="Courier New"/>
                <a:sym typeface="Courier New"/>
              </a:rPr>
              <a:t>.nome;</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getSalarioBruto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a:t>
            </a:r>
            <a:r>
              <a:rPr lang="pt-BR" sz="1050">
                <a:solidFill>
                  <a:srgbClr val="FD971F"/>
                </a:solidFill>
                <a:latin typeface="Courier New"/>
                <a:ea typeface="Courier New"/>
                <a:cs typeface="Courier New"/>
                <a:sym typeface="Courier New"/>
              </a:rPr>
              <a:t>this</a:t>
            </a:r>
            <a:r>
              <a:rPr lang="pt-BR" sz="1050">
                <a:solidFill>
                  <a:srgbClr val="F8F8F2"/>
                </a:solidFill>
                <a:latin typeface="Courier New"/>
                <a:ea typeface="Courier New"/>
                <a:cs typeface="Courier New"/>
                <a:sym typeface="Courier New"/>
              </a:rPr>
              <a:t>.salarioBruto;</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p:txBody>
      </p:sp>
      <p:sp>
        <p:nvSpPr>
          <p:cNvPr id="508" name="Google Shape;508;g3e16a03eb46_0_141"/>
          <p:cNvSpPr txBox="1"/>
          <p:nvPr/>
        </p:nvSpPr>
        <p:spPr>
          <a:xfrm>
            <a:off x="3779825" y="1884188"/>
            <a:ext cx="5076900" cy="14886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FolhaPagamentoService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calcularSalario</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funcionario.</a:t>
            </a:r>
            <a:r>
              <a:rPr lang="pt-BR" sz="1050">
                <a:solidFill>
                  <a:srgbClr val="A6E22E"/>
                </a:solidFill>
                <a:latin typeface="Courier New"/>
                <a:ea typeface="Courier New"/>
                <a:cs typeface="Courier New"/>
                <a:sym typeface="Courier New"/>
              </a:rPr>
              <a:t>getSalarioBruto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p:txBody>
      </p:sp>
      <p:pic>
        <p:nvPicPr>
          <p:cNvPr id="509" name="Google Shape;509;g3e16a03eb46_0_141"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g3e16a03eb46_0_162"/>
          <p:cNvSpPr/>
          <p:nvPr/>
        </p:nvSpPr>
        <p:spPr>
          <a:xfrm>
            <a:off x="1988850" y="1012200"/>
            <a:ext cx="4955700" cy="3634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515" name="Google Shape;515;g3e16a03eb46_0_16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516" name="Google Shape;516;g3e16a03eb46_0_162"/>
          <p:cNvSpPr txBox="1"/>
          <p:nvPr/>
        </p:nvSpPr>
        <p:spPr>
          <a:xfrm>
            <a:off x="2033550" y="1012200"/>
            <a:ext cx="5076900" cy="36348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FuncionariosRepository</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private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Database</a:t>
            </a:r>
            <a:r>
              <a:rPr lang="pt-BR" sz="1050">
                <a:solidFill>
                  <a:srgbClr val="F8F8F2"/>
                </a:solidFill>
                <a:latin typeface="Courier New"/>
                <a:ea typeface="Courier New"/>
                <a:cs typeface="Courier New"/>
                <a:sym typeface="Courier New"/>
              </a:rPr>
              <a:t> db;</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D971F"/>
                </a:solidFill>
                <a:latin typeface="Courier New"/>
                <a:ea typeface="Courier New"/>
                <a:cs typeface="Courier New"/>
                <a:sym typeface="Courier New"/>
              </a:rPr>
              <a:t>this</a:t>
            </a:r>
            <a:r>
              <a:rPr lang="pt-BR" sz="1050">
                <a:solidFill>
                  <a:srgbClr val="F8F8F2"/>
                </a:solidFill>
                <a:latin typeface="Courier New"/>
                <a:ea typeface="Courier New"/>
                <a:cs typeface="Courier New"/>
                <a:sym typeface="Courier New"/>
              </a:rPr>
              <a:t>.db.</a:t>
            </a:r>
            <a:r>
              <a:rPr lang="pt-BR" sz="1050">
                <a:solidFill>
                  <a:srgbClr val="A6E22E"/>
                </a:solidFill>
                <a:latin typeface="Courier New"/>
                <a:ea typeface="Courier New"/>
                <a:cs typeface="Courier New"/>
                <a:sym typeface="Courier New"/>
              </a:rPr>
              <a:t>save</a:t>
            </a:r>
            <a:r>
              <a:rPr lang="pt-BR" sz="1050">
                <a:solidFill>
                  <a:srgbClr val="F8F8F2"/>
                </a:solidFill>
                <a:latin typeface="Courier New"/>
                <a:ea typeface="Courier New"/>
                <a:cs typeface="Courier New"/>
                <a:sym typeface="Courier New"/>
              </a:rPr>
              <a:t>(funcionario);</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RelatorioFuncionario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gerar</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funcionario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(funcionario.</a:t>
            </a:r>
            <a:r>
              <a:rPr lang="pt-BR" sz="1050">
                <a:solidFill>
                  <a:srgbClr val="A6E22E"/>
                </a:solidFill>
                <a:latin typeface="Courier New"/>
                <a:ea typeface="Courier New"/>
                <a:cs typeface="Courier New"/>
                <a:sym typeface="Courier New"/>
              </a:rPr>
              <a:t>getNome</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(funcionario.</a:t>
            </a:r>
            <a:r>
              <a:rPr lang="pt-BR" sz="1050">
                <a:solidFill>
                  <a:srgbClr val="A6E22E"/>
                </a:solidFill>
                <a:latin typeface="Courier New"/>
                <a:ea typeface="Courier New"/>
                <a:cs typeface="Courier New"/>
                <a:sym typeface="Courier New"/>
              </a:rPr>
              <a:t>getSalarioBruto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p:txBody>
      </p:sp>
      <p:pic>
        <p:nvPicPr>
          <p:cNvPr id="517" name="Google Shape;517;g3e16a03eb46_0_162"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g3e16a03eb46_0_171"/>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Agora, temos classes que descrevem responsabilidades bem definidas: uma classe que armazena os dados do funcionário, uma classe de serviço para regras de negócio, uma classe de persistência em base de dados e uma classe para geração de relatório. As classes possuem independência para expandir conforme a necessidade.</a:t>
            </a:r>
            <a:endParaRPr/>
          </a:p>
        </p:txBody>
      </p:sp>
      <p:sp>
        <p:nvSpPr>
          <p:cNvPr id="523" name="Google Shape;523;g3e16a03eb46_0_171"/>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SOLUÇÃO</a:t>
            </a:r>
            <a:endParaRPr sz="25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7" name="Shape 527"/>
        <p:cNvGrpSpPr/>
        <p:nvPr/>
      </p:nvGrpSpPr>
      <p:grpSpPr>
        <a:xfrm>
          <a:off x="0" y="0"/>
          <a:ext cx="0" cy="0"/>
          <a:chOff x="0" y="0"/>
          <a:chExt cx="0" cy="0"/>
        </a:xfrm>
      </p:grpSpPr>
      <p:sp>
        <p:nvSpPr>
          <p:cNvPr id="528" name="Google Shape;528;g3e16a03eb46_0_176"/>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Manutenção simplificada</a:t>
            </a:r>
            <a:endParaRPr/>
          </a:p>
          <a:p>
            <a:pPr indent="-330200" lvl="0" marL="457200" rtl="0" algn="just">
              <a:lnSpc>
                <a:spcPct val="100000"/>
              </a:lnSpc>
              <a:spcBef>
                <a:spcPts val="0"/>
              </a:spcBef>
              <a:spcAft>
                <a:spcPts val="0"/>
              </a:spcAft>
              <a:buSzPts val="1600"/>
              <a:buChar char="-"/>
            </a:pPr>
            <a:r>
              <a:rPr lang="pt-BR"/>
              <a:t>Testes mais fáceis</a:t>
            </a:r>
            <a:endParaRPr/>
          </a:p>
          <a:p>
            <a:pPr indent="-330200" lvl="0" marL="457200" rtl="0" algn="just">
              <a:lnSpc>
                <a:spcPct val="100000"/>
              </a:lnSpc>
              <a:spcBef>
                <a:spcPts val="0"/>
              </a:spcBef>
              <a:spcAft>
                <a:spcPts val="0"/>
              </a:spcAft>
              <a:buSzPts val="1600"/>
              <a:buChar char="-"/>
            </a:pPr>
            <a:r>
              <a:rPr lang="pt-BR"/>
              <a:t>Menor impacto de mudanças</a:t>
            </a:r>
            <a:endParaRPr/>
          </a:p>
          <a:p>
            <a:pPr indent="-330200" lvl="0" marL="457200" rtl="0" algn="just">
              <a:lnSpc>
                <a:spcPct val="100000"/>
              </a:lnSpc>
              <a:spcBef>
                <a:spcPts val="0"/>
              </a:spcBef>
              <a:spcAft>
                <a:spcPts val="0"/>
              </a:spcAft>
              <a:buSzPts val="1600"/>
              <a:buChar char="-"/>
            </a:pPr>
            <a:r>
              <a:rPr lang="pt-BR"/>
              <a:t>Maior reutilização</a:t>
            </a:r>
            <a:endParaRPr/>
          </a:p>
        </p:txBody>
      </p:sp>
      <p:sp>
        <p:nvSpPr>
          <p:cNvPr id="529" name="Google Shape;529;g3e16a03eb46_0_176"/>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BENEFÍCIOS</a:t>
            </a:r>
            <a:endParaRPr sz="25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3" name="Shape 533"/>
        <p:cNvGrpSpPr/>
        <p:nvPr/>
      </p:nvGrpSpPr>
      <p:grpSpPr>
        <a:xfrm>
          <a:off x="0" y="0"/>
          <a:ext cx="0" cy="0"/>
          <a:chOff x="0" y="0"/>
          <a:chExt cx="0" cy="0"/>
        </a:xfrm>
      </p:grpSpPr>
      <p:sp>
        <p:nvSpPr>
          <p:cNvPr id="534" name="Google Shape;534;g3e16a03eb46_0_181"/>
          <p:cNvSpPr txBox="1"/>
          <p:nvPr>
            <p:ph idx="1" type="body"/>
          </p:nvPr>
        </p:nvSpPr>
        <p:spPr>
          <a:xfrm>
            <a:off x="4401425" y="1997200"/>
            <a:ext cx="41871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Considere o exemplo a seguir de uma classe que representa um pedido em um sistema de vendas. Analise a sua estrutura e proponha modificações que façam com que a classe passe a adotar o </a:t>
            </a:r>
            <a:r>
              <a:rPr lang="pt-BR"/>
              <a:t>p</a:t>
            </a:r>
            <a:r>
              <a:rPr lang="pt-BR"/>
              <a:t>rincípio da Responsabilidade Única.</a:t>
            </a:r>
            <a:endParaRPr/>
          </a:p>
        </p:txBody>
      </p:sp>
      <p:sp>
        <p:nvSpPr>
          <p:cNvPr id="535" name="Google Shape;535;g3e16a03eb46_0_181"/>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536" name="Google Shape;536;g3e16a03eb46_0_181"/>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g3e16a03eb46_0_181"/>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8" name="Google Shape;538;g3e16a03eb46_0_181"/>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39" name="Google Shape;539;g3e16a03eb46_0_181"/>
          <p:cNvPicPr preferRelativeResize="0"/>
          <p:nvPr/>
        </p:nvPicPr>
        <p:blipFill rotWithShape="1">
          <a:blip r:embed="rId3">
            <a:alphaModFix/>
          </a:blip>
          <a:srcRect b="0" l="22179" r="0" t="0"/>
          <a:stretch/>
        </p:blipFill>
        <p:spPr>
          <a:xfrm>
            <a:off x="-3" y="1574988"/>
            <a:ext cx="3224401" cy="257341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3" name="Shape 543"/>
        <p:cNvGrpSpPr/>
        <p:nvPr/>
      </p:nvGrpSpPr>
      <p:grpSpPr>
        <a:xfrm>
          <a:off x="0" y="0"/>
          <a:ext cx="0" cy="0"/>
          <a:chOff x="0" y="0"/>
          <a:chExt cx="0" cy="0"/>
        </a:xfrm>
      </p:grpSpPr>
      <p:sp>
        <p:nvSpPr>
          <p:cNvPr id="544" name="Google Shape;544;g3e16a03eb46_0_190"/>
          <p:cNvSpPr/>
          <p:nvPr/>
        </p:nvSpPr>
        <p:spPr>
          <a:xfrm>
            <a:off x="2678125" y="1353150"/>
            <a:ext cx="3702900" cy="23988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545" name="Google Shape;545;g3e16a03eb46_0_190"/>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EXERCÍCIO</a:t>
            </a:r>
            <a:endParaRPr/>
          </a:p>
        </p:txBody>
      </p:sp>
      <p:sp>
        <p:nvSpPr>
          <p:cNvPr id="546" name="Google Shape;546;g3e16a03eb46_0_190"/>
          <p:cNvSpPr txBox="1"/>
          <p:nvPr/>
        </p:nvSpPr>
        <p:spPr>
          <a:xfrm>
            <a:off x="2720550" y="1391700"/>
            <a:ext cx="3702900" cy="2360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Pedido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calcularFrete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salvarPedido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enviarEmailConfirmacao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emitirNotaFiscal</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g3e16a03eb46_0_74"/>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b="1" lang="pt-BR"/>
              <a:t>Conceito</a:t>
            </a:r>
            <a:r>
              <a:rPr lang="pt-BR"/>
              <a:t>: Uma entidade deve estar </a:t>
            </a:r>
            <a:r>
              <a:rPr b="1" lang="pt-BR"/>
              <a:t>aberta</a:t>
            </a:r>
            <a:r>
              <a:rPr lang="pt-BR"/>
              <a:t> para extensão e </a:t>
            </a:r>
            <a:r>
              <a:rPr b="1" lang="pt-BR"/>
              <a:t>fechada</a:t>
            </a:r>
            <a:r>
              <a:rPr lang="pt-BR"/>
              <a:t> para modificação.</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A ideia do princípio é conseguirmos alterar o comportamento de um componente adicionando código novo, e nunca alterando o código original que já funciona.</a:t>
            </a:r>
            <a:endParaRPr/>
          </a:p>
        </p:txBody>
      </p:sp>
      <p:sp>
        <p:nvSpPr>
          <p:cNvPr id="552" name="Google Shape;552;g3e16a03eb46_0_74"/>
          <p:cNvSpPr txBox="1"/>
          <p:nvPr>
            <p:ph type="title"/>
          </p:nvPr>
        </p:nvSpPr>
        <p:spPr>
          <a:xfrm>
            <a:off x="5047150" y="1323800"/>
            <a:ext cx="35718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ABERTO/FECHADO</a:t>
            </a:r>
            <a:endParaRPr/>
          </a:p>
        </p:txBody>
      </p:sp>
      <p:sp>
        <p:nvSpPr>
          <p:cNvPr id="553" name="Google Shape;553;g3e16a03eb46_0_74"/>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g3e16a03eb46_0_74"/>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g3e16a03eb46_0_74"/>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56" name="Google Shape;556;g3e16a03eb46_0_74" title="aberto-fechado.gif"/>
          <p:cNvPicPr preferRelativeResize="0"/>
          <p:nvPr/>
        </p:nvPicPr>
        <p:blipFill>
          <a:blip r:embed="rId3">
            <a:alphaModFix/>
          </a:blip>
          <a:stretch>
            <a:fillRect/>
          </a:stretch>
        </p:blipFill>
        <p:spPr>
          <a:xfrm>
            <a:off x="0" y="1602950"/>
            <a:ext cx="3224400" cy="2418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g3e16a03eb46_0_197"/>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Quando novos recursos exigem a alteração constante de classes existentes, o sistema manifesta sintomas graves:</a:t>
            </a:r>
            <a:endParaRPr/>
          </a:p>
          <a:p>
            <a:pPr indent="0" lvl="0" marL="0" rtl="0" algn="just">
              <a:lnSpc>
                <a:spcPct val="100000"/>
              </a:lnSpc>
              <a:spcBef>
                <a:spcPts val="0"/>
              </a:spcBef>
              <a:spcAft>
                <a:spcPts val="0"/>
              </a:spcAft>
              <a:buNone/>
            </a:pPr>
            <a:r>
              <a:t/>
            </a:r>
            <a:endParaRPr/>
          </a:p>
          <a:p>
            <a:pPr indent="-330200" lvl="0" marL="457200" rtl="0" algn="just">
              <a:lnSpc>
                <a:spcPct val="100000"/>
              </a:lnSpc>
              <a:spcBef>
                <a:spcPts val="0"/>
              </a:spcBef>
              <a:spcAft>
                <a:spcPts val="0"/>
              </a:spcAft>
              <a:buSzPts val="1600"/>
              <a:buChar char="-"/>
            </a:pPr>
            <a:r>
              <a:rPr lang="pt-BR"/>
              <a:t>Efeito cascata</a:t>
            </a:r>
            <a:endParaRPr/>
          </a:p>
          <a:p>
            <a:pPr indent="-330200" lvl="0" marL="457200" rtl="0" algn="just">
              <a:lnSpc>
                <a:spcPct val="100000"/>
              </a:lnSpc>
              <a:spcBef>
                <a:spcPts val="0"/>
              </a:spcBef>
              <a:spcAft>
                <a:spcPts val="0"/>
              </a:spcAft>
              <a:buSzPts val="1600"/>
              <a:buChar char="-"/>
            </a:pPr>
            <a:r>
              <a:rPr lang="pt-BR"/>
              <a:t>Complexidade condicional</a:t>
            </a:r>
            <a:endParaRPr/>
          </a:p>
          <a:p>
            <a:pPr indent="-330200" lvl="0" marL="457200" rtl="0" algn="just">
              <a:lnSpc>
                <a:spcPct val="100000"/>
              </a:lnSpc>
              <a:spcBef>
                <a:spcPts val="0"/>
              </a:spcBef>
              <a:spcAft>
                <a:spcPts val="0"/>
              </a:spcAft>
              <a:buSzPts val="1600"/>
              <a:buChar char="-"/>
            </a:pPr>
            <a:r>
              <a:rPr lang="pt-BR"/>
              <a:t>Testes repetitivos</a:t>
            </a:r>
            <a:endParaRPr/>
          </a:p>
        </p:txBody>
      </p:sp>
      <p:sp>
        <p:nvSpPr>
          <p:cNvPr id="562" name="Google Shape;562;g3e16a03eb46_0_197"/>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CENÁRIO</a:t>
            </a:r>
            <a:endParaRPr sz="25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g3e16a03eb46_0_202"/>
          <p:cNvSpPr txBox="1"/>
          <p:nvPr/>
        </p:nvSpPr>
        <p:spPr>
          <a:xfrm>
            <a:off x="1926950" y="1610100"/>
            <a:ext cx="7092600" cy="19233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Efeito cascata</a:t>
            </a:r>
            <a:r>
              <a:rPr lang="pt-BR" sz="1800">
                <a:solidFill>
                  <a:schemeClr val="lt1"/>
                </a:solidFill>
                <a:latin typeface="Anaheim"/>
                <a:ea typeface="Anaheim"/>
                <a:cs typeface="Anaheim"/>
                <a:sym typeface="Anaheim"/>
              </a:rPr>
              <a:t>: Mexer em um código consolidado introduz novos bugs em funcionalidades antigas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Complexidade condicional</a:t>
            </a:r>
            <a:r>
              <a:rPr lang="pt-BR" sz="1800">
                <a:solidFill>
                  <a:schemeClr val="lt1"/>
                </a:solidFill>
                <a:latin typeface="Anaheim"/>
                <a:ea typeface="Anaheim"/>
                <a:cs typeface="Anaheim"/>
                <a:sym typeface="Anaheim"/>
              </a:rPr>
              <a:t>: O código se enche de estruturas </a:t>
            </a:r>
            <a:r>
              <a:rPr b="1" lang="pt-BR" sz="1800">
                <a:solidFill>
                  <a:schemeClr val="lt1"/>
                </a:solidFill>
                <a:latin typeface="Anaheim"/>
                <a:ea typeface="Anaheim"/>
                <a:cs typeface="Anaheim"/>
                <a:sym typeface="Anaheim"/>
              </a:rPr>
              <a:t>if/else</a:t>
            </a:r>
            <a:r>
              <a:rPr lang="pt-BR" sz="1800">
                <a:solidFill>
                  <a:schemeClr val="lt1"/>
                </a:solidFill>
                <a:latin typeface="Anaheim"/>
                <a:ea typeface="Anaheim"/>
                <a:cs typeface="Anaheim"/>
                <a:sym typeface="Anaheim"/>
              </a:rPr>
              <a:t> ou </a:t>
            </a:r>
            <a:r>
              <a:rPr b="1" lang="pt-BR" sz="1800">
                <a:solidFill>
                  <a:schemeClr val="lt1"/>
                </a:solidFill>
                <a:latin typeface="Anaheim"/>
                <a:ea typeface="Anaheim"/>
                <a:cs typeface="Anaheim"/>
                <a:sym typeface="Anaheim"/>
              </a:rPr>
              <a:t>switch</a:t>
            </a:r>
            <a:r>
              <a:rPr lang="pt-BR" sz="1800">
                <a:solidFill>
                  <a:schemeClr val="lt1"/>
                </a:solidFill>
                <a:latin typeface="Anaheim"/>
                <a:ea typeface="Anaheim"/>
                <a:cs typeface="Anaheim"/>
                <a:sym typeface="Anaheim"/>
              </a:rPr>
              <a:t> difíceis de ler</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Testes repetitivos</a:t>
            </a:r>
            <a:r>
              <a:rPr lang="pt-BR" sz="1800">
                <a:solidFill>
                  <a:schemeClr val="lt1"/>
                </a:solidFill>
                <a:latin typeface="Anaheim"/>
                <a:ea typeface="Anaheim"/>
                <a:cs typeface="Anaheim"/>
                <a:sym typeface="Anaheim"/>
              </a:rPr>
              <a:t>: Lógicas antigas precisam ser testadas novamente a cada nova implementação de negócio</a:t>
            </a:r>
            <a:endParaRPr sz="1800">
              <a:solidFill>
                <a:schemeClr val="lt1"/>
              </a:solidFill>
              <a:latin typeface="Anaheim"/>
              <a:ea typeface="Anaheim"/>
              <a:cs typeface="Anaheim"/>
              <a:sym typeface="Anaheim"/>
            </a:endParaRPr>
          </a:p>
        </p:txBody>
      </p:sp>
      <p:sp>
        <p:nvSpPr>
          <p:cNvPr id="568" name="Google Shape;568;g3e16a03eb46_0_20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PROBLEMAS</a:t>
            </a:r>
            <a:endParaRPr/>
          </a:p>
        </p:txBody>
      </p:sp>
      <p:pic>
        <p:nvPicPr>
          <p:cNvPr id="569" name="Google Shape;569;g3e16a03eb46_0_202"/>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570" name="Google Shape;570;g3e16a03eb46_0_202"/>
          <p:cNvGrpSpPr/>
          <p:nvPr/>
        </p:nvGrpSpPr>
        <p:grpSpPr>
          <a:xfrm>
            <a:off x="1223348" y="4553184"/>
            <a:ext cx="1015032" cy="325196"/>
            <a:chOff x="1156673" y="4600809"/>
            <a:chExt cx="1015032" cy="325196"/>
          </a:xfrm>
        </p:grpSpPr>
        <p:sp>
          <p:nvSpPr>
            <p:cNvPr id="571" name="Google Shape;571;g3e16a03eb46_0_202"/>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2" name="Google Shape;572;g3e16a03eb46_0_202"/>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3" name="Google Shape;573;g3e16a03eb46_0_202"/>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g3e16a03eb46_0_202"/>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g3e16a03eb46_0_202"/>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g3e16a03eb46_0_214"/>
          <p:cNvSpPr/>
          <p:nvPr/>
        </p:nvSpPr>
        <p:spPr>
          <a:xfrm>
            <a:off x="639975" y="1241950"/>
            <a:ext cx="5259300" cy="31974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581" name="Google Shape;581;g3e16a03eb46_0_21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582" name="Google Shape;582;g3e16a03eb46_0_214"/>
          <p:cNvSpPr txBox="1"/>
          <p:nvPr/>
        </p:nvSpPr>
        <p:spPr>
          <a:xfrm>
            <a:off x="689275" y="1241953"/>
            <a:ext cx="5210100" cy="3197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CalculadoraDesconto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calcular</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String</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tipoCliente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valor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if</a:t>
            </a:r>
            <a:r>
              <a:rPr lang="pt-BR" sz="1050">
                <a:solidFill>
                  <a:srgbClr val="F8F8F2"/>
                </a:solidFill>
                <a:latin typeface="Courier New"/>
                <a:ea typeface="Courier New"/>
                <a:cs typeface="Courier New"/>
                <a:sym typeface="Courier New"/>
              </a:rPr>
              <a:t>(tipoCliente.</a:t>
            </a:r>
            <a:r>
              <a:rPr lang="pt-BR" sz="1050">
                <a:solidFill>
                  <a:srgbClr val="A6E22E"/>
                </a:solidFill>
                <a:latin typeface="Courier New"/>
                <a:ea typeface="Courier New"/>
                <a:cs typeface="Courier New"/>
                <a:sym typeface="Courier New"/>
              </a:rPr>
              <a:t>equals</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"COMUM"</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valor </a:t>
            </a:r>
            <a:r>
              <a:rPr lang="pt-BR" sz="1050">
                <a:solidFill>
                  <a:srgbClr val="F92672"/>
                </a:solidFill>
                <a:latin typeface="Courier New"/>
                <a:ea typeface="Courier New"/>
                <a:cs typeface="Courier New"/>
                <a:sym typeface="Courier New"/>
              </a:rPr>
              <a:t>*</a:t>
            </a:r>
            <a:r>
              <a:rPr lang="pt-BR" sz="1050">
                <a:solidFill>
                  <a:srgbClr val="F8F8F2"/>
                </a:solidFill>
                <a:latin typeface="Courier New"/>
                <a:ea typeface="Courier New"/>
                <a:cs typeface="Courier New"/>
                <a:sym typeface="Courier New"/>
              </a:rPr>
              <a:t> </a:t>
            </a:r>
            <a:r>
              <a:rPr lang="pt-BR" sz="1050">
                <a:solidFill>
                  <a:srgbClr val="AE81FF"/>
                </a:solidFill>
                <a:latin typeface="Courier New"/>
                <a:ea typeface="Courier New"/>
                <a:cs typeface="Courier New"/>
                <a:sym typeface="Courier New"/>
              </a:rPr>
              <a:t>0.05</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if</a:t>
            </a:r>
            <a:r>
              <a:rPr lang="pt-BR" sz="1050">
                <a:solidFill>
                  <a:srgbClr val="F8F8F2"/>
                </a:solidFill>
                <a:latin typeface="Courier New"/>
                <a:ea typeface="Courier New"/>
                <a:cs typeface="Courier New"/>
                <a:sym typeface="Courier New"/>
              </a:rPr>
              <a:t>(tipoCliente.</a:t>
            </a:r>
            <a:r>
              <a:rPr lang="pt-BR" sz="1050">
                <a:solidFill>
                  <a:srgbClr val="A6E22E"/>
                </a:solidFill>
                <a:latin typeface="Courier New"/>
                <a:ea typeface="Courier New"/>
                <a:cs typeface="Courier New"/>
                <a:sym typeface="Courier New"/>
              </a:rPr>
              <a:t>equals</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"VIP"</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valor </a:t>
            </a:r>
            <a:r>
              <a:rPr lang="pt-BR" sz="1050">
                <a:solidFill>
                  <a:srgbClr val="F92672"/>
                </a:solidFill>
                <a:latin typeface="Courier New"/>
                <a:ea typeface="Courier New"/>
                <a:cs typeface="Courier New"/>
                <a:sym typeface="Courier New"/>
              </a:rPr>
              <a:t>*</a:t>
            </a:r>
            <a:r>
              <a:rPr lang="pt-BR" sz="1050">
                <a:solidFill>
                  <a:srgbClr val="F8F8F2"/>
                </a:solidFill>
                <a:latin typeface="Courier New"/>
                <a:ea typeface="Courier New"/>
                <a:cs typeface="Courier New"/>
                <a:sym typeface="Courier New"/>
              </a:rPr>
              <a:t> </a:t>
            </a:r>
            <a:r>
              <a:rPr lang="pt-BR" sz="1050">
                <a:solidFill>
                  <a:srgbClr val="AE81FF"/>
                </a:solidFill>
                <a:latin typeface="Courier New"/>
                <a:ea typeface="Courier New"/>
                <a:cs typeface="Courier New"/>
                <a:sym typeface="Courier New"/>
              </a:rPr>
              <a:t>0.10</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a:t>
            </a:r>
            <a:r>
              <a:rPr lang="pt-BR" sz="1050">
                <a:solidFill>
                  <a:srgbClr val="AE81FF"/>
                </a:solidFill>
                <a:latin typeface="Courier New"/>
                <a:ea typeface="Courier New"/>
                <a:cs typeface="Courier New"/>
                <a:sym typeface="Courier New"/>
              </a:rPr>
              <a:t>0</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sp>
        <p:nvSpPr>
          <p:cNvPr id="583" name="Google Shape;583;g3e16a03eb46_0_214"/>
          <p:cNvSpPr txBox="1"/>
          <p:nvPr/>
        </p:nvSpPr>
        <p:spPr>
          <a:xfrm>
            <a:off x="6270050" y="2178400"/>
            <a:ext cx="2357100" cy="1324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t-BR" sz="1800">
                <a:solidFill>
                  <a:schemeClr val="lt1"/>
                </a:solidFill>
                <a:latin typeface="Anaheim"/>
                <a:ea typeface="Anaheim"/>
                <a:cs typeface="Anaheim"/>
                <a:sym typeface="Anaheim"/>
              </a:rPr>
              <a:t>Quais problemas podem ser identificados nessa classe?</a:t>
            </a:r>
            <a:endParaRPr sz="1800">
              <a:solidFill>
                <a:schemeClr val="lt1"/>
              </a:solidFill>
              <a:latin typeface="Anaheim"/>
              <a:ea typeface="Anaheim"/>
              <a:cs typeface="Anaheim"/>
              <a:sym typeface="Anaheim"/>
            </a:endParaRPr>
          </a:p>
        </p:txBody>
      </p:sp>
      <p:pic>
        <p:nvPicPr>
          <p:cNvPr id="584" name="Google Shape;584;g3e16a03eb46_0_214" title="meme-drake-naoquero.jpg"/>
          <p:cNvPicPr preferRelativeResize="0"/>
          <p:nvPr/>
        </p:nvPicPr>
        <p:blipFill>
          <a:blip r:embed="rId3">
            <a:alphaModFix/>
          </a:blip>
          <a:stretch>
            <a:fillRect/>
          </a:stretch>
        </p:blipFill>
        <p:spPr>
          <a:xfrm>
            <a:off x="8156934" y="4170675"/>
            <a:ext cx="867313" cy="8598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8" name="Shape 588"/>
        <p:cNvGrpSpPr/>
        <p:nvPr/>
      </p:nvGrpSpPr>
      <p:grpSpPr>
        <a:xfrm>
          <a:off x="0" y="0"/>
          <a:ext cx="0" cy="0"/>
          <a:chOff x="0" y="0"/>
          <a:chExt cx="0" cy="0"/>
        </a:xfrm>
      </p:grpSpPr>
      <p:sp>
        <p:nvSpPr>
          <p:cNvPr id="589" name="Google Shape;589;g3e16a03eb46_0_229"/>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Neste exemplo, usamos estruturas condicionais para determinar comportamentos diferentes. Caso uma nova opção de desconto entre em vigor, precisaremos modificar a classe para adicionar uma nova verificação </a:t>
            </a:r>
            <a:r>
              <a:rPr b="1" lang="pt-BR"/>
              <a:t>if/else</a:t>
            </a:r>
            <a:r>
              <a:rPr lang="pt-BR"/>
              <a:t> dentro do código, ferindo assim o princípio.</a:t>
            </a:r>
            <a:endParaRPr/>
          </a:p>
        </p:txBody>
      </p:sp>
      <p:sp>
        <p:nvSpPr>
          <p:cNvPr id="590" name="Google Shape;590;g3e16a03eb46_0_229"/>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PROBLEMA</a:t>
            </a:r>
            <a:endParaRPr sz="25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4" name="Shape 594"/>
        <p:cNvGrpSpPr/>
        <p:nvPr/>
      </p:nvGrpSpPr>
      <p:grpSpPr>
        <a:xfrm>
          <a:off x="0" y="0"/>
          <a:ext cx="0" cy="0"/>
          <a:chOff x="0" y="0"/>
          <a:chExt cx="0" cy="0"/>
        </a:xfrm>
      </p:grpSpPr>
      <p:sp>
        <p:nvSpPr>
          <p:cNvPr id="595" name="Google Shape;595;g3e16a03eb46_0_246"/>
          <p:cNvSpPr/>
          <p:nvPr/>
        </p:nvSpPr>
        <p:spPr>
          <a:xfrm>
            <a:off x="4424700" y="1830750"/>
            <a:ext cx="4600500" cy="14427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596" name="Google Shape;596;g3e16a03eb46_0_246"/>
          <p:cNvSpPr/>
          <p:nvPr/>
        </p:nvSpPr>
        <p:spPr>
          <a:xfrm>
            <a:off x="269475" y="1049250"/>
            <a:ext cx="4036500" cy="38946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597" name="Google Shape;597;g3e16a03eb46_0_246"/>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598" name="Google Shape;598;g3e16a03eb46_0_246"/>
          <p:cNvSpPr txBox="1"/>
          <p:nvPr/>
        </p:nvSpPr>
        <p:spPr>
          <a:xfrm>
            <a:off x="269479" y="1049250"/>
            <a:ext cx="3162000" cy="7815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Desconto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calcular</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valor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sp>
        <p:nvSpPr>
          <p:cNvPr id="599" name="Google Shape;599;g3e16a03eb46_0_246"/>
          <p:cNvSpPr txBox="1"/>
          <p:nvPr/>
        </p:nvSpPr>
        <p:spPr>
          <a:xfrm>
            <a:off x="269479" y="1964575"/>
            <a:ext cx="4086300" cy="29793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DescontoComum</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implements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Desconto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calcular</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valor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valor </a:t>
            </a:r>
            <a:r>
              <a:rPr lang="pt-BR" sz="1050">
                <a:solidFill>
                  <a:srgbClr val="F92672"/>
                </a:solidFill>
                <a:latin typeface="Courier New"/>
                <a:ea typeface="Courier New"/>
                <a:cs typeface="Courier New"/>
                <a:sym typeface="Courier New"/>
              </a:rPr>
              <a:t>*</a:t>
            </a:r>
            <a:r>
              <a:rPr lang="pt-BR" sz="1050">
                <a:solidFill>
                  <a:srgbClr val="F8F8F2"/>
                </a:solidFill>
                <a:latin typeface="Courier New"/>
                <a:ea typeface="Courier New"/>
                <a:cs typeface="Courier New"/>
                <a:sym typeface="Courier New"/>
              </a:rPr>
              <a:t> </a:t>
            </a:r>
            <a:r>
              <a:rPr lang="pt-BR" sz="1050">
                <a:solidFill>
                  <a:srgbClr val="AE81FF"/>
                </a:solidFill>
                <a:latin typeface="Courier New"/>
                <a:ea typeface="Courier New"/>
                <a:cs typeface="Courier New"/>
                <a:sym typeface="Courier New"/>
              </a:rPr>
              <a:t>0.05</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DescontoVip</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implements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Desconto</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calcular</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double</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valor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return</a:t>
            </a:r>
            <a:r>
              <a:rPr lang="pt-BR" sz="1050">
                <a:solidFill>
                  <a:srgbClr val="F8F8F2"/>
                </a:solidFill>
                <a:latin typeface="Courier New"/>
                <a:ea typeface="Courier New"/>
                <a:cs typeface="Courier New"/>
                <a:sym typeface="Courier New"/>
              </a:rPr>
              <a:t> valor </a:t>
            </a:r>
            <a:r>
              <a:rPr lang="pt-BR" sz="1050">
                <a:solidFill>
                  <a:srgbClr val="F92672"/>
                </a:solidFill>
                <a:latin typeface="Courier New"/>
                <a:ea typeface="Courier New"/>
                <a:cs typeface="Courier New"/>
                <a:sym typeface="Courier New"/>
              </a:rPr>
              <a:t>*</a:t>
            </a:r>
            <a:r>
              <a:rPr lang="pt-BR" sz="1050">
                <a:solidFill>
                  <a:srgbClr val="F8F8F2"/>
                </a:solidFill>
                <a:latin typeface="Courier New"/>
                <a:ea typeface="Courier New"/>
                <a:cs typeface="Courier New"/>
                <a:sym typeface="Courier New"/>
              </a:rPr>
              <a:t> </a:t>
            </a:r>
            <a:r>
              <a:rPr lang="pt-BR" sz="1050">
                <a:solidFill>
                  <a:srgbClr val="AE81FF"/>
                </a:solidFill>
                <a:latin typeface="Courier New"/>
                <a:ea typeface="Courier New"/>
                <a:cs typeface="Courier New"/>
                <a:sym typeface="Courier New"/>
              </a:rPr>
              <a:t>0.10</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pic>
        <p:nvPicPr>
          <p:cNvPr id="600" name="Google Shape;600;g3e16a03eb46_0_246"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
        <p:nvSpPr>
          <p:cNvPr id="601" name="Google Shape;601;g3e16a03eb46_0_246"/>
          <p:cNvSpPr txBox="1"/>
          <p:nvPr/>
        </p:nvSpPr>
        <p:spPr>
          <a:xfrm>
            <a:off x="4424700" y="1870050"/>
            <a:ext cx="4600500" cy="1403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950">
                <a:solidFill>
                  <a:srgbClr val="F92672"/>
                </a:solidFill>
                <a:latin typeface="Courier New"/>
                <a:ea typeface="Courier New"/>
                <a:cs typeface="Courier New"/>
                <a:sym typeface="Courier New"/>
              </a:rPr>
              <a:t>public</a:t>
            </a:r>
            <a:r>
              <a:rPr lang="pt-BR" sz="950">
                <a:solidFill>
                  <a:srgbClr val="F8F8F2"/>
                </a:solidFill>
                <a:latin typeface="Courier New"/>
                <a:ea typeface="Courier New"/>
                <a:cs typeface="Courier New"/>
                <a:sym typeface="Courier New"/>
              </a:rPr>
              <a:t> </a:t>
            </a:r>
            <a:r>
              <a:rPr lang="pt-BR" sz="950">
                <a:solidFill>
                  <a:srgbClr val="F92672"/>
                </a:solidFill>
                <a:latin typeface="Courier New"/>
                <a:ea typeface="Courier New"/>
                <a:cs typeface="Courier New"/>
                <a:sym typeface="Courier New"/>
              </a:rPr>
              <a:t>class</a:t>
            </a:r>
            <a:r>
              <a:rPr lang="pt-BR" sz="950">
                <a:solidFill>
                  <a:srgbClr val="F8F8F2"/>
                </a:solidFill>
                <a:latin typeface="Courier New"/>
                <a:ea typeface="Courier New"/>
                <a:cs typeface="Courier New"/>
                <a:sym typeface="Courier New"/>
              </a:rPr>
              <a:t> </a:t>
            </a:r>
            <a:r>
              <a:rPr lang="pt-BR" sz="950" u="sng">
                <a:solidFill>
                  <a:srgbClr val="A6E22E"/>
                </a:solidFill>
                <a:latin typeface="Courier New"/>
                <a:ea typeface="Courier New"/>
                <a:cs typeface="Courier New"/>
                <a:sym typeface="Courier New"/>
              </a:rPr>
              <a:t>CalculadoraDesconto</a:t>
            </a:r>
            <a:r>
              <a:rPr lang="pt-BR" sz="950">
                <a:solidFill>
                  <a:srgbClr val="F8F8F2"/>
                </a:solidFill>
                <a:latin typeface="Courier New"/>
                <a:ea typeface="Courier New"/>
                <a:cs typeface="Courier New"/>
                <a:sym typeface="Courier New"/>
              </a:rPr>
              <a:t> {</a:t>
            </a:r>
            <a:endParaRPr sz="9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9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950">
                <a:solidFill>
                  <a:srgbClr val="F8F8F2"/>
                </a:solidFill>
                <a:latin typeface="Courier New"/>
                <a:ea typeface="Courier New"/>
                <a:cs typeface="Courier New"/>
                <a:sym typeface="Courier New"/>
              </a:rPr>
              <a:t>    </a:t>
            </a:r>
            <a:r>
              <a:rPr lang="pt-BR" sz="950">
                <a:solidFill>
                  <a:srgbClr val="F92672"/>
                </a:solidFill>
                <a:latin typeface="Courier New"/>
                <a:ea typeface="Courier New"/>
                <a:cs typeface="Courier New"/>
                <a:sym typeface="Courier New"/>
              </a:rPr>
              <a:t>public</a:t>
            </a:r>
            <a:r>
              <a:rPr lang="pt-BR" sz="950">
                <a:solidFill>
                  <a:srgbClr val="F8F8F2"/>
                </a:solidFill>
                <a:latin typeface="Courier New"/>
                <a:ea typeface="Courier New"/>
                <a:cs typeface="Courier New"/>
                <a:sym typeface="Courier New"/>
              </a:rPr>
              <a:t> </a:t>
            </a:r>
            <a:r>
              <a:rPr i="1" lang="pt-BR" sz="950">
                <a:solidFill>
                  <a:srgbClr val="66D9EF"/>
                </a:solidFill>
                <a:latin typeface="Courier New"/>
                <a:ea typeface="Courier New"/>
                <a:cs typeface="Courier New"/>
                <a:sym typeface="Courier New"/>
              </a:rPr>
              <a:t>double</a:t>
            </a:r>
            <a:r>
              <a:rPr lang="pt-BR" sz="950">
                <a:solidFill>
                  <a:srgbClr val="F8F8F2"/>
                </a:solidFill>
                <a:latin typeface="Courier New"/>
                <a:ea typeface="Courier New"/>
                <a:cs typeface="Courier New"/>
                <a:sym typeface="Courier New"/>
              </a:rPr>
              <a:t> </a:t>
            </a:r>
            <a:r>
              <a:rPr lang="pt-BR" sz="950">
                <a:solidFill>
                  <a:srgbClr val="A6E22E"/>
                </a:solidFill>
                <a:latin typeface="Courier New"/>
                <a:ea typeface="Courier New"/>
                <a:cs typeface="Courier New"/>
                <a:sym typeface="Courier New"/>
              </a:rPr>
              <a:t>calcular</a:t>
            </a:r>
            <a:r>
              <a:rPr lang="pt-BR" sz="950">
                <a:solidFill>
                  <a:srgbClr val="F8F8F2"/>
                </a:solidFill>
                <a:latin typeface="Courier New"/>
                <a:ea typeface="Courier New"/>
                <a:cs typeface="Courier New"/>
                <a:sym typeface="Courier New"/>
              </a:rPr>
              <a:t>(</a:t>
            </a:r>
            <a:r>
              <a:rPr i="1" lang="pt-BR" sz="950">
                <a:solidFill>
                  <a:srgbClr val="66D9EF"/>
                </a:solidFill>
                <a:latin typeface="Courier New"/>
                <a:ea typeface="Courier New"/>
                <a:cs typeface="Courier New"/>
                <a:sym typeface="Courier New"/>
              </a:rPr>
              <a:t>Desconto</a:t>
            </a:r>
            <a:r>
              <a:rPr lang="pt-BR" sz="950">
                <a:solidFill>
                  <a:srgbClr val="F8F8F2"/>
                </a:solidFill>
                <a:latin typeface="Courier New"/>
                <a:ea typeface="Courier New"/>
                <a:cs typeface="Courier New"/>
                <a:sym typeface="Courier New"/>
              </a:rPr>
              <a:t> </a:t>
            </a:r>
            <a:r>
              <a:rPr i="1" lang="pt-BR" sz="950">
                <a:solidFill>
                  <a:srgbClr val="FD971F"/>
                </a:solidFill>
                <a:latin typeface="Courier New"/>
                <a:ea typeface="Courier New"/>
                <a:cs typeface="Courier New"/>
                <a:sym typeface="Courier New"/>
              </a:rPr>
              <a:t>desconto</a:t>
            </a:r>
            <a:r>
              <a:rPr lang="pt-BR" sz="950">
                <a:solidFill>
                  <a:srgbClr val="F8F8F2"/>
                </a:solidFill>
                <a:latin typeface="Courier New"/>
                <a:ea typeface="Courier New"/>
                <a:cs typeface="Courier New"/>
                <a:sym typeface="Courier New"/>
              </a:rPr>
              <a:t>, </a:t>
            </a:r>
            <a:r>
              <a:rPr i="1" lang="pt-BR" sz="950">
                <a:solidFill>
                  <a:srgbClr val="66D9EF"/>
                </a:solidFill>
                <a:latin typeface="Courier New"/>
                <a:ea typeface="Courier New"/>
                <a:cs typeface="Courier New"/>
                <a:sym typeface="Courier New"/>
              </a:rPr>
              <a:t>double</a:t>
            </a:r>
            <a:r>
              <a:rPr lang="pt-BR" sz="950">
                <a:solidFill>
                  <a:srgbClr val="F8F8F2"/>
                </a:solidFill>
                <a:latin typeface="Courier New"/>
                <a:ea typeface="Courier New"/>
                <a:cs typeface="Courier New"/>
                <a:sym typeface="Courier New"/>
              </a:rPr>
              <a:t> </a:t>
            </a:r>
            <a:r>
              <a:rPr i="1" lang="pt-BR" sz="950">
                <a:solidFill>
                  <a:srgbClr val="FD971F"/>
                </a:solidFill>
                <a:latin typeface="Courier New"/>
                <a:ea typeface="Courier New"/>
                <a:cs typeface="Courier New"/>
                <a:sym typeface="Courier New"/>
              </a:rPr>
              <a:t>valor</a:t>
            </a:r>
            <a:r>
              <a:rPr lang="pt-BR" sz="950">
                <a:solidFill>
                  <a:srgbClr val="F8F8F2"/>
                </a:solidFill>
                <a:latin typeface="Courier New"/>
                <a:ea typeface="Courier New"/>
                <a:cs typeface="Courier New"/>
                <a:sym typeface="Courier New"/>
              </a:rPr>
              <a:t>) {</a:t>
            </a:r>
            <a:endParaRPr sz="9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950">
                <a:solidFill>
                  <a:srgbClr val="F8F8F2"/>
                </a:solidFill>
                <a:latin typeface="Courier New"/>
                <a:ea typeface="Courier New"/>
                <a:cs typeface="Courier New"/>
                <a:sym typeface="Courier New"/>
              </a:rPr>
              <a:t>        </a:t>
            </a:r>
            <a:r>
              <a:rPr lang="pt-BR" sz="950">
                <a:solidFill>
                  <a:srgbClr val="F92672"/>
                </a:solidFill>
                <a:latin typeface="Courier New"/>
                <a:ea typeface="Courier New"/>
                <a:cs typeface="Courier New"/>
                <a:sym typeface="Courier New"/>
              </a:rPr>
              <a:t>return</a:t>
            </a:r>
            <a:r>
              <a:rPr lang="pt-BR" sz="950">
                <a:solidFill>
                  <a:srgbClr val="F8F8F2"/>
                </a:solidFill>
                <a:latin typeface="Courier New"/>
                <a:ea typeface="Courier New"/>
                <a:cs typeface="Courier New"/>
                <a:sym typeface="Courier New"/>
              </a:rPr>
              <a:t> desconto.</a:t>
            </a:r>
            <a:r>
              <a:rPr lang="pt-BR" sz="950">
                <a:solidFill>
                  <a:srgbClr val="A6E22E"/>
                </a:solidFill>
                <a:latin typeface="Courier New"/>
                <a:ea typeface="Courier New"/>
                <a:cs typeface="Courier New"/>
                <a:sym typeface="Courier New"/>
              </a:rPr>
              <a:t>calcular</a:t>
            </a:r>
            <a:r>
              <a:rPr lang="pt-BR" sz="950">
                <a:solidFill>
                  <a:srgbClr val="F8F8F2"/>
                </a:solidFill>
                <a:latin typeface="Courier New"/>
                <a:ea typeface="Courier New"/>
                <a:cs typeface="Courier New"/>
                <a:sym typeface="Courier New"/>
              </a:rPr>
              <a:t>(valor);</a:t>
            </a:r>
            <a:endParaRPr sz="9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950">
                <a:solidFill>
                  <a:srgbClr val="F8F8F2"/>
                </a:solidFill>
                <a:latin typeface="Courier New"/>
                <a:ea typeface="Courier New"/>
                <a:cs typeface="Courier New"/>
                <a:sym typeface="Courier New"/>
              </a:rPr>
              <a:t>    }</a:t>
            </a:r>
            <a:endParaRPr sz="9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950">
                <a:solidFill>
                  <a:srgbClr val="F8F8F2"/>
                </a:solidFill>
                <a:latin typeface="Courier New"/>
                <a:ea typeface="Courier New"/>
                <a:cs typeface="Courier New"/>
                <a:sym typeface="Courier New"/>
              </a:rPr>
              <a:t>}</a:t>
            </a:r>
            <a:endParaRPr sz="950">
              <a:solidFill>
                <a:srgbClr val="F92672"/>
              </a:solidFill>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5" name="Shape 605"/>
        <p:cNvGrpSpPr/>
        <p:nvPr/>
      </p:nvGrpSpPr>
      <p:grpSpPr>
        <a:xfrm>
          <a:off x="0" y="0"/>
          <a:ext cx="0" cy="0"/>
          <a:chOff x="0" y="0"/>
          <a:chExt cx="0" cy="0"/>
        </a:xfrm>
      </p:grpSpPr>
      <p:sp>
        <p:nvSpPr>
          <p:cNvPr id="606" name="Google Shape;606;g3e16a03eb46_0_254"/>
          <p:cNvSpPr txBox="1"/>
          <p:nvPr>
            <p:ph idx="1" type="body"/>
          </p:nvPr>
        </p:nvSpPr>
        <p:spPr>
          <a:xfrm>
            <a:off x="4579525" y="2540600"/>
            <a:ext cx="3932700" cy="2373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Usamos uma interface para padronizar a operação de calcular um desconto. Em seguida, implementamos as classes que conterão a lógica de cálculo de desconto para cada cenário, e repassamos a operação para a calculadora. Dessa forma, para adicionar um novo cenário de desconto, basta implementar uma nova classe que obedeça a mesma interface.</a:t>
            </a:r>
            <a:endParaRPr/>
          </a:p>
        </p:txBody>
      </p:sp>
      <p:sp>
        <p:nvSpPr>
          <p:cNvPr id="607" name="Google Shape;607;g3e16a03eb46_0_254"/>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SOLUÇÃO</a:t>
            </a:r>
            <a:endParaRPr sz="2500"/>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g3e16a03eb46_0_259"/>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Extensibilidade</a:t>
            </a:r>
            <a:endParaRPr/>
          </a:p>
          <a:p>
            <a:pPr indent="-330200" lvl="0" marL="457200" rtl="0" algn="just">
              <a:lnSpc>
                <a:spcPct val="100000"/>
              </a:lnSpc>
              <a:spcBef>
                <a:spcPts val="0"/>
              </a:spcBef>
              <a:spcAft>
                <a:spcPts val="0"/>
              </a:spcAft>
              <a:buSzPts val="1600"/>
              <a:buChar char="-"/>
            </a:pPr>
            <a:r>
              <a:rPr lang="pt-BR"/>
              <a:t>Menos risco de quebrar código</a:t>
            </a:r>
            <a:endParaRPr/>
          </a:p>
          <a:p>
            <a:pPr indent="-330200" lvl="0" marL="457200" rtl="0" algn="just">
              <a:lnSpc>
                <a:spcPct val="100000"/>
              </a:lnSpc>
              <a:spcBef>
                <a:spcPts val="0"/>
              </a:spcBef>
              <a:spcAft>
                <a:spcPts val="0"/>
              </a:spcAft>
              <a:buSzPts val="1600"/>
              <a:buChar char="-"/>
            </a:pPr>
            <a:r>
              <a:rPr lang="pt-BR"/>
              <a:t>Melhor manutenção</a:t>
            </a:r>
            <a:endParaRPr/>
          </a:p>
          <a:p>
            <a:pPr indent="-330200" lvl="0" marL="457200" rtl="0" algn="just">
              <a:lnSpc>
                <a:spcPct val="100000"/>
              </a:lnSpc>
              <a:spcBef>
                <a:spcPts val="0"/>
              </a:spcBef>
              <a:spcAft>
                <a:spcPts val="0"/>
              </a:spcAft>
              <a:buSzPts val="1600"/>
              <a:buChar char="-"/>
            </a:pPr>
            <a:r>
              <a:rPr lang="pt-BR"/>
              <a:t>Sem utilização de condicionais dentro da lógica de negócio</a:t>
            </a:r>
            <a:endParaRPr/>
          </a:p>
        </p:txBody>
      </p:sp>
      <p:sp>
        <p:nvSpPr>
          <p:cNvPr id="613" name="Google Shape;613;g3e16a03eb46_0_259"/>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BENEFÍCIOS</a:t>
            </a:r>
            <a:endParaRPr sz="25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g3e16a03eb46_0_264"/>
          <p:cNvSpPr txBox="1"/>
          <p:nvPr>
            <p:ph idx="1" type="body"/>
          </p:nvPr>
        </p:nvSpPr>
        <p:spPr>
          <a:xfrm>
            <a:off x="4401425" y="1997200"/>
            <a:ext cx="4187100" cy="25512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Crie um sistema de frete para envio de compras on-line. Os fretes poderão ser feitos via </a:t>
            </a:r>
            <a:r>
              <a:rPr b="1" lang="pt-BR"/>
              <a:t>Sedex</a:t>
            </a:r>
            <a:r>
              <a:rPr lang="pt-BR"/>
              <a:t>, </a:t>
            </a:r>
            <a:r>
              <a:rPr b="1" lang="pt-BR"/>
              <a:t>PAC</a:t>
            </a:r>
            <a:r>
              <a:rPr lang="pt-BR"/>
              <a:t> ou </a:t>
            </a:r>
            <a:r>
              <a:rPr b="1" lang="pt-BR"/>
              <a:t>transportadora</a:t>
            </a:r>
            <a:r>
              <a:rPr lang="pt-BR"/>
              <a:t>, onde cada modalidade possui suas regras, datas possíveis de entrega e valores aplicados ao frete. Implemente essa dinâmica sem o uso de estruturas condicionais na lógica principal.</a:t>
            </a:r>
            <a:endParaRPr/>
          </a:p>
        </p:txBody>
      </p:sp>
      <p:sp>
        <p:nvSpPr>
          <p:cNvPr id="619" name="Google Shape;619;g3e16a03eb46_0_264"/>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620" name="Google Shape;620;g3e16a03eb46_0_264"/>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g3e16a03eb46_0_264"/>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2" name="Google Shape;622;g3e16a03eb46_0_264"/>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23" name="Google Shape;623;g3e16a03eb46_0_264"/>
          <p:cNvPicPr preferRelativeResize="0"/>
          <p:nvPr/>
        </p:nvPicPr>
        <p:blipFill rotWithShape="1">
          <a:blip r:embed="rId3">
            <a:alphaModFix/>
          </a:blip>
          <a:srcRect b="0" l="24517" r="0" t="0"/>
          <a:stretch/>
        </p:blipFill>
        <p:spPr>
          <a:xfrm>
            <a:off x="0" y="1596176"/>
            <a:ext cx="3224400" cy="25511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g3e16a03eb46_0_82"/>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b="1" lang="pt-BR"/>
              <a:t>Conceito</a:t>
            </a:r>
            <a:r>
              <a:rPr lang="pt-BR"/>
              <a:t>: Objetos derivados devem poder substituir objetos de classe base sem quebrar o comportamento esperado.</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Aqui, uma classe não deve apenas herdar os métodos da classe ancestral, mas também respeitar rigorosamente o comportamento esperado por quem consome a classe base.</a:t>
            </a:r>
            <a:endParaRPr/>
          </a:p>
        </p:txBody>
      </p:sp>
      <p:sp>
        <p:nvSpPr>
          <p:cNvPr id="629" name="Google Shape;629;g3e16a03eb46_0_82"/>
          <p:cNvSpPr txBox="1"/>
          <p:nvPr>
            <p:ph type="title"/>
          </p:nvPr>
        </p:nvSpPr>
        <p:spPr>
          <a:xfrm>
            <a:off x="3876150" y="1323800"/>
            <a:ext cx="47427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600"/>
              <a:t>SUBSTITUIÇÃO DE LISKOV</a:t>
            </a:r>
            <a:endParaRPr sz="2600"/>
          </a:p>
        </p:txBody>
      </p:sp>
      <p:sp>
        <p:nvSpPr>
          <p:cNvPr id="630" name="Google Shape;630;g3e16a03eb46_0_82"/>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1" name="Google Shape;631;g3e16a03eb46_0_82"/>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g3e16a03eb46_0_82"/>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33" name="Google Shape;633;g3e16a03eb46_0_82" title="substituicao-liskov.gif"/>
          <p:cNvPicPr preferRelativeResize="0"/>
          <p:nvPr/>
        </p:nvPicPr>
        <p:blipFill rotWithShape="1">
          <a:blip r:embed="rId3">
            <a:alphaModFix/>
          </a:blip>
          <a:srcRect b="0" l="14035" r="17636" t="0"/>
          <a:stretch/>
        </p:blipFill>
        <p:spPr>
          <a:xfrm>
            <a:off x="31050" y="1510400"/>
            <a:ext cx="3162307" cy="260340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g3e16a03eb46_0_274"/>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Quando uma subclasse quebra as expectativas da classe ancestral, o design de software falha de formas perigosas:</a:t>
            </a:r>
            <a:endParaRPr/>
          </a:p>
          <a:p>
            <a:pPr indent="0" lvl="0" marL="0" rtl="0" algn="just">
              <a:lnSpc>
                <a:spcPct val="100000"/>
              </a:lnSpc>
              <a:spcBef>
                <a:spcPts val="0"/>
              </a:spcBef>
              <a:spcAft>
                <a:spcPts val="0"/>
              </a:spcAft>
              <a:buNone/>
            </a:pPr>
            <a:r>
              <a:t/>
            </a:r>
            <a:endParaRPr/>
          </a:p>
          <a:p>
            <a:pPr indent="-330200" lvl="0" marL="457200" rtl="0" algn="just">
              <a:lnSpc>
                <a:spcPct val="100000"/>
              </a:lnSpc>
              <a:spcBef>
                <a:spcPts val="0"/>
              </a:spcBef>
              <a:spcAft>
                <a:spcPts val="0"/>
              </a:spcAft>
              <a:buSzPts val="1600"/>
              <a:buChar char="-"/>
            </a:pPr>
            <a:r>
              <a:rPr lang="pt-BR"/>
              <a:t>Exceções inesperadas</a:t>
            </a:r>
            <a:endParaRPr/>
          </a:p>
          <a:p>
            <a:pPr indent="-330200" lvl="0" marL="457200" rtl="0" algn="just">
              <a:lnSpc>
                <a:spcPct val="100000"/>
              </a:lnSpc>
              <a:spcBef>
                <a:spcPts val="0"/>
              </a:spcBef>
              <a:spcAft>
                <a:spcPts val="0"/>
              </a:spcAft>
              <a:buSzPts val="1600"/>
              <a:buChar char="-"/>
            </a:pPr>
            <a:r>
              <a:rPr lang="pt-BR"/>
              <a:t>Gambiarras no código</a:t>
            </a:r>
            <a:endParaRPr/>
          </a:p>
          <a:p>
            <a:pPr indent="-330200" lvl="0" marL="457200" rtl="0" algn="just">
              <a:lnSpc>
                <a:spcPct val="100000"/>
              </a:lnSpc>
              <a:spcBef>
                <a:spcPts val="0"/>
              </a:spcBef>
              <a:spcAft>
                <a:spcPts val="0"/>
              </a:spcAft>
              <a:buSzPts val="1600"/>
              <a:buChar char="-"/>
            </a:pPr>
            <a:r>
              <a:rPr lang="pt-BR"/>
              <a:t>Comportamento imprevisível</a:t>
            </a:r>
            <a:endParaRPr/>
          </a:p>
        </p:txBody>
      </p:sp>
      <p:sp>
        <p:nvSpPr>
          <p:cNvPr id="639" name="Google Shape;639;g3e16a03eb46_0_274"/>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CENÁRIO</a:t>
            </a:r>
            <a:endParaRPr sz="25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g3e16a03eb46_0_279"/>
          <p:cNvSpPr txBox="1"/>
          <p:nvPr/>
        </p:nvSpPr>
        <p:spPr>
          <a:xfrm>
            <a:off x="1926950" y="1610100"/>
            <a:ext cx="7092600" cy="19233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Exceções inesperadas</a:t>
            </a:r>
            <a:r>
              <a:rPr lang="pt-BR" sz="1800">
                <a:solidFill>
                  <a:schemeClr val="lt1"/>
                </a:solidFill>
                <a:latin typeface="Anaheim"/>
                <a:ea typeface="Anaheim"/>
                <a:cs typeface="Anaheim"/>
                <a:sym typeface="Anaheim"/>
              </a:rPr>
              <a:t>: Métodos herdados lançam erros de “Não implementado” por não fazerem sentido na subclasse</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Gambiarras no código</a:t>
            </a:r>
            <a:r>
              <a:rPr lang="pt-BR" sz="1800">
                <a:solidFill>
                  <a:schemeClr val="lt1"/>
                </a:solidFill>
                <a:latin typeface="Anaheim"/>
                <a:ea typeface="Anaheim"/>
                <a:cs typeface="Anaheim"/>
                <a:sym typeface="Anaheim"/>
              </a:rPr>
              <a:t>: O sistema se enche de verificações de tipos (</a:t>
            </a:r>
            <a:r>
              <a:rPr b="1" lang="pt-BR" sz="1800">
                <a:solidFill>
                  <a:schemeClr val="lt1"/>
                </a:solidFill>
                <a:latin typeface="Anaheim"/>
                <a:ea typeface="Anaheim"/>
                <a:cs typeface="Anaheim"/>
                <a:sym typeface="Anaheim"/>
              </a:rPr>
              <a:t>instanceof</a:t>
            </a:r>
            <a:r>
              <a:rPr lang="pt-BR" sz="1800">
                <a:solidFill>
                  <a:schemeClr val="lt1"/>
                </a:solidFill>
                <a:latin typeface="Anaheim"/>
                <a:ea typeface="Anaheim"/>
                <a:cs typeface="Anaheim"/>
                <a:sym typeface="Anaheim"/>
              </a:rPr>
              <a:t>, </a:t>
            </a:r>
            <a:r>
              <a:rPr b="1" lang="pt-BR" sz="1800">
                <a:solidFill>
                  <a:schemeClr val="lt1"/>
                </a:solidFill>
                <a:latin typeface="Anaheim"/>
                <a:ea typeface="Anaheim"/>
                <a:cs typeface="Anaheim"/>
                <a:sym typeface="Anaheim"/>
              </a:rPr>
              <a:t>typeof</a:t>
            </a:r>
            <a:r>
              <a:rPr lang="pt-BR" sz="1800">
                <a:solidFill>
                  <a:schemeClr val="lt1"/>
                </a:solidFill>
                <a:latin typeface="Anaheim"/>
                <a:ea typeface="Anaheim"/>
                <a:cs typeface="Anaheim"/>
                <a:sym typeface="Anaheim"/>
              </a:rPr>
              <a:t> etc) para evitar erros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Comportamento imprevisível</a:t>
            </a:r>
            <a:r>
              <a:rPr lang="pt-BR" sz="1800">
                <a:solidFill>
                  <a:schemeClr val="lt1"/>
                </a:solidFill>
                <a:latin typeface="Anaheim"/>
                <a:ea typeface="Anaheim"/>
                <a:cs typeface="Anaheim"/>
                <a:sym typeface="Anaheim"/>
              </a:rPr>
              <a:t>: O programa passa a se comportar de forma errada dependendo do objeto recebido</a:t>
            </a:r>
            <a:endParaRPr sz="1800">
              <a:solidFill>
                <a:schemeClr val="lt1"/>
              </a:solidFill>
              <a:latin typeface="Anaheim"/>
              <a:ea typeface="Anaheim"/>
              <a:cs typeface="Anaheim"/>
              <a:sym typeface="Anaheim"/>
            </a:endParaRPr>
          </a:p>
        </p:txBody>
      </p:sp>
      <p:sp>
        <p:nvSpPr>
          <p:cNvPr id="645" name="Google Shape;645;g3e16a03eb46_0_279"/>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PROBLEMAS</a:t>
            </a:r>
            <a:endParaRPr/>
          </a:p>
        </p:txBody>
      </p:sp>
      <p:pic>
        <p:nvPicPr>
          <p:cNvPr id="646" name="Google Shape;646;g3e16a03eb46_0_279"/>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647" name="Google Shape;647;g3e16a03eb46_0_279"/>
          <p:cNvGrpSpPr/>
          <p:nvPr/>
        </p:nvGrpSpPr>
        <p:grpSpPr>
          <a:xfrm>
            <a:off x="1223348" y="4553184"/>
            <a:ext cx="1015032" cy="325196"/>
            <a:chOff x="1156673" y="4600809"/>
            <a:chExt cx="1015032" cy="325196"/>
          </a:xfrm>
        </p:grpSpPr>
        <p:sp>
          <p:nvSpPr>
            <p:cNvPr id="648" name="Google Shape;648;g3e16a03eb46_0_279"/>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9" name="Google Shape;649;g3e16a03eb46_0_279"/>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0" name="Google Shape;650;g3e16a03eb46_0_279"/>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1" name="Google Shape;651;g3e16a03eb46_0_279"/>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2" name="Google Shape;652;g3e16a03eb46_0_279"/>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g3e16a03eb46_0_291"/>
          <p:cNvSpPr/>
          <p:nvPr/>
        </p:nvSpPr>
        <p:spPr>
          <a:xfrm>
            <a:off x="187875" y="1012200"/>
            <a:ext cx="5751300" cy="4018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658" name="Google Shape;658;g3e16a03eb46_0_291"/>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659" name="Google Shape;659;g3e16a03eb46_0_291"/>
          <p:cNvSpPr txBox="1"/>
          <p:nvPr/>
        </p:nvSpPr>
        <p:spPr>
          <a:xfrm>
            <a:off x="229750" y="1012200"/>
            <a:ext cx="5751300" cy="4018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Ave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comer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"Alpiste? Isso é comida pra passarinho!"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voar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"Voando fortemente..."</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Pinguim</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extends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Ave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Override</a:t>
            </a:r>
            <a:endParaRPr i="1" sz="1050">
              <a:solidFill>
                <a:srgbClr val="66D9EF"/>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voar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throw</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new</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UnsupportedOperationException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"Pinguim não voa."</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p:txBody>
      </p:sp>
      <p:sp>
        <p:nvSpPr>
          <p:cNvPr id="660" name="Google Shape;660;g3e16a03eb46_0_291"/>
          <p:cNvSpPr txBox="1"/>
          <p:nvPr/>
        </p:nvSpPr>
        <p:spPr>
          <a:xfrm>
            <a:off x="6270050" y="2178400"/>
            <a:ext cx="2357100" cy="1324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t-BR" sz="1800">
                <a:solidFill>
                  <a:schemeClr val="lt1"/>
                </a:solidFill>
                <a:latin typeface="Anaheim"/>
                <a:ea typeface="Anaheim"/>
                <a:cs typeface="Anaheim"/>
                <a:sym typeface="Anaheim"/>
              </a:rPr>
              <a:t>Quais problemas podem ser identificados nessa classe?</a:t>
            </a:r>
            <a:endParaRPr sz="1800">
              <a:solidFill>
                <a:schemeClr val="lt1"/>
              </a:solidFill>
              <a:latin typeface="Anaheim"/>
              <a:ea typeface="Anaheim"/>
              <a:cs typeface="Anaheim"/>
              <a:sym typeface="Anaheim"/>
            </a:endParaRPr>
          </a:p>
        </p:txBody>
      </p:sp>
      <p:pic>
        <p:nvPicPr>
          <p:cNvPr id="661" name="Google Shape;661;g3e16a03eb46_0_291" title="meme-drake-naoquero.jpg"/>
          <p:cNvPicPr preferRelativeResize="0"/>
          <p:nvPr/>
        </p:nvPicPr>
        <p:blipFill>
          <a:blip r:embed="rId3">
            <a:alphaModFix/>
          </a:blip>
          <a:stretch>
            <a:fillRect/>
          </a:stretch>
        </p:blipFill>
        <p:spPr>
          <a:xfrm>
            <a:off x="8156934" y="4170675"/>
            <a:ext cx="867313" cy="85980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g3e16a03eb46_0_299"/>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Neste cenário, temos uma situação em que a utilização de um objeto derivado específico causa inconsistências no sistema. É esperado que uma ave seja capaz de voar, mas um pinguim é uma ave que não voa. Utilizar a herança dessa forma fere o princípio, e devemos contornar isso.</a:t>
            </a:r>
            <a:endParaRPr/>
          </a:p>
        </p:txBody>
      </p:sp>
      <p:sp>
        <p:nvSpPr>
          <p:cNvPr id="667" name="Google Shape;667;g3e16a03eb46_0_299"/>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PROBLEMA</a:t>
            </a:r>
            <a:endParaRPr sz="2500"/>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1" name="Shape 671"/>
        <p:cNvGrpSpPr/>
        <p:nvPr/>
      </p:nvGrpSpPr>
      <p:grpSpPr>
        <a:xfrm>
          <a:off x="0" y="0"/>
          <a:ext cx="0" cy="0"/>
          <a:chOff x="0" y="0"/>
          <a:chExt cx="0" cy="0"/>
        </a:xfrm>
      </p:grpSpPr>
      <p:sp>
        <p:nvSpPr>
          <p:cNvPr id="672" name="Google Shape;672;g3e16a03eb46_0_304"/>
          <p:cNvSpPr/>
          <p:nvPr/>
        </p:nvSpPr>
        <p:spPr>
          <a:xfrm>
            <a:off x="1523550" y="1184250"/>
            <a:ext cx="5880300" cy="28773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673" name="Google Shape;673;g3e16a03eb46_0_304"/>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674" name="Google Shape;674;g3e16a03eb46_0_304"/>
          <p:cNvSpPr txBox="1"/>
          <p:nvPr/>
        </p:nvSpPr>
        <p:spPr>
          <a:xfrm>
            <a:off x="1523550" y="1184250"/>
            <a:ext cx="6096900" cy="27750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abstract</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Ave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comer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"Alpiste? Isso é comida pra passarinho!"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AveVoadora</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voar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pic>
        <p:nvPicPr>
          <p:cNvPr id="675" name="Google Shape;675;g3e16a03eb46_0_304"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sp>
        <p:nvSpPr>
          <p:cNvPr id="680" name="Google Shape;680;g3e16a03eb46_0_315"/>
          <p:cNvSpPr/>
          <p:nvPr/>
        </p:nvSpPr>
        <p:spPr>
          <a:xfrm>
            <a:off x="1736850" y="1180500"/>
            <a:ext cx="5619600" cy="34200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681" name="Google Shape;681;g3e16a03eb46_0_31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682" name="Google Shape;682;g3e16a03eb46_0_315"/>
          <p:cNvSpPr txBox="1"/>
          <p:nvPr/>
        </p:nvSpPr>
        <p:spPr>
          <a:xfrm>
            <a:off x="1787400" y="1184250"/>
            <a:ext cx="5569200" cy="34923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BemTeVi</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extends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Ave</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implements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AveVoadora</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voar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"Voando até um fio de alta tensão..."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Pinguim</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extends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Ave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DocumentarioDiscovery</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filmarReinoAnimal</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AveVoadora</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ave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ave.</a:t>
            </a:r>
            <a:r>
              <a:rPr lang="pt-BR" sz="1050">
                <a:solidFill>
                  <a:srgbClr val="A6E22E"/>
                </a:solidFill>
                <a:latin typeface="Courier New"/>
                <a:ea typeface="Courier New"/>
                <a:cs typeface="Courier New"/>
                <a:sym typeface="Courier New"/>
              </a:rPr>
              <a:t>voar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pic>
        <p:nvPicPr>
          <p:cNvPr id="683" name="Google Shape;683;g3e16a03eb46_0_315"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g3e16a03eb46_0_322"/>
          <p:cNvSpPr txBox="1"/>
          <p:nvPr>
            <p:ph idx="1" type="body"/>
          </p:nvPr>
        </p:nvSpPr>
        <p:spPr>
          <a:xfrm>
            <a:off x="4579525" y="2540600"/>
            <a:ext cx="3932700" cy="2373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A solução gira em torno de entender a diferença entre herança e reutilização automática. Herança deve ser utilizada quando queremos definir uma relação “é um” explícita, e essa relação exige que os comportamentos da subclasse sejam compatíveis com a classe ancestral.</a:t>
            </a:r>
            <a:endParaRPr/>
          </a:p>
        </p:txBody>
      </p:sp>
      <p:sp>
        <p:nvSpPr>
          <p:cNvPr id="689" name="Google Shape;689;g3e16a03eb46_0_322"/>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SOLUÇÃO</a:t>
            </a:r>
            <a:endParaRPr sz="25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g3e16a03eb46_0_327"/>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Polimorfismo real</a:t>
            </a:r>
            <a:endParaRPr/>
          </a:p>
          <a:p>
            <a:pPr indent="-330200" lvl="0" marL="457200" rtl="0" algn="just">
              <a:lnSpc>
                <a:spcPct val="100000"/>
              </a:lnSpc>
              <a:spcBef>
                <a:spcPts val="0"/>
              </a:spcBef>
              <a:spcAft>
                <a:spcPts val="0"/>
              </a:spcAft>
              <a:buSzPts val="1600"/>
              <a:buChar char="-"/>
            </a:pPr>
            <a:r>
              <a:rPr lang="pt-BR"/>
              <a:t>Previsibilidade total</a:t>
            </a:r>
            <a:endParaRPr/>
          </a:p>
          <a:p>
            <a:pPr indent="-330200" lvl="0" marL="457200" rtl="0" algn="just">
              <a:lnSpc>
                <a:spcPct val="100000"/>
              </a:lnSpc>
              <a:spcBef>
                <a:spcPts val="0"/>
              </a:spcBef>
              <a:spcAft>
                <a:spcPts val="0"/>
              </a:spcAft>
              <a:buSzPts val="1600"/>
              <a:buChar char="-"/>
            </a:pPr>
            <a:r>
              <a:rPr lang="pt-BR"/>
              <a:t>Código mais limpo</a:t>
            </a:r>
            <a:endParaRPr/>
          </a:p>
        </p:txBody>
      </p:sp>
      <p:sp>
        <p:nvSpPr>
          <p:cNvPr id="695" name="Google Shape;695;g3e16a03eb46_0_327"/>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BENEFÍCIOS</a:t>
            </a:r>
            <a:endParaRPr sz="25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g3e16a03eb46_0_332"/>
          <p:cNvSpPr txBox="1"/>
          <p:nvPr>
            <p:ph idx="1" type="body"/>
          </p:nvPr>
        </p:nvSpPr>
        <p:spPr>
          <a:xfrm>
            <a:off x="4401425" y="1997200"/>
            <a:ext cx="4187100" cy="2766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Modele um sistema de gestão de RH, onde informações sobre funcionários, tais como salários, benefícios, férias etc. Nessa empresa, existem contratações na modalidade CLT e na modalidade freelancer. Todos os funcionários da empresa possuem benefícios previstos, exceto funcionários freelancer.</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Implemente esse sistema.</a:t>
            </a:r>
            <a:endParaRPr/>
          </a:p>
        </p:txBody>
      </p:sp>
      <p:sp>
        <p:nvSpPr>
          <p:cNvPr id="701" name="Google Shape;701;g3e16a03eb46_0_332"/>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702" name="Google Shape;702;g3e16a03eb46_0_332"/>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3" name="Google Shape;703;g3e16a03eb46_0_332"/>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4" name="Google Shape;704;g3e16a03eb46_0_332"/>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05" name="Google Shape;705;g3e16a03eb46_0_332"/>
          <p:cNvPicPr preferRelativeResize="0"/>
          <p:nvPr/>
        </p:nvPicPr>
        <p:blipFill rotWithShape="1">
          <a:blip r:embed="rId3">
            <a:alphaModFix/>
          </a:blip>
          <a:srcRect b="0" l="8323" r="11728" t="0"/>
          <a:stretch/>
        </p:blipFill>
        <p:spPr>
          <a:xfrm>
            <a:off x="0" y="1614502"/>
            <a:ext cx="3224401" cy="249439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9" name="Shape 709"/>
        <p:cNvGrpSpPr/>
        <p:nvPr/>
      </p:nvGrpSpPr>
      <p:grpSpPr>
        <a:xfrm>
          <a:off x="0" y="0"/>
          <a:ext cx="0" cy="0"/>
          <a:chOff x="0" y="0"/>
          <a:chExt cx="0" cy="0"/>
        </a:xfrm>
      </p:grpSpPr>
      <p:sp>
        <p:nvSpPr>
          <p:cNvPr id="710" name="Google Shape;710;g3e16a03eb46_0_90"/>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b="1" lang="pt-BR"/>
              <a:t>Conceito</a:t>
            </a:r>
            <a:r>
              <a:rPr lang="pt-BR"/>
              <a:t>: Clientes não devem depender de métodos que não utilizam.</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O princípio defende a criação de interfaces pequenas, específicas e focadas em um único contexto de negócio, em vez de criar interfaces genéricas e extensas que acumulam múltiplos comportamentos.</a:t>
            </a:r>
            <a:endParaRPr/>
          </a:p>
        </p:txBody>
      </p:sp>
      <p:sp>
        <p:nvSpPr>
          <p:cNvPr id="711" name="Google Shape;711;g3e16a03eb46_0_90"/>
          <p:cNvSpPr txBox="1"/>
          <p:nvPr>
            <p:ph type="title"/>
          </p:nvPr>
        </p:nvSpPr>
        <p:spPr>
          <a:xfrm>
            <a:off x="3750150" y="1323800"/>
            <a:ext cx="48690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600"/>
              <a:t>SEGREGAÇÃO DE INTERFACE</a:t>
            </a:r>
            <a:endParaRPr sz="2600"/>
          </a:p>
        </p:txBody>
      </p:sp>
      <p:sp>
        <p:nvSpPr>
          <p:cNvPr id="712" name="Google Shape;712;g3e16a03eb46_0_90"/>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g3e16a03eb46_0_90"/>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4" name="Google Shape;714;g3e16a03eb46_0_90"/>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15" name="Google Shape;715;g3e16a03eb46_0_90"/>
          <p:cNvPicPr preferRelativeResize="0"/>
          <p:nvPr/>
        </p:nvPicPr>
        <p:blipFill rotWithShape="1">
          <a:blip r:embed="rId3">
            <a:alphaModFix/>
          </a:blip>
          <a:srcRect b="0" l="3565" r="5269" t="0"/>
          <a:stretch/>
        </p:blipFill>
        <p:spPr>
          <a:xfrm>
            <a:off x="30311" y="1510400"/>
            <a:ext cx="3163790" cy="260340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g3e16a03eb46_0_342"/>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Quando criamos interfaces excessivamente grandes e genéricas (interfaces “gordas”), o design de código sofre consequências negativas:</a:t>
            </a:r>
            <a:endParaRPr/>
          </a:p>
          <a:p>
            <a:pPr indent="0" lvl="0" marL="0" rtl="0" algn="just">
              <a:lnSpc>
                <a:spcPct val="100000"/>
              </a:lnSpc>
              <a:spcBef>
                <a:spcPts val="0"/>
              </a:spcBef>
              <a:spcAft>
                <a:spcPts val="0"/>
              </a:spcAft>
              <a:buNone/>
            </a:pPr>
            <a:r>
              <a:t/>
            </a:r>
            <a:endParaRPr/>
          </a:p>
          <a:p>
            <a:pPr indent="-330200" lvl="0" marL="457200" rtl="0" algn="just">
              <a:lnSpc>
                <a:spcPct val="100000"/>
              </a:lnSpc>
              <a:spcBef>
                <a:spcPts val="0"/>
              </a:spcBef>
              <a:spcAft>
                <a:spcPts val="0"/>
              </a:spcAft>
              <a:buSzPts val="1600"/>
              <a:buChar char="-"/>
            </a:pPr>
            <a:r>
              <a:rPr lang="pt-BR"/>
              <a:t>Dependências inúteis</a:t>
            </a:r>
            <a:endParaRPr/>
          </a:p>
          <a:p>
            <a:pPr indent="-330200" lvl="0" marL="457200" rtl="0" algn="just">
              <a:lnSpc>
                <a:spcPct val="100000"/>
              </a:lnSpc>
              <a:spcBef>
                <a:spcPts val="0"/>
              </a:spcBef>
              <a:spcAft>
                <a:spcPts val="0"/>
              </a:spcAft>
              <a:buSzPts val="1600"/>
              <a:buChar char="-"/>
            </a:pPr>
            <a:r>
              <a:rPr lang="pt-BR"/>
              <a:t>Rigidez no design</a:t>
            </a:r>
            <a:endParaRPr/>
          </a:p>
          <a:p>
            <a:pPr indent="-330200" lvl="0" marL="457200" rtl="0" algn="just">
              <a:lnSpc>
                <a:spcPct val="100000"/>
              </a:lnSpc>
              <a:spcBef>
                <a:spcPts val="0"/>
              </a:spcBef>
              <a:spcAft>
                <a:spcPts val="0"/>
              </a:spcAft>
              <a:buSzPts val="1600"/>
              <a:buChar char="-"/>
            </a:pPr>
            <a:r>
              <a:rPr lang="pt-BR"/>
              <a:t>Desperdício de recursos</a:t>
            </a:r>
            <a:endParaRPr/>
          </a:p>
        </p:txBody>
      </p:sp>
      <p:sp>
        <p:nvSpPr>
          <p:cNvPr id="721" name="Google Shape;721;g3e16a03eb46_0_342"/>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CENÁRIO</a:t>
            </a:r>
            <a:endParaRPr sz="2500"/>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5" name="Shape 725"/>
        <p:cNvGrpSpPr/>
        <p:nvPr/>
      </p:nvGrpSpPr>
      <p:grpSpPr>
        <a:xfrm>
          <a:off x="0" y="0"/>
          <a:ext cx="0" cy="0"/>
          <a:chOff x="0" y="0"/>
          <a:chExt cx="0" cy="0"/>
        </a:xfrm>
      </p:grpSpPr>
      <p:sp>
        <p:nvSpPr>
          <p:cNvPr id="726" name="Google Shape;726;g3e16a03eb46_0_347"/>
          <p:cNvSpPr txBox="1"/>
          <p:nvPr/>
        </p:nvSpPr>
        <p:spPr>
          <a:xfrm>
            <a:off x="1926950" y="1610100"/>
            <a:ext cx="7092600" cy="19233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Dependências inúteis</a:t>
            </a:r>
            <a:r>
              <a:rPr lang="pt-BR" sz="1800">
                <a:solidFill>
                  <a:schemeClr val="lt1"/>
                </a:solidFill>
                <a:latin typeface="Anaheim"/>
                <a:ea typeface="Anaheim"/>
                <a:cs typeface="Anaheim"/>
                <a:sym typeface="Anaheim"/>
              </a:rPr>
              <a:t>: Classes implementam métodos vazios ou lançam exceções apenas para satisfazer o contrato</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Rigidez no design</a:t>
            </a:r>
            <a:r>
              <a:rPr lang="pt-BR" sz="1800">
                <a:solidFill>
                  <a:schemeClr val="lt1"/>
                </a:solidFill>
                <a:latin typeface="Anaheim"/>
                <a:ea typeface="Anaheim"/>
                <a:cs typeface="Anaheim"/>
                <a:sym typeface="Anaheim"/>
              </a:rPr>
              <a:t>: Qualquer alteração em um método de interface obriga a atualização de todas as classes herdadas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Desperdício de recursos</a:t>
            </a:r>
            <a:r>
              <a:rPr lang="pt-BR" sz="1800">
                <a:solidFill>
                  <a:schemeClr val="lt1"/>
                </a:solidFill>
                <a:latin typeface="Anaheim"/>
                <a:ea typeface="Anaheim"/>
                <a:cs typeface="Anaheim"/>
                <a:sym typeface="Anaheim"/>
              </a:rPr>
              <a:t>: Módulos clientes acabam importando e compilando lógicas de que não precisam para funcionar</a:t>
            </a:r>
            <a:endParaRPr sz="1800">
              <a:solidFill>
                <a:schemeClr val="lt1"/>
              </a:solidFill>
              <a:latin typeface="Anaheim"/>
              <a:ea typeface="Anaheim"/>
              <a:cs typeface="Anaheim"/>
              <a:sym typeface="Anaheim"/>
            </a:endParaRPr>
          </a:p>
        </p:txBody>
      </p:sp>
      <p:sp>
        <p:nvSpPr>
          <p:cNvPr id="727" name="Google Shape;727;g3e16a03eb46_0_347"/>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PROBLEMAS</a:t>
            </a:r>
            <a:endParaRPr/>
          </a:p>
        </p:txBody>
      </p:sp>
      <p:pic>
        <p:nvPicPr>
          <p:cNvPr id="728" name="Google Shape;728;g3e16a03eb46_0_347"/>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729" name="Google Shape;729;g3e16a03eb46_0_347"/>
          <p:cNvGrpSpPr/>
          <p:nvPr/>
        </p:nvGrpSpPr>
        <p:grpSpPr>
          <a:xfrm>
            <a:off x="1223348" y="4553184"/>
            <a:ext cx="1015032" cy="325196"/>
            <a:chOff x="1156673" y="4600809"/>
            <a:chExt cx="1015032" cy="325196"/>
          </a:xfrm>
        </p:grpSpPr>
        <p:sp>
          <p:nvSpPr>
            <p:cNvPr id="730" name="Google Shape;730;g3e16a03eb46_0_347"/>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g3e16a03eb46_0_347"/>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2" name="Google Shape;732;g3e16a03eb46_0_347"/>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3" name="Google Shape;733;g3e16a03eb46_0_347"/>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g3e16a03eb46_0_347"/>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8" name="Shape 738"/>
        <p:cNvGrpSpPr/>
        <p:nvPr/>
      </p:nvGrpSpPr>
      <p:grpSpPr>
        <a:xfrm>
          <a:off x="0" y="0"/>
          <a:ext cx="0" cy="0"/>
          <a:chOff x="0" y="0"/>
          <a:chExt cx="0" cy="0"/>
        </a:xfrm>
      </p:grpSpPr>
      <p:sp>
        <p:nvSpPr>
          <p:cNvPr id="739" name="Google Shape;739;g3e16a03eb46_0_371"/>
          <p:cNvSpPr/>
          <p:nvPr/>
        </p:nvSpPr>
        <p:spPr>
          <a:xfrm>
            <a:off x="5699325" y="1200200"/>
            <a:ext cx="2875500" cy="16929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740" name="Google Shape;740;g3e16a03eb46_0_371"/>
          <p:cNvSpPr/>
          <p:nvPr/>
        </p:nvSpPr>
        <p:spPr>
          <a:xfrm>
            <a:off x="276825" y="1453625"/>
            <a:ext cx="4896300" cy="32007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741" name="Google Shape;741;g3e16a03eb46_0_371"/>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742" name="Google Shape;742;g3e16a03eb46_0_371"/>
          <p:cNvSpPr txBox="1"/>
          <p:nvPr/>
        </p:nvSpPr>
        <p:spPr>
          <a:xfrm>
            <a:off x="5699325" y="1192675"/>
            <a:ext cx="2875500" cy="16929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Multifuncional</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imprimir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escanear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copiar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p:txBody>
      </p:sp>
      <p:sp>
        <p:nvSpPr>
          <p:cNvPr id="743" name="Google Shape;743;g3e16a03eb46_0_371"/>
          <p:cNvSpPr txBox="1"/>
          <p:nvPr/>
        </p:nvSpPr>
        <p:spPr>
          <a:xfrm>
            <a:off x="5491800" y="3178950"/>
            <a:ext cx="3364800" cy="771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t-BR" sz="1800">
                <a:solidFill>
                  <a:schemeClr val="lt1"/>
                </a:solidFill>
                <a:latin typeface="Anaheim"/>
                <a:ea typeface="Anaheim"/>
                <a:cs typeface="Anaheim"/>
                <a:sym typeface="Anaheim"/>
              </a:rPr>
              <a:t>Quais problemas podem ser identificados nessa classe?</a:t>
            </a:r>
            <a:endParaRPr sz="1800">
              <a:solidFill>
                <a:schemeClr val="lt1"/>
              </a:solidFill>
              <a:latin typeface="Anaheim"/>
              <a:ea typeface="Anaheim"/>
              <a:cs typeface="Anaheim"/>
              <a:sym typeface="Anaheim"/>
            </a:endParaRPr>
          </a:p>
        </p:txBody>
      </p:sp>
      <p:pic>
        <p:nvPicPr>
          <p:cNvPr id="744" name="Google Shape;744;g3e16a03eb46_0_371" title="meme-drake-naoquero.jpg"/>
          <p:cNvPicPr preferRelativeResize="0"/>
          <p:nvPr/>
        </p:nvPicPr>
        <p:blipFill>
          <a:blip r:embed="rId3">
            <a:alphaModFix/>
          </a:blip>
          <a:stretch>
            <a:fillRect/>
          </a:stretch>
        </p:blipFill>
        <p:spPr>
          <a:xfrm>
            <a:off x="8156934" y="4170675"/>
            <a:ext cx="867313" cy="859800"/>
          </a:xfrm>
          <a:prstGeom prst="rect">
            <a:avLst/>
          </a:prstGeom>
          <a:noFill/>
          <a:ln>
            <a:noFill/>
          </a:ln>
        </p:spPr>
      </p:pic>
      <p:sp>
        <p:nvSpPr>
          <p:cNvPr id="745" name="Google Shape;745;g3e16a03eb46_0_371"/>
          <p:cNvSpPr txBox="1"/>
          <p:nvPr/>
        </p:nvSpPr>
        <p:spPr>
          <a:xfrm>
            <a:off x="326125" y="1453625"/>
            <a:ext cx="4987800" cy="3200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ImpressoraTermica</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implements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Multifuncional</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imprimir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"Imprimindo cupom..."</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escanear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throw</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new</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UnsupportedOperationException</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copiar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throw</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new</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UnsupportedOperationException</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sp>
        <p:nvSpPr>
          <p:cNvPr id="750" name="Google Shape;750;g3e16a03eb46_0_382"/>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Padronizar as operações possíveis de uma impressora até parece uma boa ideia, mas acaba se tornando um problema quando vamos para cenários específicos, como a impressora térmica, que só imprime. Todos os outros métodos se tornam inúteis, ferindo o princípio.</a:t>
            </a:r>
            <a:endParaRPr/>
          </a:p>
        </p:txBody>
      </p:sp>
      <p:sp>
        <p:nvSpPr>
          <p:cNvPr id="751" name="Google Shape;751;g3e16a03eb46_0_382"/>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PROBLEMA</a:t>
            </a:r>
            <a:endParaRPr sz="25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5" name="Shape 755"/>
        <p:cNvGrpSpPr/>
        <p:nvPr/>
      </p:nvGrpSpPr>
      <p:grpSpPr>
        <a:xfrm>
          <a:off x="0" y="0"/>
          <a:ext cx="0" cy="0"/>
          <a:chOff x="0" y="0"/>
          <a:chExt cx="0" cy="0"/>
        </a:xfrm>
      </p:grpSpPr>
      <p:sp>
        <p:nvSpPr>
          <p:cNvPr id="756" name="Google Shape;756;g3e16a03eb46_0_387"/>
          <p:cNvSpPr/>
          <p:nvPr/>
        </p:nvSpPr>
        <p:spPr>
          <a:xfrm>
            <a:off x="3216550" y="1012200"/>
            <a:ext cx="2643000" cy="38421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757" name="Google Shape;757;g3e16a03eb46_0_387"/>
          <p:cNvSpPr txBox="1"/>
          <p:nvPr/>
        </p:nvSpPr>
        <p:spPr>
          <a:xfrm>
            <a:off x="3284550" y="1012200"/>
            <a:ext cx="2574900" cy="3842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Impressora</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imprimir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Escaner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escanear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Copiadora</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copiar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sp>
        <p:nvSpPr>
          <p:cNvPr id="758" name="Google Shape;758;g3e16a03eb46_0_387"/>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pic>
        <p:nvPicPr>
          <p:cNvPr id="759" name="Google Shape;759;g3e16a03eb46_0_387"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g3e16a03eb46_0_395"/>
          <p:cNvSpPr/>
          <p:nvPr/>
        </p:nvSpPr>
        <p:spPr>
          <a:xfrm>
            <a:off x="2203800" y="1788300"/>
            <a:ext cx="4762800" cy="15171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765" name="Google Shape;765;g3e16a03eb46_0_39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766" name="Google Shape;766;g3e16a03eb46_0_395"/>
          <p:cNvSpPr txBox="1"/>
          <p:nvPr/>
        </p:nvSpPr>
        <p:spPr>
          <a:xfrm>
            <a:off x="2256000" y="1788300"/>
            <a:ext cx="4632000" cy="15669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ImpressoraTermica</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implements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Impressora</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imprimir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"Imprimindo o cupom..."</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pic>
        <p:nvPicPr>
          <p:cNvPr id="767" name="Google Shape;767;g3e16a03eb46_0_395"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1" name="Shape 771"/>
        <p:cNvGrpSpPr/>
        <p:nvPr/>
      </p:nvGrpSpPr>
      <p:grpSpPr>
        <a:xfrm>
          <a:off x="0" y="0"/>
          <a:ext cx="0" cy="0"/>
          <a:chOff x="0" y="0"/>
          <a:chExt cx="0" cy="0"/>
        </a:xfrm>
      </p:grpSpPr>
      <p:sp>
        <p:nvSpPr>
          <p:cNvPr id="772" name="Google Shape;772;g3e16a03eb46_0_402"/>
          <p:cNvSpPr/>
          <p:nvPr/>
        </p:nvSpPr>
        <p:spPr>
          <a:xfrm>
            <a:off x="1106875" y="1133950"/>
            <a:ext cx="6801000" cy="32535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773" name="Google Shape;773;g3e16a03eb46_0_40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774" name="Google Shape;774;g3e16a03eb46_0_402"/>
          <p:cNvSpPr txBox="1"/>
          <p:nvPr/>
        </p:nvSpPr>
        <p:spPr>
          <a:xfrm>
            <a:off x="1189800" y="1133950"/>
            <a:ext cx="6764400" cy="32535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ImpressoraMultifuncional</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implements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Impressora</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Escaner</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Copiadora</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imprimir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"Imprimindo o documento..."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escanear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"Escaneando o documento..."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copiar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"Tirando uma xerox..."</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pic>
        <p:nvPicPr>
          <p:cNvPr id="775" name="Google Shape;775;g3e16a03eb46_0_402"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9" name="Shape 779"/>
        <p:cNvGrpSpPr/>
        <p:nvPr/>
      </p:nvGrpSpPr>
      <p:grpSpPr>
        <a:xfrm>
          <a:off x="0" y="0"/>
          <a:ext cx="0" cy="0"/>
          <a:chOff x="0" y="0"/>
          <a:chExt cx="0" cy="0"/>
        </a:xfrm>
      </p:grpSpPr>
      <p:sp>
        <p:nvSpPr>
          <p:cNvPr id="780" name="Google Shape;780;g3e16a03eb46_0_409"/>
          <p:cNvSpPr txBox="1"/>
          <p:nvPr>
            <p:ph idx="1" type="body"/>
          </p:nvPr>
        </p:nvSpPr>
        <p:spPr>
          <a:xfrm>
            <a:off x="4579525" y="2540600"/>
            <a:ext cx="3932700" cy="2373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Ao invés de termos uma interface grande com todas as operações possíveis, criamos interfaces menores para operações específicas. Agora, cada tipo de impressora implementa as operações que ela será capaz de dar suporte: a impressora térmica só imprime; a impressora multifuncional imprime, escaneia e tira cópias.</a:t>
            </a:r>
            <a:endParaRPr/>
          </a:p>
        </p:txBody>
      </p:sp>
      <p:sp>
        <p:nvSpPr>
          <p:cNvPr id="781" name="Google Shape;781;g3e16a03eb46_0_409"/>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SOLUÇÃO</a:t>
            </a:r>
            <a:endParaRPr sz="2500"/>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sp>
        <p:nvSpPr>
          <p:cNvPr id="786" name="Google Shape;786;g3e16a03eb46_0_414"/>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Desacoplamento eficaz</a:t>
            </a:r>
            <a:endParaRPr/>
          </a:p>
          <a:p>
            <a:pPr indent="-330200" lvl="0" marL="457200" rtl="0" algn="just">
              <a:lnSpc>
                <a:spcPct val="100000"/>
              </a:lnSpc>
              <a:spcBef>
                <a:spcPts val="0"/>
              </a:spcBef>
              <a:spcAft>
                <a:spcPts val="0"/>
              </a:spcAft>
              <a:buSzPts val="1600"/>
              <a:buChar char="-"/>
            </a:pPr>
            <a:r>
              <a:rPr lang="pt-BR"/>
              <a:t>Contratos enxutos</a:t>
            </a:r>
            <a:endParaRPr/>
          </a:p>
          <a:p>
            <a:pPr indent="-330200" lvl="0" marL="457200" rtl="0" algn="just">
              <a:lnSpc>
                <a:spcPct val="100000"/>
              </a:lnSpc>
              <a:spcBef>
                <a:spcPts val="0"/>
              </a:spcBef>
              <a:spcAft>
                <a:spcPts val="0"/>
              </a:spcAft>
              <a:buSzPts val="1600"/>
              <a:buChar char="-"/>
            </a:pPr>
            <a:r>
              <a:rPr lang="pt-BR"/>
              <a:t>Facilidade de manutenção</a:t>
            </a:r>
            <a:endParaRPr/>
          </a:p>
          <a:p>
            <a:pPr indent="-330200" lvl="0" marL="457200" rtl="0" algn="just">
              <a:lnSpc>
                <a:spcPct val="100000"/>
              </a:lnSpc>
              <a:spcBef>
                <a:spcPts val="0"/>
              </a:spcBef>
              <a:spcAft>
                <a:spcPts val="0"/>
              </a:spcAft>
              <a:buSzPts val="1600"/>
              <a:buChar char="-"/>
            </a:pPr>
            <a:r>
              <a:rPr lang="pt-BR"/>
              <a:t>Independência de operações</a:t>
            </a:r>
            <a:endParaRPr/>
          </a:p>
        </p:txBody>
      </p:sp>
      <p:sp>
        <p:nvSpPr>
          <p:cNvPr id="787" name="Google Shape;787;g3e16a03eb46_0_414"/>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BENEFÍCIOS</a:t>
            </a:r>
            <a:endParaRPr sz="2500"/>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1" name="Shape 791"/>
        <p:cNvGrpSpPr/>
        <p:nvPr/>
      </p:nvGrpSpPr>
      <p:grpSpPr>
        <a:xfrm>
          <a:off x="0" y="0"/>
          <a:ext cx="0" cy="0"/>
          <a:chOff x="0" y="0"/>
          <a:chExt cx="0" cy="0"/>
        </a:xfrm>
      </p:grpSpPr>
      <p:sp>
        <p:nvSpPr>
          <p:cNvPr id="792" name="Google Shape;792;g3e16a03eb46_0_419"/>
          <p:cNvSpPr txBox="1"/>
          <p:nvPr>
            <p:ph idx="1" type="body"/>
          </p:nvPr>
        </p:nvSpPr>
        <p:spPr>
          <a:xfrm>
            <a:off x="4401425" y="1997200"/>
            <a:ext cx="4187100" cy="2766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Considere uma interface que representa as possíveis operações que um usuário pode fazer em um sistema. Inicialmente concentramos todas as operações em uma única interface, o que pode trazer alguns problemas de manutenção no futuro.</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Considere refatorar essas interface para torná-la mais eficiente.</a:t>
            </a:r>
            <a:endParaRPr/>
          </a:p>
        </p:txBody>
      </p:sp>
      <p:sp>
        <p:nvSpPr>
          <p:cNvPr id="793" name="Google Shape;793;g3e16a03eb46_0_419"/>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794" name="Google Shape;794;g3e16a03eb46_0_419"/>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g3e16a03eb46_0_419"/>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g3e16a03eb46_0_419"/>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797" name="Google Shape;797;g3e16a03eb46_0_419"/>
          <p:cNvPicPr preferRelativeResize="0"/>
          <p:nvPr/>
        </p:nvPicPr>
        <p:blipFill rotWithShape="1">
          <a:blip r:embed="rId3">
            <a:alphaModFix/>
          </a:blip>
          <a:srcRect b="10338" l="27767" r="0" t="0"/>
          <a:stretch/>
        </p:blipFill>
        <p:spPr>
          <a:xfrm>
            <a:off x="0" y="1567100"/>
            <a:ext cx="3224400" cy="258920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1" name="Shape 801"/>
        <p:cNvGrpSpPr/>
        <p:nvPr/>
      </p:nvGrpSpPr>
      <p:grpSpPr>
        <a:xfrm>
          <a:off x="0" y="0"/>
          <a:ext cx="0" cy="0"/>
          <a:chOff x="0" y="0"/>
          <a:chExt cx="0" cy="0"/>
        </a:xfrm>
      </p:grpSpPr>
      <p:sp>
        <p:nvSpPr>
          <p:cNvPr id="802" name="Google Shape;802;g3e16a03eb46_0_428"/>
          <p:cNvSpPr/>
          <p:nvPr/>
        </p:nvSpPr>
        <p:spPr>
          <a:xfrm>
            <a:off x="2996825" y="1391700"/>
            <a:ext cx="3024000" cy="25734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803" name="Google Shape;803;g3e16a03eb46_0_428"/>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EXERCÍCIO</a:t>
            </a:r>
            <a:endParaRPr/>
          </a:p>
        </p:txBody>
      </p:sp>
      <p:sp>
        <p:nvSpPr>
          <p:cNvPr id="804" name="Google Shape;804;g3e16a03eb46_0_428"/>
          <p:cNvSpPr txBox="1"/>
          <p:nvPr/>
        </p:nvSpPr>
        <p:spPr>
          <a:xfrm>
            <a:off x="3123300" y="1391700"/>
            <a:ext cx="2897400" cy="2543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UsuarioSistema</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cadastrarUsuario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excluirUsuario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emitirRelatorio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aprovarPagamento</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g3e16a03eb46_0_98"/>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b="1" lang="pt-BR"/>
              <a:t>Conceito</a:t>
            </a:r>
            <a:r>
              <a:rPr lang="pt-BR"/>
              <a:t>: Módulos de alto nível não devem depender de módulos de baixo nível. Ambos devem depender de abstrações.</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Neste princípio, o código estrutural e de regras de negócio deve ser blindado contra mudanças em ferramentas externas, bibliotecas e infraestrutura.</a:t>
            </a:r>
            <a:endParaRPr/>
          </a:p>
        </p:txBody>
      </p:sp>
      <p:sp>
        <p:nvSpPr>
          <p:cNvPr id="810" name="Google Shape;810;g3e16a03eb46_0_98"/>
          <p:cNvSpPr txBox="1"/>
          <p:nvPr>
            <p:ph type="title"/>
          </p:nvPr>
        </p:nvSpPr>
        <p:spPr>
          <a:xfrm>
            <a:off x="3727925" y="1323800"/>
            <a:ext cx="48912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600"/>
              <a:t>INVERSÃO DE DEPENDÊNCIA</a:t>
            </a:r>
            <a:endParaRPr sz="2600"/>
          </a:p>
        </p:txBody>
      </p:sp>
      <p:sp>
        <p:nvSpPr>
          <p:cNvPr id="811" name="Google Shape;811;g3e16a03eb46_0_98"/>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g3e16a03eb46_0_98"/>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3" name="Google Shape;813;g3e16a03eb46_0_98"/>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14" name="Google Shape;814;g3e16a03eb46_0_98"/>
          <p:cNvPicPr preferRelativeResize="0"/>
          <p:nvPr/>
        </p:nvPicPr>
        <p:blipFill>
          <a:blip r:embed="rId3">
            <a:alphaModFix/>
          </a:blip>
          <a:stretch>
            <a:fillRect/>
          </a:stretch>
        </p:blipFill>
        <p:spPr>
          <a:xfrm>
            <a:off x="0" y="1604510"/>
            <a:ext cx="3224400" cy="2415177"/>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8" name="Shape 818"/>
        <p:cNvGrpSpPr/>
        <p:nvPr/>
      </p:nvGrpSpPr>
      <p:grpSpPr>
        <a:xfrm>
          <a:off x="0" y="0"/>
          <a:ext cx="0" cy="0"/>
          <a:chOff x="0" y="0"/>
          <a:chExt cx="0" cy="0"/>
        </a:xfrm>
      </p:grpSpPr>
      <p:sp>
        <p:nvSpPr>
          <p:cNvPr id="819" name="Google Shape;819;g3e16a03eb46_0_434"/>
          <p:cNvSpPr txBox="1"/>
          <p:nvPr>
            <p:ph idx="1" type="body"/>
          </p:nvPr>
        </p:nvSpPr>
        <p:spPr>
          <a:xfrm>
            <a:off x="4579525" y="2540600"/>
            <a:ext cx="3932700" cy="2432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None/>
            </a:pPr>
            <a:r>
              <a:rPr lang="pt-BR"/>
              <a:t>Quando classes que contém regras de negócio dependem diretamente de classes que realizam tarefas operacionais de infraestrutura, o sistema se degrada rapidamente:</a:t>
            </a:r>
            <a:endParaRPr/>
          </a:p>
          <a:p>
            <a:pPr indent="0" lvl="0" marL="0" rtl="0" algn="just">
              <a:lnSpc>
                <a:spcPct val="100000"/>
              </a:lnSpc>
              <a:spcBef>
                <a:spcPts val="0"/>
              </a:spcBef>
              <a:spcAft>
                <a:spcPts val="0"/>
              </a:spcAft>
              <a:buNone/>
            </a:pPr>
            <a:r>
              <a:t/>
            </a:r>
            <a:endParaRPr/>
          </a:p>
          <a:p>
            <a:pPr indent="-330200" lvl="0" marL="457200" rtl="0" algn="just">
              <a:lnSpc>
                <a:spcPct val="100000"/>
              </a:lnSpc>
              <a:spcBef>
                <a:spcPts val="0"/>
              </a:spcBef>
              <a:spcAft>
                <a:spcPts val="0"/>
              </a:spcAft>
              <a:buSzPts val="1600"/>
              <a:buChar char="-"/>
            </a:pPr>
            <a:r>
              <a:rPr lang="pt-BR"/>
              <a:t>Rigidez extrema</a:t>
            </a:r>
            <a:endParaRPr/>
          </a:p>
          <a:p>
            <a:pPr indent="-330200" lvl="0" marL="457200" rtl="0" algn="just">
              <a:lnSpc>
                <a:spcPct val="100000"/>
              </a:lnSpc>
              <a:spcBef>
                <a:spcPts val="0"/>
              </a:spcBef>
              <a:spcAft>
                <a:spcPts val="0"/>
              </a:spcAft>
              <a:buSzPts val="1600"/>
              <a:buChar char="-"/>
            </a:pPr>
            <a:r>
              <a:rPr lang="pt-BR"/>
              <a:t>Inviabilidade de testes</a:t>
            </a:r>
            <a:endParaRPr/>
          </a:p>
          <a:p>
            <a:pPr indent="-330200" lvl="0" marL="457200" rtl="0" algn="just">
              <a:lnSpc>
                <a:spcPct val="100000"/>
              </a:lnSpc>
              <a:spcBef>
                <a:spcPts val="0"/>
              </a:spcBef>
              <a:spcAft>
                <a:spcPts val="0"/>
              </a:spcAft>
              <a:buSzPts val="1600"/>
              <a:buChar char="-"/>
            </a:pPr>
            <a:r>
              <a:rPr lang="pt-BR"/>
              <a:t>Arquitetura frágil</a:t>
            </a:r>
            <a:endParaRPr/>
          </a:p>
        </p:txBody>
      </p:sp>
      <p:sp>
        <p:nvSpPr>
          <p:cNvPr id="820" name="Google Shape;820;g3e16a03eb46_0_434"/>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CENÁRIO</a:t>
            </a:r>
            <a:endParaRPr sz="25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4" name="Shape 824"/>
        <p:cNvGrpSpPr/>
        <p:nvPr/>
      </p:nvGrpSpPr>
      <p:grpSpPr>
        <a:xfrm>
          <a:off x="0" y="0"/>
          <a:ext cx="0" cy="0"/>
          <a:chOff x="0" y="0"/>
          <a:chExt cx="0" cy="0"/>
        </a:xfrm>
      </p:grpSpPr>
      <p:sp>
        <p:nvSpPr>
          <p:cNvPr id="825" name="Google Shape;825;g3e16a03eb46_0_448"/>
          <p:cNvSpPr txBox="1"/>
          <p:nvPr/>
        </p:nvSpPr>
        <p:spPr>
          <a:xfrm>
            <a:off x="1926950" y="1512900"/>
            <a:ext cx="7092600" cy="2117700"/>
          </a:xfrm>
          <a:prstGeom prst="rect">
            <a:avLst/>
          </a:prstGeom>
          <a:noFill/>
          <a:ln>
            <a:noFill/>
          </a:ln>
        </p:spPr>
        <p:txBody>
          <a:bodyPr anchorCtr="0" anchor="t" bIns="91425" lIns="91425" spcFirstLastPara="1" rIns="91425" wrap="square" tIns="91425">
            <a:noAutofit/>
          </a:bodyPr>
          <a:lstStyle/>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Rigidez extrema</a:t>
            </a:r>
            <a:r>
              <a:rPr lang="pt-BR" sz="1800">
                <a:solidFill>
                  <a:schemeClr val="lt1"/>
                </a:solidFill>
                <a:latin typeface="Anaheim"/>
                <a:ea typeface="Anaheim"/>
                <a:cs typeface="Anaheim"/>
                <a:sym typeface="Anaheim"/>
              </a:rPr>
              <a:t>: Trocar um banco de dados ou um serviço de e-mail exige reescrever a lógica central do negócio</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Inviabilidade de testes</a:t>
            </a:r>
            <a:r>
              <a:rPr lang="pt-BR" sz="1800">
                <a:solidFill>
                  <a:schemeClr val="lt1"/>
                </a:solidFill>
                <a:latin typeface="Anaheim"/>
                <a:ea typeface="Anaheim"/>
                <a:cs typeface="Anaheim"/>
                <a:sym typeface="Anaheim"/>
              </a:rPr>
              <a:t>: Fica impossível testar regras de negócio de forma isolada sem disparar conexões reais com bancos ou APIs externas</a:t>
            </a:r>
            <a:endParaRPr sz="1800">
              <a:solidFill>
                <a:schemeClr val="lt1"/>
              </a:solidFill>
              <a:latin typeface="Anaheim"/>
              <a:ea typeface="Anaheim"/>
              <a:cs typeface="Anaheim"/>
              <a:sym typeface="Anaheim"/>
            </a:endParaRPr>
          </a:p>
          <a:p>
            <a:pPr indent="-342900" lvl="0" marL="457200" rtl="0" algn="just">
              <a:spcBef>
                <a:spcPts val="0"/>
              </a:spcBef>
              <a:spcAft>
                <a:spcPts val="0"/>
              </a:spcAft>
              <a:buClr>
                <a:schemeClr val="lt1"/>
              </a:buClr>
              <a:buSzPts val="1800"/>
              <a:buFont typeface="Anaheim"/>
              <a:buChar char="-"/>
            </a:pPr>
            <a:r>
              <a:rPr b="1" lang="pt-BR" sz="1800">
                <a:solidFill>
                  <a:schemeClr val="lt1"/>
                </a:solidFill>
                <a:latin typeface="Anaheim"/>
                <a:ea typeface="Anaheim"/>
                <a:cs typeface="Anaheim"/>
                <a:sym typeface="Anaheim"/>
              </a:rPr>
              <a:t>Arquitetura frágil</a:t>
            </a:r>
            <a:r>
              <a:rPr lang="pt-BR" sz="1800">
                <a:solidFill>
                  <a:schemeClr val="lt1"/>
                </a:solidFill>
                <a:latin typeface="Anaheim"/>
                <a:ea typeface="Anaheim"/>
                <a:cs typeface="Anaheim"/>
                <a:sym typeface="Anaheim"/>
              </a:rPr>
              <a:t>: Alterações simples em uma biblioteca de terceiro geram um efeito cascata de erros por todo o sistema</a:t>
            </a:r>
            <a:endParaRPr sz="1800">
              <a:solidFill>
                <a:schemeClr val="lt1"/>
              </a:solidFill>
              <a:latin typeface="Anaheim"/>
              <a:ea typeface="Anaheim"/>
              <a:cs typeface="Anaheim"/>
              <a:sym typeface="Anaheim"/>
            </a:endParaRPr>
          </a:p>
        </p:txBody>
      </p:sp>
      <p:sp>
        <p:nvSpPr>
          <p:cNvPr id="826" name="Google Shape;826;g3e16a03eb46_0_448"/>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PROBLEMAS</a:t>
            </a:r>
            <a:endParaRPr/>
          </a:p>
        </p:txBody>
      </p:sp>
      <p:pic>
        <p:nvPicPr>
          <p:cNvPr id="827" name="Google Shape;827;g3e16a03eb46_0_448"/>
          <p:cNvPicPr preferRelativeResize="0"/>
          <p:nvPr/>
        </p:nvPicPr>
        <p:blipFill rotWithShape="1">
          <a:blip r:embed="rId3">
            <a:alphaModFix/>
          </a:blip>
          <a:srcRect b="0" l="61241" r="15108" t="0"/>
          <a:stretch/>
        </p:blipFill>
        <p:spPr>
          <a:xfrm>
            <a:off x="0" y="0"/>
            <a:ext cx="1823175" cy="5143500"/>
          </a:xfrm>
          <a:prstGeom prst="rect">
            <a:avLst/>
          </a:prstGeom>
          <a:noFill/>
          <a:ln>
            <a:noFill/>
          </a:ln>
        </p:spPr>
      </p:pic>
      <p:grpSp>
        <p:nvGrpSpPr>
          <p:cNvPr id="828" name="Google Shape;828;g3e16a03eb46_0_448"/>
          <p:cNvGrpSpPr/>
          <p:nvPr/>
        </p:nvGrpSpPr>
        <p:grpSpPr>
          <a:xfrm>
            <a:off x="1223348" y="4553184"/>
            <a:ext cx="1015032" cy="325196"/>
            <a:chOff x="1156673" y="4600809"/>
            <a:chExt cx="1015032" cy="325196"/>
          </a:xfrm>
        </p:grpSpPr>
        <p:sp>
          <p:nvSpPr>
            <p:cNvPr id="829" name="Google Shape;829;g3e16a03eb46_0_448"/>
            <p:cNvSpPr/>
            <p:nvPr/>
          </p:nvSpPr>
          <p:spPr>
            <a:xfrm>
              <a:off x="1937576" y="4600809"/>
              <a:ext cx="234129" cy="75728"/>
            </a:xfrm>
            <a:custGeom>
              <a:rect b="b" l="l" r="r" t="t"/>
              <a:pathLst>
                <a:path extrusionOk="0" h="1941" w="6001">
                  <a:moveTo>
                    <a:pt x="0" y="0"/>
                  </a:moveTo>
                  <a:lnTo>
                    <a:pt x="0" y="1941"/>
                  </a:lnTo>
                  <a:lnTo>
                    <a:pt x="6001" y="1941"/>
                  </a:lnTo>
                  <a:lnTo>
                    <a:pt x="6001"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0" name="Google Shape;830;g3e16a03eb46_0_448"/>
            <p:cNvSpPr/>
            <p:nvPr/>
          </p:nvSpPr>
          <p:spPr>
            <a:xfrm>
              <a:off x="1394514" y="4600809"/>
              <a:ext cx="440869" cy="75728"/>
            </a:xfrm>
            <a:custGeom>
              <a:rect b="b" l="l" r="r" t="t"/>
              <a:pathLst>
                <a:path extrusionOk="0" h="1941" w="11300">
                  <a:moveTo>
                    <a:pt x="1" y="0"/>
                  </a:moveTo>
                  <a:lnTo>
                    <a:pt x="1" y="1941"/>
                  </a:lnTo>
                  <a:lnTo>
                    <a:pt x="11300" y="1941"/>
                  </a:lnTo>
                  <a:lnTo>
                    <a:pt x="11300" y="0"/>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1" name="Google Shape;831;g3e16a03eb46_0_448"/>
            <p:cNvSpPr/>
            <p:nvPr/>
          </p:nvSpPr>
          <p:spPr>
            <a:xfrm>
              <a:off x="1156673" y="4725738"/>
              <a:ext cx="474774" cy="75767"/>
            </a:xfrm>
            <a:custGeom>
              <a:rect b="b" l="l" r="r" t="t"/>
              <a:pathLst>
                <a:path extrusionOk="0" h="1942" w="12169">
                  <a:moveTo>
                    <a:pt x="1" y="1"/>
                  </a:moveTo>
                  <a:lnTo>
                    <a:pt x="1" y="1942"/>
                  </a:lnTo>
                  <a:lnTo>
                    <a:pt x="12169" y="1942"/>
                  </a:lnTo>
                  <a:lnTo>
                    <a:pt x="12169"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2" name="Google Shape;832;g3e16a03eb46_0_448"/>
            <p:cNvSpPr/>
            <p:nvPr/>
          </p:nvSpPr>
          <p:spPr>
            <a:xfrm>
              <a:off x="1718307" y="4725738"/>
              <a:ext cx="453393" cy="75767"/>
            </a:xfrm>
            <a:custGeom>
              <a:rect b="b" l="l" r="r" t="t"/>
              <a:pathLst>
                <a:path extrusionOk="0" h="1942" w="11621">
                  <a:moveTo>
                    <a:pt x="0" y="1"/>
                  </a:moveTo>
                  <a:lnTo>
                    <a:pt x="0" y="1942"/>
                  </a:lnTo>
                  <a:lnTo>
                    <a:pt x="11621" y="1942"/>
                  </a:lnTo>
                  <a:lnTo>
                    <a:pt x="11621"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3" name="Google Shape;833;g3e16a03eb46_0_448"/>
            <p:cNvSpPr/>
            <p:nvPr/>
          </p:nvSpPr>
          <p:spPr>
            <a:xfrm>
              <a:off x="1536688" y="4850706"/>
              <a:ext cx="635008" cy="75299"/>
            </a:xfrm>
            <a:custGeom>
              <a:rect b="b" l="l" r="r" t="t"/>
              <a:pathLst>
                <a:path extrusionOk="0" h="1930" w="16276">
                  <a:moveTo>
                    <a:pt x="0" y="1"/>
                  </a:moveTo>
                  <a:lnTo>
                    <a:pt x="0" y="1930"/>
                  </a:lnTo>
                  <a:lnTo>
                    <a:pt x="16276" y="1930"/>
                  </a:lnTo>
                  <a:lnTo>
                    <a:pt x="16276" y="1"/>
                  </a:lnTo>
                  <a:close/>
                </a:path>
              </a:pathLst>
            </a:cu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sp>
        <p:nvSpPr>
          <p:cNvPr id="838" name="Google Shape;838;g3e16a03eb46_0_439"/>
          <p:cNvSpPr/>
          <p:nvPr/>
        </p:nvSpPr>
        <p:spPr>
          <a:xfrm>
            <a:off x="1336675" y="1388175"/>
            <a:ext cx="6400800" cy="19872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839" name="Google Shape;839;g3e16a03eb46_0_439"/>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840" name="Google Shape;840;g3e16a03eb46_0_439"/>
          <p:cNvSpPr txBox="1"/>
          <p:nvPr/>
        </p:nvSpPr>
        <p:spPr>
          <a:xfrm>
            <a:off x="2889600" y="3754450"/>
            <a:ext cx="3364800" cy="771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pt-BR" sz="1800">
                <a:solidFill>
                  <a:schemeClr val="lt1"/>
                </a:solidFill>
                <a:latin typeface="Anaheim"/>
                <a:ea typeface="Anaheim"/>
                <a:cs typeface="Anaheim"/>
                <a:sym typeface="Anaheim"/>
              </a:rPr>
              <a:t>Quais problemas podem ser identificados nessa classe?</a:t>
            </a:r>
            <a:endParaRPr sz="1800">
              <a:solidFill>
                <a:schemeClr val="lt1"/>
              </a:solidFill>
              <a:latin typeface="Anaheim"/>
              <a:ea typeface="Anaheim"/>
              <a:cs typeface="Anaheim"/>
              <a:sym typeface="Anaheim"/>
            </a:endParaRPr>
          </a:p>
        </p:txBody>
      </p:sp>
      <p:pic>
        <p:nvPicPr>
          <p:cNvPr id="841" name="Google Shape;841;g3e16a03eb46_0_439" title="meme-drake-naoquero.jpg"/>
          <p:cNvPicPr preferRelativeResize="0"/>
          <p:nvPr/>
        </p:nvPicPr>
        <p:blipFill>
          <a:blip r:embed="rId3">
            <a:alphaModFix/>
          </a:blip>
          <a:stretch>
            <a:fillRect/>
          </a:stretch>
        </p:blipFill>
        <p:spPr>
          <a:xfrm>
            <a:off x="8156934" y="4170675"/>
            <a:ext cx="867313" cy="859800"/>
          </a:xfrm>
          <a:prstGeom prst="rect">
            <a:avLst/>
          </a:prstGeom>
          <a:noFill/>
          <a:ln>
            <a:noFill/>
          </a:ln>
        </p:spPr>
      </p:pic>
      <p:sp>
        <p:nvSpPr>
          <p:cNvPr id="842" name="Google Shape;842;g3e16a03eb46_0_439"/>
          <p:cNvSpPr txBox="1"/>
          <p:nvPr/>
        </p:nvSpPr>
        <p:spPr>
          <a:xfrm>
            <a:off x="1440750" y="1453625"/>
            <a:ext cx="6262500" cy="1859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PedidoService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private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MySQLPedidoRepository</a:t>
            </a:r>
            <a:r>
              <a:rPr lang="pt-BR" sz="1050">
                <a:solidFill>
                  <a:srgbClr val="F8F8F2"/>
                </a:solidFill>
                <a:latin typeface="Courier New"/>
                <a:ea typeface="Courier New"/>
                <a:cs typeface="Courier New"/>
                <a:sym typeface="Courier New"/>
              </a:rPr>
              <a:t> repository </a:t>
            </a:r>
            <a:r>
              <a:rPr lang="pt-BR" sz="1050">
                <a:solidFill>
                  <a:srgbClr val="F92672"/>
                </a:solidFill>
                <a:latin typeface="Courier New"/>
                <a:ea typeface="Courier New"/>
                <a:cs typeface="Courier New"/>
                <a:sym typeface="Courier New"/>
              </a:rPr>
              <a:t>=</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new</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MySQLPedidoRepository</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repository.</a:t>
            </a:r>
            <a:r>
              <a:rPr lang="pt-BR" sz="1050">
                <a:solidFill>
                  <a:srgbClr val="A6E22E"/>
                </a:solidFill>
                <a:latin typeface="Courier New"/>
                <a:ea typeface="Courier New"/>
                <a:cs typeface="Courier New"/>
                <a:sym typeface="Courier New"/>
              </a:rPr>
              <a:t>salvar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6" name="Shape 846"/>
        <p:cNvGrpSpPr/>
        <p:nvPr/>
      </p:nvGrpSpPr>
      <p:grpSpPr>
        <a:xfrm>
          <a:off x="0" y="0"/>
          <a:ext cx="0" cy="0"/>
          <a:chOff x="0" y="0"/>
          <a:chExt cx="0" cy="0"/>
        </a:xfrm>
      </p:grpSpPr>
      <p:sp>
        <p:nvSpPr>
          <p:cNvPr id="847" name="Google Shape;847;g3e16a03eb46_0_460"/>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A classe de serviço de pedidos executa as regras de negócio para processar um pedido, e interage com um banco de dados MySQL, gerando assim um forte acoplamento. Mudar para um outro banco de dados vai exigir mudanças complexas na classe de serviço, deixando a arquitetura frágil a mudanças e ferindo o princípio.</a:t>
            </a:r>
            <a:endParaRPr/>
          </a:p>
        </p:txBody>
      </p:sp>
      <p:sp>
        <p:nvSpPr>
          <p:cNvPr id="848" name="Google Shape;848;g3e16a03eb46_0_460"/>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PROBLEMA</a:t>
            </a:r>
            <a:endParaRPr sz="2500"/>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2" name="Shape 852"/>
        <p:cNvGrpSpPr/>
        <p:nvPr/>
      </p:nvGrpSpPr>
      <p:grpSpPr>
        <a:xfrm>
          <a:off x="0" y="0"/>
          <a:ext cx="0" cy="0"/>
          <a:chOff x="0" y="0"/>
          <a:chExt cx="0" cy="0"/>
        </a:xfrm>
      </p:grpSpPr>
      <p:sp>
        <p:nvSpPr>
          <p:cNvPr id="853" name="Google Shape;853;g3e16a03eb46_0_465"/>
          <p:cNvSpPr/>
          <p:nvPr/>
        </p:nvSpPr>
        <p:spPr>
          <a:xfrm>
            <a:off x="1395950" y="1130800"/>
            <a:ext cx="6356400" cy="29010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854" name="Google Shape;854;g3e16a03eb46_0_46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855" name="Google Shape;855;g3e16a03eb46_0_465"/>
          <p:cNvSpPr txBox="1"/>
          <p:nvPr/>
        </p:nvSpPr>
        <p:spPr>
          <a:xfrm>
            <a:off x="1474050" y="1173150"/>
            <a:ext cx="6195900" cy="2797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interface</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PedidoRepository</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MySQLPedidoRepository</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implements</a:t>
            </a:r>
            <a:r>
              <a:rPr lang="pt-BR" sz="1050">
                <a:solidFill>
                  <a:srgbClr val="F8F8F2"/>
                </a:solidFill>
                <a:latin typeface="Courier New"/>
                <a:ea typeface="Courier New"/>
                <a:cs typeface="Courier New"/>
                <a:sym typeface="Courier New"/>
              </a:rPr>
              <a:t> </a:t>
            </a:r>
            <a:r>
              <a:rPr i="1" lang="pt-BR" sz="1050" u="sng">
                <a:solidFill>
                  <a:srgbClr val="A6E22E"/>
                </a:solidFill>
                <a:latin typeface="Courier New"/>
                <a:ea typeface="Courier New"/>
                <a:cs typeface="Courier New"/>
                <a:sym typeface="Courier New"/>
              </a:rPr>
              <a:t>PedidoRepository</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System.out.</a:t>
            </a:r>
            <a:r>
              <a:rPr lang="pt-BR" sz="1050">
                <a:solidFill>
                  <a:srgbClr val="A6E22E"/>
                </a:solidFill>
                <a:latin typeface="Courier New"/>
                <a:ea typeface="Courier New"/>
                <a:cs typeface="Courier New"/>
                <a:sym typeface="Courier New"/>
              </a:rPr>
              <a:t>println</a:t>
            </a:r>
            <a:r>
              <a:rPr lang="pt-BR" sz="1050">
                <a:solidFill>
                  <a:srgbClr val="F8F8F2"/>
                </a:solidFill>
                <a:latin typeface="Courier New"/>
                <a:ea typeface="Courier New"/>
                <a:cs typeface="Courier New"/>
                <a:sym typeface="Courier New"/>
              </a:rPr>
              <a:t>(</a:t>
            </a:r>
            <a:r>
              <a:rPr lang="pt-BR" sz="1050">
                <a:solidFill>
                  <a:srgbClr val="E6DB74"/>
                </a:solidFill>
                <a:latin typeface="Courier New"/>
                <a:ea typeface="Courier New"/>
                <a:cs typeface="Courier New"/>
                <a:sym typeface="Courier New"/>
              </a:rPr>
              <a:t>"Salvando o pedido no banco de dados MySQL..."</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pic>
        <p:nvPicPr>
          <p:cNvPr id="856" name="Google Shape;856;g3e16a03eb46_0_465"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0" name="Shape 860"/>
        <p:cNvGrpSpPr/>
        <p:nvPr/>
      </p:nvGrpSpPr>
      <p:grpSpPr>
        <a:xfrm>
          <a:off x="0" y="0"/>
          <a:ext cx="0" cy="0"/>
          <a:chOff x="0" y="0"/>
          <a:chExt cx="0" cy="0"/>
        </a:xfrm>
      </p:grpSpPr>
      <p:sp>
        <p:nvSpPr>
          <p:cNvPr id="861" name="Google Shape;861;g3e16a03eb46_0_472"/>
          <p:cNvSpPr/>
          <p:nvPr/>
        </p:nvSpPr>
        <p:spPr>
          <a:xfrm>
            <a:off x="2151925" y="1115950"/>
            <a:ext cx="4792500" cy="2886300"/>
          </a:xfrm>
          <a:prstGeom prst="rect">
            <a:avLst/>
          </a:prstGeom>
          <a:solidFill>
            <a:srgbClr val="00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naheim"/>
              <a:ea typeface="Anaheim"/>
              <a:cs typeface="Anaheim"/>
              <a:sym typeface="Anaheim"/>
            </a:endParaRPr>
          </a:p>
        </p:txBody>
      </p:sp>
      <p:sp>
        <p:nvSpPr>
          <p:cNvPr id="862" name="Google Shape;862;g3e16a03eb46_0_472"/>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EXEMPLO</a:t>
            </a:r>
            <a:endParaRPr/>
          </a:p>
        </p:txBody>
      </p:sp>
      <p:sp>
        <p:nvSpPr>
          <p:cNvPr id="863" name="Google Shape;863;g3e16a03eb46_0_472"/>
          <p:cNvSpPr txBox="1"/>
          <p:nvPr/>
        </p:nvSpPr>
        <p:spPr>
          <a:xfrm>
            <a:off x="2251800" y="1173150"/>
            <a:ext cx="4640400" cy="27972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class</a:t>
            </a:r>
            <a:r>
              <a:rPr lang="pt-BR" sz="1050">
                <a:solidFill>
                  <a:srgbClr val="F8F8F2"/>
                </a:solidFill>
                <a:latin typeface="Courier New"/>
                <a:ea typeface="Courier New"/>
                <a:cs typeface="Courier New"/>
                <a:sym typeface="Courier New"/>
              </a:rPr>
              <a:t> </a:t>
            </a:r>
            <a:r>
              <a:rPr lang="pt-BR" sz="1050" u="sng">
                <a:solidFill>
                  <a:srgbClr val="A6E22E"/>
                </a:solidFill>
                <a:latin typeface="Courier New"/>
                <a:ea typeface="Courier New"/>
                <a:cs typeface="Courier New"/>
                <a:sym typeface="Courier New"/>
              </a:rPr>
              <a:t>PedidoService</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private</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PedidoRepository</a:t>
            </a:r>
            <a:r>
              <a:rPr lang="pt-BR" sz="1050">
                <a:solidFill>
                  <a:srgbClr val="F8F8F2"/>
                </a:solidFill>
                <a:latin typeface="Courier New"/>
                <a:ea typeface="Courier New"/>
                <a:cs typeface="Courier New"/>
                <a:sym typeface="Courier New"/>
              </a:rPr>
              <a:t> repository;</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PedidoService</a:t>
            </a:r>
            <a:r>
              <a:rPr lang="pt-BR" sz="1050">
                <a:solidFill>
                  <a:srgbClr val="F8F8F2"/>
                </a:solidFill>
                <a:latin typeface="Courier New"/>
                <a:ea typeface="Courier New"/>
                <a:cs typeface="Courier New"/>
                <a:sym typeface="Courier New"/>
              </a:rPr>
              <a:t>(</a:t>
            </a:r>
            <a:r>
              <a:rPr i="1" lang="pt-BR" sz="1050">
                <a:solidFill>
                  <a:srgbClr val="66D9EF"/>
                </a:solidFill>
                <a:latin typeface="Courier New"/>
                <a:ea typeface="Courier New"/>
                <a:cs typeface="Courier New"/>
                <a:sym typeface="Courier New"/>
              </a:rPr>
              <a:t>PedidoRepository</a:t>
            </a:r>
            <a:r>
              <a:rPr lang="pt-BR" sz="1050">
                <a:solidFill>
                  <a:srgbClr val="F8F8F2"/>
                </a:solidFill>
                <a:latin typeface="Courier New"/>
                <a:ea typeface="Courier New"/>
                <a:cs typeface="Courier New"/>
                <a:sym typeface="Courier New"/>
              </a:rPr>
              <a:t> </a:t>
            </a:r>
            <a:r>
              <a:rPr i="1" lang="pt-BR" sz="1050">
                <a:solidFill>
                  <a:srgbClr val="FD971F"/>
                </a:solidFill>
                <a:latin typeface="Courier New"/>
                <a:ea typeface="Courier New"/>
                <a:cs typeface="Courier New"/>
                <a:sym typeface="Courier New"/>
              </a:rPr>
              <a:t>repository</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D971F"/>
                </a:solidFill>
                <a:latin typeface="Courier New"/>
                <a:ea typeface="Courier New"/>
                <a:cs typeface="Courier New"/>
                <a:sym typeface="Courier New"/>
              </a:rPr>
              <a:t>this</a:t>
            </a:r>
            <a:r>
              <a:rPr lang="pt-BR" sz="1050">
                <a:solidFill>
                  <a:srgbClr val="F8F8F2"/>
                </a:solidFill>
                <a:latin typeface="Courier New"/>
                <a:ea typeface="Courier New"/>
                <a:cs typeface="Courier New"/>
                <a:sym typeface="Courier New"/>
              </a:rPr>
              <a:t>.repository </a:t>
            </a:r>
            <a:r>
              <a:rPr lang="pt-BR" sz="1050">
                <a:solidFill>
                  <a:srgbClr val="F92672"/>
                </a:solidFill>
                <a:latin typeface="Courier New"/>
                <a:ea typeface="Courier New"/>
                <a:cs typeface="Courier New"/>
                <a:sym typeface="Courier New"/>
              </a:rPr>
              <a:t>=</a:t>
            </a:r>
            <a:r>
              <a:rPr lang="pt-BR" sz="1050">
                <a:solidFill>
                  <a:srgbClr val="F8F8F2"/>
                </a:solidFill>
                <a:latin typeface="Courier New"/>
                <a:ea typeface="Courier New"/>
                <a:cs typeface="Courier New"/>
                <a:sym typeface="Courier New"/>
              </a:rPr>
              <a:t> repository;</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r>
              <a:rPr lang="pt-BR" sz="1050">
                <a:solidFill>
                  <a:srgbClr val="F92672"/>
                </a:solidFill>
                <a:latin typeface="Courier New"/>
                <a:ea typeface="Courier New"/>
                <a:cs typeface="Courier New"/>
                <a:sym typeface="Courier New"/>
              </a:rPr>
              <a:t>public</a:t>
            </a:r>
            <a:r>
              <a:rPr lang="pt-BR" sz="1050">
                <a:solidFill>
                  <a:srgbClr val="F8F8F2"/>
                </a:solidFill>
                <a:latin typeface="Courier New"/>
                <a:ea typeface="Courier New"/>
                <a:cs typeface="Courier New"/>
                <a:sym typeface="Courier New"/>
              </a:rPr>
              <a:t> </a:t>
            </a:r>
            <a:r>
              <a:rPr i="1" lang="pt-BR" sz="1050">
                <a:solidFill>
                  <a:srgbClr val="66D9EF"/>
                </a:solidFill>
                <a:latin typeface="Courier New"/>
                <a:ea typeface="Courier New"/>
                <a:cs typeface="Courier New"/>
                <a:sym typeface="Courier New"/>
              </a:rPr>
              <a:t>void</a:t>
            </a:r>
            <a:r>
              <a:rPr lang="pt-BR" sz="1050">
                <a:solidFill>
                  <a:srgbClr val="F8F8F2"/>
                </a:solidFill>
                <a:latin typeface="Courier New"/>
                <a:ea typeface="Courier New"/>
                <a:cs typeface="Courier New"/>
                <a:sym typeface="Courier New"/>
              </a:rPr>
              <a:t> </a:t>
            </a:r>
            <a:r>
              <a:rPr lang="pt-BR" sz="1050">
                <a:solidFill>
                  <a:srgbClr val="A6E22E"/>
                </a:solidFill>
                <a:latin typeface="Courier New"/>
                <a:ea typeface="Courier New"/>
                <a:cs typeface="Courier New"/>
                <a:sym typeface="Courier New"/>
              </a:rPr>
              <a:t>salvar</a:t>
            </a: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repository.</a:t>
            </a:r>
            <a:r>
              <a:rPr lang="pt-BR" sz="1050">
                <a:solidFill>
                  <a:srgbClr val="A6E22E"/>
                </a:solidFill>
                <a:latin typeface="Courier New"/>
                <a:ea typeface="Courier New"/>
                <a:cs typeface="Courier New"/>
                <a:sym typeface="Courier New"/>
              </a:rPr>
              <a:t>salvar</a:t>
            </a:r>
            <a:r>
              <a:rPr lang="pt-BR" sz="1050">
                <a:solidFill>
                  <a:srgbClr val="F8F8F2"/>
                </a:solidFill>
                <a:latin typeface="Courier New"/>
                <a:ea typeface="Courier New"/>
                <a:cs typeface="Courier New"/>
                <a:sym typeface="Courier New"/>
              </a:rPr>
              <a:t>();</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    }</a:t>
            </a:r>
            <a:endParaRPr sz="1050">
              <a:solidFill>
                <a:srgbClr val="F8F8F2"/>
              </a:solidFill>
              <a:latin typeface="Courier New"/>
              <a:ea typeface="Courier New"/>
              <a:cs typeface="Courier New"/>
              <a:sym typeface="Courier New"/>
            </a:endParaRPr>
          </a:p>
          <a:p>
            <a:pPr indent="0" lvl="0" marL="0" rtl="0" algn="l">
              <a:lnSpc>
                <a:spcPct val="135714"/>
              </a:lnSpc>
              <a:spcBef>
                <a:spcPts val="0"/>
              </a:spcBef>
              <a:spcAft>
                <a:spcPts val="0"/>
              </a:spcAft>
              <a:buNone/>
            </a:pPr>
            <a:r>
              <a:rPr lang="pt-BR" sz="1050">
                <a:solidFill>
                  <a:srgbClr val="F8F8F2"/>
                </a:solidFill>
                <a:latin typeface="Courier New"/>
                <a:ea typeface="Courier New"/>
                <a:cs typeface="Courier New"/>
                <a:sym typeface="Courier New"/>
              </a:rPr>
              <a:t>}</a:t>
            </a:r>
            <a:endParaRPr sz="1050">
              <a:solidFill>
                <a:srgbClr val="F92672"/>
              </a:solidFill>
              <a:latin typeface="Courier New"/>
              <a:ea typeface="Courier New"/>
              <a:cs typeface="Courier New"/>
              <a:sym typeface="Courier New"/>
            </a:endParaRPr>
          </a:p>
        </p:txBody>
      </p:sp>
      <p:pic>
        <p:nvPicPr>
          <p:cNvPr id="864" name="Google Shape;864;g3e16a03eb46_0_472" title="meme-drake-quero.jpg"/>
          <p:cNvPicPr preferRelativeResize="0"/>
          <p:nvPr/>
        </p:nvPicPr>
        <p:blipFill>
          <a:blip r:embed="rId3">
            <a:alphaModFix/>
          </a:blip>
          <a:stretch>
            <a:fillRect/>
          </a:stretch>
        </p:blipFill>
        <p:spPr>
          <a:xfrm>
            <a:off x="8157600" y="4172400"/>
            <a:ext cx="867600" cy="860400"/>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g3e16a03eb46_0_479"/>
          <p:cNvSpPr txBox="1"/>
          <p:nvPr>
            <p:ph idx="1" type="body"/>
          </p:nvPr>
        </p:nvSpPr>
        <p:spPr>
          <a:xfrm>
            <a:off x="4579525" y="2540600"/>
            <a:ext cx="3932700" cy="23733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O primeiro ponto de modificação é a definição de uma abstração para as operações de banco de dados, onde cada serviço específico deve as implementar. Na classe de serviço, recebemos uma instância dessas operações criadas externamente, tornando componente independente de implementação específica.</a:t>
            </a:r>
            <a:endParaRPr/>
          </a:p>
        </p:txBody>
      </p:sp>
      <p:sp>
        <p:nvSpPr>
          <p:cNvPr id="870" name="Google Shape;870;g3e16a03eb46_0_479"/>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SOLUÇÃO</a:t>
            </a:r>
            <a:endParaRPr sz="2500"/>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4" name="Shape 874"/>
        <p:cNvGrpSpPr/>
        <p:nvPr/>
      </p:nvGrpSpPr>
      <p:grpSpPr>
        <a:xfrm>
          <a:off x="0" y="0"/>
          <a:ext cx="0" cy="0"/>
          <a:chOff x="0" y="0"/>
          <a:chExt cx="0" cy="0"/>
        </a:xfrm>
      </p:grpSpPr>
      <p:sp>
        <p:nvSpPr>
          <p:cNvPr id="875" name="Google Shape;875;g3e16a03eb46_0_484"/>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Desacoplamento total</a:t>
            </a:r>
            <a:endParaRPr/>
          </a:p>
          <a:p>
            <a:pPr indent="-330200" lvl="0" marL="457200" rtl="0" algn="just">
              <a:lnSpc>
                <a:spcPct val="100000"/>
              </a:lnSpc>
              <a:spcBef>
                <a:spcPts val="0"/>
              </a:spcBef>
              <a:spcAft>
                <a:spcPts val="0"/>
              </a:spcAft>
              <a:buSzPts val="1600"/>
              <a:buChar char="-"/>
            </a:pPr>
            <a:r>
              <a:rPr lang="pt-BR"/>
              <a:t>Mocking facilitado</a:t>
            </a:r>
            <a:endParaRPr/>
          </a:p>
          <a:p>
            <a:pPr indent="-330200" lvl="0" marL="457200" rtl="0" algn="just">
              <a:lnSpc>
                <a:spcPct val="100000"/>
              </a:lnSpc>
              <a:spcBef>
                <a:spcPts val="0"/>
              </a:spcBef>
              <a:spcAft>
                <a:spcPts val="0"/>
              </a:spcAft>
              <a:buSzPts val="1600"/>
              <a:buChar char="-"/>
            </a:pPr>
            <a:r>
              <a:rPr lang="pt-BR"/>
              <a:t>Arquitetura limpa e plugável</a:t>
            </a:r>
            <a:endParaRPr/>
          </a:p>
          <a:p>
            <a:pPr indent="-330200" lvl="0" marL="457200" rtl="0" algn="just">
              <a:lnSpc>
                <a:spcPct val="100000"/>
              </a:lnSpc>
              <a:spcBef>
                <a:spcPts val="0"/>
              </a:spcBef>
              <a:spcAft>
                <a:spcPts val="0"/>
              </a:spcAft>
              <a:buSzPts val="1600"/>
              <a:buChar char="-"/>
            </a:pPr>
            <a:r>
              <a:rPr lang="pt-BR"/>
              <a:t>Flexibilidade de componentes</a:t>
            </a:r>
            <a:endParaRPr/>
          </a:p>
        </p:txBody>
      </p:sp>
      <p:sp>
        <p:nvSpPr>
          <p:cNvPr id="876" name="Google Shape;876;g3e16a03eb46_0_484"/>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BENEFÍCIOS</a:t>
            </a:r>
            <a:endParaRPr sz="2500"/>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0" name="Shape 880"/>
        <p:cNvGrpSpPr/>
        <p:nvPr/>
      </p:nvGrpSpPr>
      <p:grpSpPr>
        <a:xfrm>
          <a:off x="0" y="0"/>
          <a:ext cx="0" cy="0"/>
          <a:chOff x="0" y="0"/>
          <a:chExt cx="0" cy="0"/>
        </a:xfrm>
      </p:grpSpPr>
      <p:sp>
        <p:nvSpPr>
          <p:cNvPr id="881" name="Google Shape;881;g3e16a03eb46_0_489"/>
          <p:cNvSpPr txBox="1"/>
          <p:nvPr>
            <p:ph idx="1" type="body"/>
          </p:nvPr>
        </p:nvSpPr>
        <p:spPr>
          <a:xfrm>
            <a:off x="4401425" y="1997200"/>
            <a:ext cx="4187100" cy="27660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Vamos implementar um serviço de envio de mensagens multicanal. Ao digitar uma mensagem para envio, podemos escolher em qual meio de comunicação ela será disparada (e-mail, SMS, Whatsapp etc). O ideal é que essa definição do meio de comunicação seja flexível.</a:t>
            </a:r>
            <a:endParaRPr/>
          </a:p>
          <a:p>
            <a:pPr indent="0" lvl="0" marL="0" rtl="0" algn="just">
              <a:lnSpc>
                <a:spcPct val="100000"/>
              </a:lnSpc>
              <a:spcBef>
                <a:spcPts val="0"/>
              </a:spcBef>
              <a:spcAft>
                <a:spcPts val="0"/>
              </a:spcAft>
              <a:buSzPts val="1600"/>
              <a:buNone/>
            </a:pPr>
            <a:r>
              <a:t/>
            </a:r>
            <a:endParaRPr/>
          </a:p>
          <a:p>
            <a:pPr indent="0" lvl="0" marL="0" rtl="0" algn="just">
              <a:lnSpc>
                <a:spcPct val="100000"/>
              </a:lnSpc>
              <a:spcBef>
                <a:spcPts val="0"/>
              </a:spcBef>
              <a:spcAft>
                <a:spcPts val="0"/>
              </a:spcAft>
              <a:buSzPts val="1600"/>
              <a:buNone/>
            </a:pPr>
            <a:r>
              <a:rPr lang="pt-BR"/>
              <a:t>Implemente esse serviço.</a:t>
            </a:r>
            <a:endParaRPr/>
          </a:p>
        </p:txBody>
      </p:sp>
      <p:sp>
        <p:nvSpPr>
          <p:cNvPr id="882" name="Google Shape;882;g3e16a03eb46_0_489"/>
          <p:cNvSpPr txBox="1"/>
          <p:nvPr>
            <p:ph type="title"/>
          </p:nvPr>
        </p:nvSpPr>
        <p:spPr>
          <a:xfrm>
            <a:off x="4431925" y="1323800"/>
            <a:ext cx="41871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HORA DE EXERCÍCIO</a:t>
            </a:r>
            <a:endParaRPr/>
          </a:p>
        </p:txBody>
      </p:sp>
      <p:sp>
        <p:nvSpPr>
          <p:cNvPr id="883" name="Google Shape;883;g3e16a03eb46_0_489"/>
          <p:cNvSpPr/>
          <p:nvPr/>
        </p:nvSpPr>
        <p:spPr>
          <a:xfrm>
            <a:off x="0" y="1476225"/>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4" name="Google Shape;884;g3e16a03eb46_0_489"/>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5" name="Google Shape;885;g3e16a03eb46_0_489"/>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86" name="Google Shape;886;g3e16a03eb46_0_489"/>
          <p:cNvPicPr preferRelativeResize="0"/>
          <p:nvPr/>
        </p:nvPicPr>
        <p:blipFill rotWithShape="1">
          <a:blip r:embed="rId3">
            <a:alphaModFix/>
          </a:blip>
          <a:srcRect b="0" l="19853" r="0" t="0"/>
          <a:stretch/>
        </p:blipFill>
        <p:spPr>
          <a:xfrm>
            <a:off x="0" y="1573384"/>
            <a:ext cx="3224400" cy="2576637"/>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0" name="Shape 890"/>
        <p:cNvGrpSpPr/>
        <p:nvPr/>
      </p:nvGrpSpPr>
      <p:grpSpPr>
        <a:xfrm>
          <a:off x="0" y="0"/>
          <a:ext cx="0" cy="0"/>
          <a:chOff x="0" y="0"/>
          <a:chExt cx="0" cy="0"/>
        </a:xfrm>
      </p:grpSpPr>
      <p:sp>
        <p:nvSpPr>
          <p:cNvPr id="891" name="Google Shape;891;g3e16a03eb46_0_62"/>
          <p:cNvSpPr txBox="1"/>
          <p:nvPr>
            <p:ph type="title"/>
          </p:nvPr>
        </p:nvSpPr>
        <p:spPr>
          <a:xfrm>
            <a:off x="3762375" y="1012300"/>
            <a:ext cx="4915200" cy="1940100"/>
          </a:xfrm>
          <a:prstGeom prst="rect">
            <a:avLst/>
          </a:prstGeom>
          <a:noFill/>
          <a:ln>
            <a:noFill/>
          </a:ln>
        </p:spPr>
        <p:txBody>
          <a:bodyPr anchorCtr="0" anchor="ctr" bIns="0" lIns="91425" spcFirstLastPara="1" rIns="91425" wrap="square" tIns="0">
            <a:noAutofit/>
          </a:bodyPr>
          <a:lstStyle/>
          <a:p>
            <a:pPr indent="0" lvl="0" marL="0" rtl="0" algn="r">
              <a:lnSpc>
                <a:spcPct val="100000"/>
              </a:lnSpc>
              <a:spcBef>
                <a:spcPts val="0"/>
              </a:spcBef>
              <a:spcAft>
                <a:spcPts val="0"/>
              </a:spcAft>
              <a:buSzPts val="3500"/>
              <a:buNone/>
            </a:pPr>
            <a:r>
              <a:rPr lang="pt-BR"/>
              <a:t>CONCLUSÃO</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g3e16a03eb46_0_511"/>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Os princípios SOLID vêm para nos ajudar no design de aplicações e construirmos sistemas mais robustos e eficientes. Porém, cada análise de cada aplicação se torna única e necessária, para evitarmos de adicionar complexidade desnecessária. Excesso de abstrações não tornam um sistema robusto, podendo até mesmo trazer os mesmos problemas que devemos fugir.</a:t>
            </a:r>
            <a:endParaRPr/>
          </a:p>
        </p:txBody>
      </p:sp>
      <p:sp>
        <p:nvSpPr>
          <p:cNvPr id="897" name="Google Shape;897;g3e16a03eb46_0_511"/>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CUIDADOS</a:t>
            </a:r>
            <a:endParaRPr/>
          </a:p>
        </p:txBody>
      </p:sp>
      <p:sp>
        <p:nvSpPr>
          <p:cNvPr id="898" name="Google Shape;898;g3e16a03eb46_0_511"/>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g3e16a03eb46_0_511"/>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0" name="Google Shape;900;g3e16a03eb46_0_511"/>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1" name="Google Shape;901;g3e16a03eb46_0_511"/>
          <p:cNvPicPr preferRelativeResize="0"/>
          <p:nvPr/>
        </p:nvPicPr>
        <p:blipFill>
          <a:blip r:embed="rId3">
            <a:alphaModFix/>
          </a:blip>
          <a:stretch>
            <a:fillRect/>
          </a:stretch>
        </p:blipFill>
        <p:spPr>
          <a:xfrm>
            <a:off x="18013" y="1684588"/>
            <a:ext cx="3188376" cy="2255035"/>
          </a:xfrm>
          <a:prstGeom prst="rect">
            <a:avLst/>
          </a:prstGeom>
          <a:noFill/>
          <a:ln>
            <a:noFill/>
          </a:ln>
        </p:spPr>
      </p:pic>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g3e16a03eb46_0_520"/>
          <p:cNvSpPr txBox="1"/>
          <p:nvPr>
            <p:ph idx="1" type="body"/>
          </p:nvPr>
        </p:nvSpPr>
        <p:spPr>
          <a:xfrm>
            <a:off x="4579525" y="2540600"/>
            <a:ext cx="3932700" cy="21309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SzPts val="1600"/>
              <a:buNone/>
            </a:pPr>
            <a:r>
              <a:rPr lang="pt-BR"/>
              <a:t>Equilibrar a complexidade com as necessidades arquiteturais é o que faz um bom projetista de sistemas orientados a objetos. Adquirimos esse equilíbrio fazendo a leitura adequada de cada cenário, experimentando diferentes soluções e encontrando aquilo que há de melhor em cada uma e que se encaixa no problema.</a:t>
            </a:r>
            <a:endParaRPr/>
          </a:p>
        </p:txBody>
      </p:sp>
      <p:sp>
        <p:nvSpPr>
          <p:cNvPr id="907" name="Google Shape;907;g3e16a03eb46_0_520"/>
          <p:cNvSpPr txBox="1"/>
          <p:nvPr>
            <p:ph type="title"/>
          </p:nvPr>
        </p:nvSpPr>
        <p:spPr>
          <a:xfrm>
            <a:off x="3205550" y="1714800"/>
            <a:ext cx="5337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sz="2500"/>
              <a:t>EQUILÍBRIO</a:t>
            </a:r>
            <a:endParaRPr sz="2500"/>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1" name="Shape 911"/>
        <p:cNvGrpSpPr/>
        <p:nvPr/>
      </p:nvGrpSpPr>
      <p:grpSpPr>
        <a:xfrm>
          <a:off x="0" y="0"/>
          <a:ext cx="0" cy="0"/>
          <a:chOff x="0" y="0"/>
          <a:chExt cx="0" cy="0"/>
        </a:xfrm>
      </p:grpSpPr>
      <p:sp>
        <p:nvSpPr>
          <p:cNvPr id="912" name="Google Shape;912;g3e16a03eb46_0_525"/>
          <p:cNvSpPr txBox="1"/>
          <p:nvPr>
            <p:ph type="title"/>
          </p:nvPr>
        </p:nvSpPr>
        <p:spPr>
          <a:xfrm>
            <a:off x="1278050" y="343200"/>
            <a:ext cx="65880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pt-BR"/>
              <a:t>PRINCÍPIOS</a:t>
            </a:r>
            <a:endParaRPr/>
          </a:p>
        </p:txBody>
      </p:sp>
      <p:graphicFrame>
        <p:nvGraphicFramePr>
          <p:cNvPr id="913" name="Google Shape;913;g3e16a03eb46_0_525"/>
          <p:cNvGraphicFramePr/>
          <p:nvPr/>
        </p:nvGraphicFramePr>
        <p:xfrm>
          <a:off x="952500" y="1201026"/>
          <a:ext cx="3000000" cy="3000000"/>
        </p:xfrm>
        <a:graphic>
          <a:graphicData uri="http://schemas.openxmlformats.org/drawingml/2006/table">
            <a:tbl>
              <a:tblPr>
                <a:noFill/>
                <a:tableStyleId>{F0C6C6AC-1AF4-4518-83AD-BACC96AC2AAB}</a:tableStyleId>
              </a:tblPr>
              <a:tblGrid>
                <a:gridCol w="3619500"/>
                <a:gridCol w="3619500"/>
              </a:tblGrid>
              <a:tr h="381000">
                <a:tc>
                  <a:txBody>
                    <a:bodyPr/>
                    <a:lstStyle/>
                    <a:p>
                      <a:pPr indent="0" lvl="0" marL="0" rtl="0" algn="ctr">
                        <a:spcBef>
                          <a:spcPts val="0"/>
                        </a:spcBef>
                        <a:spcAft>
                          <a:spcPts val="0"/>
                        </a:spcAft>
                        <a:buNone/>
                      </a:pPr>
                      <a:r>
                        <a:rPr b="1" lang="pt-BR"/>
                        <a:t>Princípio</a:t>
                      </a:r>
                      <a:endParaRPr b="1"/>
                    </a:p>
                  </a:txBody>
                  <a:tcPr marT="91425" marB="91425" marR="91425" marL="91425">
                    <a:lnL cap="flat" cmpd="sng" w="9525">
                      <a:solidFill>
                        <a:srgbClr val="B7B7B7">
                          <a:alpha val="0"/>
                        </a:srgbClr>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B7B7B7">
                          <a:alpha val="0"/>
                        </a:srgbClr>
                      </a:solidFill>
                      <a:prstDash val="solid"/>
                      <a:round/>
                      <a:headEnd len="sm" w="sm" type="none"/>
                      <a:tailEnd len="sm" w="sm" type="none"/>
                    </a:lnB>
                    <a:solidFill>
                      <a:srgbClr val="B7B7B7"/>
                    </a:solidFill>
                  </a:tcPr>
                </a:tc>
                <a:tc>
                  <a:txBody>
                    <a:bodyPr/>
                    <a:lstStyle/>
                    <a:p>
                      <a:pPr indent="0" lvl="0" marL="0" rtl="0" algn="ctr">
                        <a:spcBef>
                          <a:spcPts val="0"/>
                        </a:spcBef>
                        <a:spcAft>
                          <a:spcPts val="0"/>
                        </a:spcAft>
                        <a:buNone/>
                      </a:pPr>
                      <a:r>
                        <a:rPr b="1" lang="pt-BR"/>
                        <a:t>Objetivo</a:t>
                      </a:r>
                      <a:endParaRPr b="1"/>
                    </a:p>
                  </a:txBody>
                  <a:tcPr marT="91425" marB="91425" marR="91425" marL="91425">
                    <a:lnL cap="flat" cmpd="sng" w="9525">
                      <a:solidFill>
                        <a:srgbClr val="B7B7B7">
                          <a:alpha val="0"/>
                        </a:srgbClr>
                      </a:solidFill>
                      <a:prstDash val="solid"/>
                      <a:round/>
                      <a:headEnd len="sm" w="sm" type="none"/>
                      <a:tailEnd len="sm" w="sm" type="none"/>
                    </a:lnL>
                    <a:lnR cap="flat" cmpd="sng" w="9525">
                      <a:solidFill>
                        <a:srgbClr val="B7B7B7">
                          <a:alpha val="0"/>
                        </a:srgbClr>
                      </a:solidFill>
                      <a:prstDash val="solid"/>
                      <a:round/>
                      <a:headEnd len="sm" w="sm" type="none"/>
                      <a:tailEnd len="sm" w="sm" type="none"/>
                    </a:lnR>
                    <a:lnT cap="flat" cmpd="sng" w="9525">
                      <a:solidFill>
                        <a:srgbClr val="B7B7B7">
                          <a:alpha val="0"/>
                        </a:srgbClr>
                      </a:solidFill>
                      <a:prstDash val="solid"/>
                      <a:round/>
                      <a:headEnd len="sm" w="sm" type="none"/>
                      <a:tailEnd len="sm" w="sm" type="none"/>
                    </a:lnT>
                    <a:lnB cap="flat" cmpd="sng" w="9525">
                      <a:solidFill>
                        <a:srgbClr val="B7B7B7">
                          <a:alpha val="0"/>
                        </a:srgbClr>
                      </a:solidFill>
                      <a:prstDash val="solid"/>
                      <a:round/>
                      <a:headEnd len="sm" w="sm" type="none"/>
                      <a:tailEnd len="sm" w="sm" type="none"/>
                    </a:lnB>
                    <a:solidFill>
                      <a:srgbClr val="B7B7B7"/>
                    </a:solidFill>
                  </a:tcPr>
                </a:tc>
              </a:tr>
              <a:tr h="381000">
                <a:tc>
                  <a:txBody>
                    <a:bodyPr/>
                    <a:lstStyle/>
                    <a:p>
                      <a:pPr indent="0" lvl="0" marL="0" rtl="0" algn="just">
                        <a:spcBef>
                          <a:spcPts val="0"/>
                        </a:spcBef>
                        <a:spcAft>
                          <a:spcPts val="0"/>
                        </a:spcAft>
                        <a:buNone/>
                      </a:pPr>
                      <a:r>
                        <a:rPr lang="pt-BR">
                          <a:solidFill>
                            <a:schemeClr val="lt1"/>
                          </a:solidFill>
                        </a:rPr>
                        <a:t>Responsabilidade Única</a:t>
                      </a:r>
                      <a:endParaRPr>
                        <a:solidFill>
                          <a:schemeClr val="lt1"/>
                        </a:solidFill>
                      </a:endParaRPr>
                    </a:p>
                  </a:txBody>
                  <a:tcPr marT="91425" marB="91425" marR="91425" marL="91425" anchor="ctr">
                    <a:lnT cap="flat" cmpd="sng" w="9525">
                      <a:solidFill>
                        <a:srgbClr val="B7B7B7">
                          <a:alpha val="0"/>
                        </a:srgbClr>
                      </a:solidFill>
                      <a:prstDash val="solid"/>
                      <a:round/>
                      <a:headEnd len="sm" w="sm" type="none"/>
                      <a:tailEnd len="sm" w="sm" type="none"/>
                    </a:lnT>
                  </a:tcPr>
                </a:tc>
                <a:tc>
                  <a:txBody>
                    <a:bodyPr/>
                    <a:lstStyle/>
                    <a:p>
                      <a:pPr indent="0" lvl="0" marL="0" rtl="0" algn="just">
                        <a:spcBef>
                          <a:spcPts val="0"/>
                        </a:spcBef>
                        <a:spcAft>
                          <a:spcPts val="0"/>
                        </a:spcAft>
                        <a:buNone/>
                      </a:pPr>
                      <a:r>
                        <a:rPr lang="pt-BR">
                          <a:solidFill>
                            <a:schemeClr val="lt1"/>
                          </a:solidFill>
                        </a:rPr>
                        <a:t>Responsabilidades bem definidas para classes</a:t>
                      </a:r>
                      <a:endParaRPr>
                        <a:solidFill>
                          <a:schemeClr val="lt1"/>
                        </a:solidFill>
                      </a:endParaRPr>
                    </a:p>
                  </a:txBody>
                  <a:tcPr marT="91425" marB="91425" marR="91425" marL="91425" anchor="ctr">
                    <a:lnT cap="flat" cmpd="sng" w="9525">
                      <a:solidFill>
                        <a:srgbClr val="B7B7B7">
                          <a:alpha val="0"/>
                        </a:srgbClr>
                      </a:solidFill>
                      <a:prstDash val="solid"/>
                      <a:round/>
                      <a:headEnd len="sm" w="sm" type="none"/>
                      <a:tailEnd len="sm" w="sm" type="none"/>
                    </a:lnT>
                  </a:tcPr>
                </a:tc>
              </a:tr>
              <a:tr h="381000">
                <a:tc>
                  <a:txBody>
                    <a:bodyPr/>
                    <a:lstStyle/>
                    <a:p>
                      <a:pPr indent="0" lvl="0" marL="0" rtl="0" algn="just">
                        <a:spcBef>
                          <a:spcPts val="0"/>
                        </a:spcBef>
                        <a:spcAft>
                          <a:spcPts val="0"/>
                        </a:spcAft>
                        <a:buNone/>
                      </a:pPr>
                      <a:r>
                        <a:rPr lang="pt-BR">
                          <a:solidFill>
                            <a:schemeClr val="lt1"/>
                          </a:solidFill>
                        </a:rPr>
                        <a:t>Aberto/Fechado</a:t>
                      </a:r>
                      <a:endParaRPr>
                        <a:solidFill>
                          <a:schemeClr val="lt1"/>
                        </a:solidFill>
                      </a:endParaRPr>
                    </a:p>
                  </a:txBody>
                  <a:tcPr marT="91425" marB="91425" marR="91425" marL="91425" anchor="ctr"/>
                </a:tc>
                <a:tc>
                  <a:txBody>
                    <a:bodyPr/>
                    <a:lstStyle/>
                    <a:p>
                      <a:pPr indent="0" lvl="0" marL="0" rtl="0" algn="just">
                        <a:spcBef>
                          <a:spcPts val="0"/>
                        </a:spcBef>
                        <a:spcAft>
                          <a:spcPts val="0"/>
                        </a:spcAft>
                        <a:buNone/>
                      </a:pPr>
                      <a:r>
                        <a:rPr lang="pt-BR">
                          <a:solidFill>
                            <a:schemeClr val="lt1"/>
                          </a:solidFill>
                        </a:rPr>
                        <a:t>Estender comportamentos sem modificar o original</a:t>
                      </a:r>
                      <a:endParaRPr>
                        <a:solidFill>
                          <a:schemeClr val="lt1"/>
                        </a:solidFill>
                      </a:endParaRPr>
                    </a:p>
                  </a:txBody>
                  <a:tcPr marT="91425" marB="91425" marR="91425" marL="91425" anchor="ctr"/>
                </a:tc>
              </a:tr>
              <a:tr h="381000">
                <a:tc>
                  <a:txBody>
                    <a:bodyPr/>
                    <a:lstStyle/>
                    <a:p>
                      <a:pPr indent="0" lvl="0" marL="0" rtl="0" algn="just">
                        <a:spcBef>
                          <a:spcPts val="0"/>
                        </a:spcBef>
                        <a:spcAft>
                          <a:spcPts val="0"/>
                        </a:spcAft>
                        <a:buNone/>
                      </a:pPr>
                      <a:r>
                        <a:rPr lang="pt-BR">
                          <a:solidFill>
                            <a:schemeClr val="lt1"/>
                          </a:solidFill>
                        </a:rPr>
                        <a:t>Substituição de Liskov</a:t>
                      </a:r>
                      <a:endParaRPr>
                        <a:solidFill>
                          <a:schemeClr val="lt1"/>
                        </a:solidFill>
                      </a:endParaRPr>
                    </a:p>
                  </a:txBody>
                  <a:tcPr marT="91425" marB="91425" marR="91425" marL="91425" anchor="ctr"/>
                </a:tc>
                <a:tc>
                  <a:txBody>
                    <a:bodyPr/>
                    <a:lstStyle/>
                    <a:p>
                      <a:pPr indent="0" lvl="0" marL="0" rtl="0" algn="just">
                        <a:spcBef>
                          <a:spcPts val="0"/>
                        </a:spcBef>
                        <a:spcAft>
                          <a:spcPts val="0"/>
                        </a:spcAft>
                        <a:buNone/>
                      </a:pPr>
                      <a:r>
                        <a:rPr lang="pt-BR">
                          <a:solidFill>
                            <a:schemeClr val="lt1"/>
                          </a:solidFill>
                        </a:rPr>
                        <a:t>Substituição correta de objetos herdados</a:t>
                      </a:r>
                      <a:endParaRPr>
                        <a:solidFill>
                          <a:schemeClr val="lt1"/>
                        </a:solidFill>
                      </a:endParaRPr>
                    </a:p>
                  </a:txBody>
                  <a:tcPr marT="91425" marB="91425" marR="91425" marL="91425" anchor="ctr"/>
                </a:tc>
              </a:tr>
              <a:tr h="381000">
                <a:tc>
                  <a:txBody>
                    <a:bodyPr/>
                    <a:lstStyle/>
                    <a:p>
                      <a:pPr indent="0" lvl="0" marL="0" rtl="0" algn="just">
                        <a:spcBef>
                          <a:spcPts val="0"/>
                        </a:spcBef>
                        <a:spcAft>
                          <a:spcPts val="0"/>
                        </a:spcAft>
                        <a:buNone/>
                      </a:pPr>
                      <a:r>
                        <a:rPr lang="pt-BR">
                          <a:solidFill>
                            <a:schemeClr val="lt1"/>
                          </a:solidFill>
                        </a:rPr>
                        <a:t>Segregação de Interface</a:t>
                      </a:r>
                      <a:endParaRPr>
                        <a:solidFill>
                          <a:schemeClr val="lt1"/>
                        </a:solidFill>
                      </a:endParaRPr>
                    </a:p>
                  </a:txBody>
                  <a:tcPr marT="91425" marB="91425" marR="91425" marL="91425" anchor="ctr"/>
                </a:tc>
                <a:tc>
                  <a:txBody>
                    <a:bodyPr/>
                    <a:lstStyle/>
                    <a:p>
                      <a:pPr indent="0" lvl="0" marL="0" rtl="0" algn="just">
                        <a:spcBef>
                          <a:spcPts val="0"/>
                        </a:spcBef>
                        <a:spcAft>
                          <a:spcPts val="0"/>
                        </a:spcAft>
                        <a:buNone/>
                      </a:pPr>
                      <a:r>
                        <a:rPr lang="pt-BR">
                          <a:solidFill>
                            <a:schemeClr val="lt1"/>
                          </a:solidFill>
                        </a:rPr>
                        <a:t>Definição de interfaces específicas para cada cenário</a:t>
                      </a:r>
                      <a:endParaRPr>
                        <a:solidFill>
                          <a:schemeClr val="lt1"/>
                        </a:solidFill>
                      </a:endParaRPr>
                    </a:p>
                  </a:txBody>
                  <a:tcPr marT="91425" marB="91425" marR="91425" marL="91425" anchor="ctr"/>
                </a:tc>
              </a:tr>
              <a:tr h="381000">
                <a:tc>
                  <a:txBody>
                    <a:bodyPr/>
                    <a:lstStyle/>
                    <a:p>
                      <a:pPr indent="0" lvl="0" marL="0" rtl="0" algn="just">
                        <a:spcBef>
                          <a:spcPts val="0"/>
                        </a:spcBef>
                        <a:spcAft>
                          <a:spcPts val="0"/>
                        </a:spcAft>
                        <a:buNone/>
                      </a:pPr>
                      <a:r>
                        <a:rPr lang="pt-BR">
                          <a:solidFill>
                            <a:schemeClr val="lt1"/>
                          </a:solidFill>
                        </a:rPr>
                        <a:t>Inversão de Dependência</a:t>
                      </a:r>
                      <a:endParaRPr>
                        <a:solidFill>
                          <a:schemeClr val="lt1"/>
                        </a:solidFill>
                      </a:endParaRPr>
                    </a:p>
                  </a:txBody>
                  <a:tcPr marT="91425" marB="91425" marR="91425" marL="91425" anchor="ctr"/>
                </a:tc>
                <a:tc>
                  <a:txBody>
                    <a:bodyPr/>
                    <a:lstStyle/>
                    <a:p>
                      <a:pPr indent="0" lvl="0" marL="0" rtl="0" algn="just">
                        <a:spcBef>
                          <a:spcPts val="0"/>
                        </a:spcBef>
                        <a:spcAft>
                          <a:spcPts val="0"/>
                        </a:spcAft>
                        <a:buNone/>
                      </a:pPr>
                      <a:r>
                        <a:rPr lang="pt-BR">
                          <a:solidFill>
                            <a:schemeClr val="lt1"/>
                          </a:solidFill>
                        </a:rPr>
                        <a:t>Depender de abstrações, ao invés de componentes específicos</a:t>
                      </a:r>
                      <a:endParaRPr>
                        <a:solidFill>
                          <a:schemeClr val="lt1"/>
                        </a:solidFill>
                      </a:endParaRPr>
                    </a:p>
                  </a:txBody>
                  <a:tcPr marT="91425" marB="91425" marR="91425" marL="91425" anchor="ctr"/>
                </a:tc>
              </a:tr>
            </a:tbl>
          </a:graphicData>
        </a:graphic>
      </p:graphicFrame>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g20a70d3dc02_0_407"/>
          <p:cNvSpPr txBox="1"/>
          <p:nvPr>
            <p:ph idx="1" type="body"/>
          </p:nvPr>
        </p:nvSpPr>
        <p:spPr>
          <a:xfrm>
            <a:off x="4401425" y="1997200"/>
            <a:ext cx="4187100" cy="2603400"/>
          </a:xfrm>
          <a:prstGeom prst="rect">
            <a:avLst/>
          </a:prstGeom>
          <a:noFill/>
          <a:ln>
            <a:noFill/>
          </a:ln>
        </p:spPr>
        <p:txBody>
          <a:bodyPr anchorCtr="0" anchor="t" bIns="91425" lIns="91425" spcFirstLastPara="1" rIns="91425" wrap="square" tIns="91425">
            <a:noAutofit/>
          </a:bodyPr>
          <a:lstStyle/>
          <a:p>
            <a:pPr indent="-330200" lvl="0" marL="457200" rtl="0" algn="just">
              <a:lnSpc>
                <a:spcPct val="100000"/>
              </a:lnSpc>
              <a:spcBef>
                <a:spcPts val="0"/>
              </a:spcBef>
              <a:spcAft>
                <a:spcPts val="0"/>
              </a:spcAft>
              <a:buSzPts val="1600"/>
              <a:buChar char="●"/>
            </a:pPr>
            <a:r>
              <a:rPr lang="pt-BR"/>
              <a:t>Histórico</a:t>
            </a:r>
            <a:endParaRPr/>
          </a:p>
          <a:p>
            <a:pPr indent="-330200" lvl="0" marL="457200" rtl="0" algn="just">
              <a:lnSpc>
                <a:spcPct val="100000"/>
              </a:lnSpc>
              <a:spcBef>
                <a:spcPts val="0"/>
              </a:spcBef>
              <a:spcAft>
                <a:spcPts val="0"/>
              </a:spcAft>
              <a:buSzPts val="1600"/>
              <a:buChar char="●"/>
            </a:pPr>
            <a:r>
              <a:rPr lang="pt-BR"/>
              <a:t>Conceito principal</a:t>
            </a:r>
            <a:endParaRPr/>
          </a:p>
          <a:p>
            <a:pPr indent="-330200" lvl="0" marL="457200" rtl="0" algn="just">
              <a:lnSpc>
                <a:spcPct val="100000"/>
              </a:lnSpc>
              <a:spcBef>
                <a:spcPts val="0"/>
              </a:spcBef>
              <a:spcAft>
                <a:spcPts val="0"/>
              </a:spcAft>
              <a:buSzPts val="1600"/>
              <a:buChar char="●"/>
            </a:pPr>
            <a:r>
              <a:rPr lang="pt-BR"/>
              <a:t>Princípio da Responsabilidade Única</a:t>
            </a:r>
            <a:endParaRPr/>
          </a:p>
          <a:p>
            <a:pPr indent="-330200" lvl="0" marL="457200" rtl="0" algn="just">
              <a:lnSpc>
                <a:spcPct val="100000"/>
              </a:lnSpc>
              <a:spcBef>
                <a:spcPts val="0"/>
              </a:spcBef>
              <a:spcAft>
                <a:spcPts val="0"/>
              </a:spcAft>
              <a:buSzPts val="1600"/>
              <a:buChar char="●"/>
            </a:pPr>
            <a:r>
              <a:rPr lang="pt-BR"/>
              <a:t>Princípio Aberto/Fechado</a:t>
            </a:r>
            <a:endParaRPr/>
          </a:p>
          <a:p>
            <a:pPr indent="-330200" lvl="0" marL="457200" rtl="0" algn="just">
              <a:lnSpc>
                <a:spcPct val="100000"/>
              </a:lnSpc>
              <a:spcBef>
                <a:spcPts val="0"/>
              </a:spcBef>
              <a:spcAft>
                <a:spcPts val="0"/>
              </a:spcAft>
              <a:buSzPts val="1600"/>
              <a:buChar char="●"/>
            </a:pPr>
            <a:r>
              <a:rPr lang="pt-BR"/>
              <a:t>Princípio da Substituição de Liskov</a:t>
            </a:r>
            <a:endParaRPr/>
          </a:p>
          <a:p>
            <a:pPr indent="-330200" lvl="0" marL="457200" rtl="0" algn="just">
              <a:lnSpc>
                <a:spcPct val="100000"/>
              </a:lnSpc>
              <a:spcBef>
                <a:spcPts val="0"/>
              </a:spcBef>
              <a:spcAft>
                <a:spcPts val="0"/>
              </a:spcAft>
              <a:buSzPts val="1600"/>
              <a:buChar char="●"/>
            </a:pPr>
            <a:r>
              <a:rPr lang="pt-BR"/>
              <a:t>Princípio da Segregação de Interface</a:t>
            </a:r>
            <a:endParaRPr/>
          </a:p>
          <a:p>
            <a:pPr indent="-330200" lvl="0" marL="457200" rtl="0" algn="just">
              <a:lnSpc>
                <a:spcPct val="100000"/>
              </a:lnSpc>
              <a:spcBef>
                <a:spcPts val="0"/>
              </a:spcBef>
              <a:spcAft>
                <a:spcPts val="0"/>
              </a:spcAft>
              <a:buSzPts val="1600"/>
              <a:buChar char="●"/>
            </a:pPr>
            <a:r>
              <a:rPr lang="pt-BR"/>
              <a:t>Princípio da Inversão de Dependência</a:t>
            </a:r>
            <a:endParaRPr/>
          </a:p>
        </p:txBody>
      </p:sp>
      <p:sp>
        <p:nvSpPr>
          <p:cNvPr id="919" name="Google Shape;919;g20a70d3dc02_0_407"/>
          <p:cNvSpPr txBox="1"/>
          <p:nvPr>
            <p:ph type="title"/>
          </p:nvPr>
        </p:nvSpPr>
        <p:spPr>
          <a:xfrm>
            <a:off x="4655731" y="1323800"/>
            <a:ext cx="3963300" cy="6690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2800"/>
              <a:buNone/>
            </a:pPr>
            <a:r>
              <a:rPr lang="pt-BR"/>
              <a:t>RECAPITULANDO</a:t>
            </a:r>
            <a:endParaRPr/>
          </a:p>
        </p:txBody>
      </p:sp>
      <p:sp>
        <p:nvSpPr>
          <p:cNvPr id="920" name="Google Shape;920;g20a70d3dc02_0_407"/>
          <p:cNvSpPr/>
          <p:nvPr/>
        </p:nvSpPr>
        <p:spPr>
          <a:xfrm>
            <a:off x="0" y="1429100"/>
            <a:ext cx="3224400" cy="2766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1" name="Google Shape;921;g20a70d3dc02_0_407"/>
          <p:cNvSpPr/>
          <p:nvPr/>
        </p:nvSpPr>
        <p:spPr>
          <a:xfrm>
            <a:off x="1849175" y="1204300"/>
            <a:ext cx="808200" cy="324000"/>
          </a:xfrm>
          <a:prstGeom prst="rect">
            <a:avLst/>
          </a:prstGeom>
          <a:solidFill>
            <a:srgbClr val="D7073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22" name="Google Shape;922;g20a70d3dc02_0_407"/>
          <p:cNvSpPr/>
          <p:nvPr/>
        </p:nvSpPr>
        <p:spPr>
          <a:xfrm>
            <a:off x="1434400" y="4195100"/>
            <a:ext cx="1160700" cy="324000"/>
          </a:xfrm>
          <a:prstGeom prst="rect">
            <a:avLst/>
          </a:prstGeom>
          <a:solidFill>
            <a:srgbClr val="4C67E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23" name="Google Shape;923;g20a70d3dc02_0_407"/>
          <p:cNvPicPr preferRelativeResize="0"/>
          <p:nvPr/>
        </p:nvPicPr>
        <p:blipFill rotWithShape="1">
          <a:blip r:embed="rId3">
            <a:alphaModFix/>
          </a:blip>
          <a:srcRect b="7842" l="0" r="5356" t="0"/>
          <a:stretch/>
        </p:blipFill>
        <p:spPr>
          <a:xfrm>
            <a:off x="0" y="1566675"/>
            <a:ext cx="3224400" cy="2590049"/>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7" name="Shape 927"/>
        <p:cNvGrpSpPr/>
        <p:nvPr/>
      </p:nvGrpSpPr>
      <p:grpSpPr>
        <a:xfrm>
          <a:off x="0" y="0"/>
          <a:ext cx="0" cy="0"/>
          <a:chOff x="0" y="0"/>
          <a:chExt cx="0" cy="0"/>
        </a:xfrm>
      </p:grpSpPr>
      <p:sp>
        <p:nvSpPr>
          <p:cNvPr id="928" name="Google Shape;928;p27"/>
          <p:cNvSpPr txBox="1"/>
          <p:nvPr>
            <p:ph type="title"/>
          </p:nvPr>
        </p:nvSpPr>
        <p:spPr>
          <a:xfrm>
            <a:off x="2951850" y="700250"/>
            <a:ext cx="3240300" cy="6690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400"/>
              <a:buNone/>
            </a:pPr>
            <a:r>
              <a:rPr lang="pt-BR"/>
              <a:t>OBRIGADO!</a:t>
            </a:r>
            <a:endParaRPr/>
          </a:p>
        </p:txBody>
      </p:sp>
      <p:sp>
        <p:nvSpPr>
          <p:cNvPr id="929" name="Google Shape;929;p27"/>
          <p:cNvSpPr txBox="1"/>
          <p:nvPr/>
        </p:nvSpPr>
        <p:spPr>
          <a:xfrm>
            <a:off x="288350" y="4370800"/>
            <a:ext cx="6203400" cy="772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pt-BR" sz="1200" u="none" cap="none" strike="noStrike">
                <a:solidFill>
                  <a:schemeClr val="lt1"/>
                </a:solidFill>
                <a:latin typeface="Anaheim"/>
                <a:ea typeface="Anaheim"/>
                <a:cs typeface="Anaheim"/>
                <a:sym typeface="Anaheim"/>
              </a:rPr>
              <a:t>“- </a:t>
            </a:r>
            <a:r>
              <a:rPr b="1" lang="pt-BR" sz="1200">
                <a:solidFill>
                  <a:schemeClr val="lt1"/>
                </a:solidFill>
                <a:latin typeface="Anaheim"/>
                <a:ea typeface="Anaheim"/>
                <a:cs typeface="Anaheim"/>
                <a:sym typeface="Anaheim"/>
              </a:rPr>
              <a:t>ESTÁ COMENDO FEITO UMA MACACA, TEM QUE MASTIGAR A COMIDA!</a:t>
            </a:r>
            <a:endParaRPr b="1" sz="1200">
              <a:solidFill>
                <a:schemeClr val="lt1"/>
              </a:solidFill>
              <a:latin typeface="Anaheim"/>
              <a:ea typeface="Anaheim"/>
              <a:cs typeface="Anaheim"/>
              <a:sym typeface="Anaheim"/>
            </a:endParaRPr>
          </a:p>
          <a:p>
            <a:pPr indent="0" lvl="0" marL="0" marR="0" rtl="0" algn="l">
              <a:lnSpc>
                <a:spcPct val="100000"/>
              </a:lnSpc>
              <a:spcBef>
                <a:spcPts val="0"/>
              </a:spcBef>
              <a:spcAft>
                <a:spcPts val="0"/>
              </a:spcAft>
              <a:buClr>
                <a:srgbClr val="000000"/>
              </a:buClr>
              <a:buSzPts val="1600"/>
              <a:buFont typeface="Arial"/>
              <a:buNone/>
            </a:pPr>
            <a:r>
              <a:rPr b="1" lang="pt-BR" sz="1200">
                <a:solidFill>
                  <a:schemeClr val="lt1"/>
                </a:solidFill>
                <a:latin typeface="Anaheim"/>
                <a:ea typeface="Anaheim"/>
                <a:cs typeface="Anaheim"/>
                <a:sym typeface="Anaheim"/>
              </a:rPr>
              <a:t> - MAS É SOPA!</a:t>
            </a:r>
            <a:r>
              <a:rPr b="1" i="0" lang="pt-BR" sz="1200" u="none" cap="none" strike="noStrike">
                <a:solidFill>
                  <a:schemeClr val="lt1"/>
                </a:solidFill>
                <a:latin typeface="Anaheim"/>
                <a:ea typeface="Anaheim"/>
                <a:cs typeface="Anaheim"/>
                <a:sym typeface="Anaheim"/>
              </a:rPr>
              <a:t>”</a:t>
            </a:r>
            <a:endParaRPr b="1" i="0" sz="12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t/>
            </a:r>
            <a:endParaRPr b="1" i="0" sz="16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rPr b="1" lang="pt-BR" sz="1600">
                <a:solidFill>
                  <a:schemeClr val="lt1"/>
                </a:solidFill>
                <a:latin typeface="Anaheim"/>
                <a:ea typeface="Anaheim"/>
                <a:cs typeface="Anaheim"/>
                <a:sym typeface="Anaheim"/>
              </a:rPr>
              <a:t>As Aventuras de Jackie Chan</a:t>
            </a:r>
            <a:endParaRPr b="1" i="0" sz="16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t/>
            </a:r>
            <a:endParaRPr b="1" i="0" sz="1600" u="none" cap="none" strike="noStrike">
              <a:solidFill>
                <a:schemeClr val="lt1"/>
              </a:solidFill>
              <a:latin typeface="Anaheim"/>
              <a:ea typeface="Anaheim"/>
              <a:cs typeface="Anaheim"/>
              <a:sym typeface="Anaheim"/>
            </a:endParaRPr>
          </a:p>
          <a:p>
            <a:pPr indent="0" lvl="0" marL="0" marR="0" rtl="0" algn="l">
              <a:lnSpc>
                <a:spcPct val="50000"/>
              </a:lnSpc>
              <a:spcBef>
                <a:spcPts val="0"/>
              </a:spcBef>
              <a:spcAft>
                <a:spcPts val="0"/>
              </a:spcAft>
              <a:buClr>
                <a:srgbClr val="000000"/>
              </a:buClr>
              <a:buSzPts val="1600"/>
              <a:buFont typeface="Arial"/>
              <a:buNone/>
            </a:pPr>
            <a:r>
              <a:t/>
            </a:r>
            <a:endParaRPr b="1" i="0" sz="1600" u="none" cap="none" strike="noStrike">
              <a:solidFill>
                <a:schemeClr val="lt1"/>
              </a:solidFill>
              <a:latin typeface="Anaheim"/>
              <a:ea typeface="Anaheim"/>
              <a:cs typeface="Anaheim"/>
              <a:sym typeface="Anaheim"/>
            </a:endParaRPr>
          </a:p>
        </p:txBody>
      </p:sp>
      <p:sp>
        <p:nvSpPr>
          <p:cNvPr id="930" name="Google Shape;930;p27"/>
          <p:cNvSpPr/>
          <p:nvPr/>
        </p:nvSpPr>
        <p:spPr>
          <a:xfrm>
            <a:off x="135950" y="1566450"/>
            <a:ext cx="2097600" cy="2743200"/>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31" name="Google Shape;931;p27"/>
          <p:cNvPicPr preferRelativeResize="0"/>
          <p:nvPr/>
        </p:nvPicPr>
        <p:blipFill rotWithShape="1">
          <a:blip r:embed="rId3">
            <a:alphaModFix/>
          </a:blip>
          <a:srcRect b="0" l="3720" r="3730" t="0"/>
          <a:stretch/>
        </p:blipFill>
        <p:spPr>
          <a:xfrm>
            <a:off x="135950" y="1660150"/>
            <a:ext cx="2097600" cy="257175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rogramming Lesson by Slidesgo">
  <a:themeElements>
    <a:clrScheme name="Simple Light">
      <a:dk1>
        <a:srgbClr val="1B1464"/>
      </a:dk1>
      <a:lt1>
        <a:srgbClr val="FFFFFF"/>
      </a:lt1>
      <a:dk2>
        <a:srgbClr val="00FFC5"/>
      </a:dk2>
      <a:lt2>
        <a:srgbClr val="EC008C"/>
      </a:lt2>
      <a:accent1>
        <a:srgbClr val="1B1464"/>
      </a:accent1>
      <a:accent2>
        <a:srgbClr val="00FFC5"/>
      </a:accent2>
      <a:accent3>
        <a:srgbClr val="EC008C"/>
      </a:accent3>
      <a:accent4>
        <a:srgbClr val="1B1464"/>
      </a:accent4>
      <a:accent5>
        <a:srgbClr val="00FFC5"/>
      </a:accent5>
      <a:accent6>
        <a:srgbClr val="EC008C"/>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