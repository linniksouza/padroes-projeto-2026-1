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</p:sldIdLst>
  <p:sldSz cy="5143500" cx="9144000"/>
  <p:notesSz cx="6858000" cy="9144000"/>
  <p:embeddedFontLst>
    <p:embeddedFont>
      <p:font typeface="Anaheim"/>
      <p:regular r:id="rId38"/>
      <p:bold r:id="rId39"/>
    </p:embeddedFont>
    <p:embeddedFont>
      <p:font typeface="Barlow Condensed ExtraBold"/>
      <p:bold r:id="rId40"/>
      <p:boldItalic r:id="rId41"/>
    </p:embeddedFont>
    <p:embeddedFont>
      <p:font typeface="Overpass Mono"/>
      <p:regular r:id="rId42"/>
      <p:bold r:id="rId43"/>
    </p:embeddedFont>
    <p:embeddedFont>
      <p:font typeface="Barlow"/>
      <p:regular r:id="rId44"/>
      <p:bold r:id="rId45"/>
      <p:italic r:id="rId46"/>
      <p:boldItalic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8" roundtripDataSignature="AMtx7mjt5trC9QEfEGmnu4+PGrwY6aIbQ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BarlowCondensedExtraBold-bold.fntdata"/><Relationship Id="rId20" Type="http://schemas.openxmlformats.org/officeDocument/2006/relationships/slide" Target="slides/slide16.xml"/><Relationship Id="rId42" Type="http://schemas.openxmlformats.org/officeDocument/2006/relationships/font" Target="fonts/OverpassMono-regular.fntdata"/><Relationship Id="rId41" Type="http://schemas.openxmlformats.org/officeDocument/2006/relationships/font" Target="fonts/BarlowCondensedExtraBold-boldItalic.fntdata"/><Relationship Id="rId22" Type="http://schemas.openxmlformats.org/officeDocument/2006/relationships/slide" Target="slides/slide18.xml"/><Relationship Id="rId44" Type="http://schemas.openxmlformats.org/officeDocument/2006/relationships/font" Target="fonts/Barlow-regular.fntdata"/><Relationship Id="rId21" Type="http://schemas.openxmlformats.org/officeDocument/2006/relationships/slide" Target="slides/slide17.xml"/><Relationship Id="rId43" Type="http://schemas.openxmlformats.org/officeDocument/2006/relationships/font" Target="fonts/OverpassMono-bold.fntdata"/><Relationship Id="rId24" Type="http://schemas.openxmlformats.org/officeDocument/2006/relationships/slide" Target="slides/slide20.xml"/><Relationship Id="rId46" Type="http://schemas.openxmlformats.org/officeDocument/2006/relationships/font" Target="fonts/Barlow-italic.fntdata"/><Relationship Id="rId23" Type="http://schemas.openxmlformats.org/officeDocument/2006/relationships/slide" Target="slides/slide19.xml"/><Relationship Id="rId45" Type="http://schemas.openxmlformats.org/officeDocument/2006/relationships/font" Target="fonts/Barlow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48" Type="http://customschemas.google.com/relationships/presentationmetadata" Target="metadata"/><Relationship Id="rId25" Type="http://schemas.openxmlformats.org/officeDocument/2006/relationships/slide" Target="slides/slide21.xml"/><Relationship Id="rId47" Type="http://schemas.openxmlformats.org/officeDocument/2006/relationships/font" Target="fonts/Barlow-boldItalic.fntdata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font" Target="fonts/Anaheim-bold.fntdata"/><Relationship Id="rId16" Type="http://schemas.openxmlformats.org/officeDocument/2006/relationships/slide" Target="slides/slide12.xml"/><Relationship Id="rId38" Type="http://schemas.openxmlformats.org/officeDocument/2006/relationships/font" Target="fonts/Anaheim-regular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1" name="Google Shape;32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d9e5e6495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7" name="Google Shape;327;g3d9e5e6495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d9e5e64954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2" name="Google Shape;332;g3d9e5e64954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0a6dd2528c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8" name="Google Shape;338;g20a6dd2528c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d9e5e64954_0_3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3" name="Google Shape;343;g3d9e5e64954_0_3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d9e5e64954_0_6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3" name="Google Shape;353;g3d9e5e64954_0_6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d9e5e64954_0_9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3" name="Google Shape;363;g3d9e5e64954_0_9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d9e5e64954_0_12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9" name="Google Shape;369;g3d9e5e64954_0_12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d9e5e64954_0_16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5" name="Google Shape;375;g3d9e5e64954_0_16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d9e5e64954_0_19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1" name="Google Shape;381;g3d9e5e64954_0_19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d9e5e64954_0_19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1" name="Google Shape;391;g3d9e5e64954_0_19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d9e5e64954_0_19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7" name="Google Shape;397;g3d9e5e64954_0_19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d9e5e64954_0_19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7" name="Google Shape;407;g3d9e5e64954_0_19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d9e5e64954_0_19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2" name="Google Shape;412;g3d9e5e64954_0_19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d9e5e64954_0_22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8" name="Google Shape;418;g3d9e5e64954_0_22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d9e5e64954_0_3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4" name="Google Shape;424;g3d9e5e64954_0_3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d9e5e64954_0_26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9" name="Google Shape;429;g3d9e5e64954_0_26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d9e5e64954_0_26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9" name="Google Shape;439;g3d9e5e64954_0_26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d9e5e64954_0_26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9" name="Google Shape;449;g3d9e5e64954_0_26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3d9e5e64954_0_26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5" name="Google Shape;455;g3d9e5e64954_0_26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d9e5e64954_0_26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1" name="Google Shape;461;g3d9e5e64954_0_26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3d9e5e64954_0_26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7" name="Google Shape;467;g3d9e5e64954_0_26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3d9e5e64954_0_26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3" name="Google Shape;473;g3d9e5e64954_0_26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3d9e5e64954_0_26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3" name="Google Shape;483;g3d9e5e64954_0_26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3d9e5e64954_0_26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9" name="Google Shape;489;g3d9e5e64954_0_26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d9e5e64954_0_26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9" name="Google Shape;499;g3d9e5e64954_0_26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d9e5e64954_0_26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4" name="Google Shape;504;g3d9e5e64954_0_26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3d9e5e64954_0_26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0" name="Google Shape;510;g3d9e5e64954_0_26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3d9e5e64954_0_26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6" name="Google Shape;516;g3d9e5e64954_0_26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3d9e5e64954_0_30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6" name="Google Shape;526;g3d9e5e64954_0_30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d9e5e64954_0_33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9" name="Google Shape;539;g3d9e5e64954_0_33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g3d9e5e64954_0_33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2" name="Google Shape;552;g3d9e5e64954_0_33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3dab311b74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2" name="Google Shape;562;g3dab311b74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9"/>
          <p:cNvGrpSpPr/>
          <p:nvPr/>
        </p:nvGrpSpPr>
        <p:grpSpPr>
          <a:xfrm>
            <a:off x="7362284" y="1723643"/>
            <a:ext cx="1781706" cy="3419867"/>
            <a:chOff x="7397009" y="1731193"/>
            <a:chExt cx="1781706" cy="3419867"/>
          </a:xfrm>
        </p:grpSpPr>
        <p:sp>
          <p:nvSpPr>
            <p:cNvPr id="10" name="Google Shape;10;p29"/>
            <p:cNvSpPr/>
            <p:nvPr/>
          </p:nvSpPr>
          <p:spPr>
            <a:xfrm>
              <a:off x="7858529" y="1731193"/>
              <a:ext cx="1320185" cy="132176"/>
            </a:xfrm>
            <a:custGeom>
              <a:rect b="b" l="l" r="r" t="t"/>
              <a:pathLst>
                <a:path extrusionOk="0" h="1930" w="19277">
                  <a:moveTo>
                    <a:pt x="1" y="1"/>
                  </a:moveTo>
                  <a:lnTo>
                    <a:pt x="1" y="1930"/>
                  </a:lnTo>
                  <a:lnTo>
                    <a:pt x="19277" y="1930"/>
                  </a:lnTo>
                  <a:lnTo>
                    <a:pt x="19277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11;p29"/>
            <p:cNvSpPr/>
            <p:nvPr/>
          </p:nvSpPr>
          <p:spPr>
            <a:xfrm>
              <a:off x="7784360" y="1950550"/>
              <a:ext cx="865993" cy="132176"/>
            </a:xfrm>
            <a:custGeom>
              <a:rect b="b" l="l" r="r" t="t"/>
              <a:pathLst>
                <a:path extrusionOk="0" h="1930" w="12645">
                  <a:moveTo>
                    <a:pt x="0" y="1"/>
                  </a:moveTo>
                  <a:lnTo>
                    <a:pt x="0" y="1929"/>
                  </a:lnTo>
                  <a:lnTo>
                    <a:pt x="12645" y="1929"/>
                  </a:lnTo>
                  <a:lnTo>
                    <a:pt x="12645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p29"/>
            <p:cNvSpPr/>
            <p:nvPr/>
          </p:nvSpPr>
          <p:spPr>
            <a:xfrm>
              <a:off x="8855808" y="1950550"/>
              <a:ext cx="322907" cy="132176"/>
            </a:xfrm>
            <a:custGeom>
              <a:rect b="b" l="l" r="r" t="t"/>
              <a:pathLst>
                <a:path extrusionOk="0" h="1930" w="4715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29"/>
            <p:cNvSpPr/>
            <p:nvPr/>
          </p:nvSpPr>
          <p:spPr>
            <a:xfrm>
              <a:off x="8445651" y="2169086"/>
              <a:ext cx="733063" cy="132998"/>
            </a:xfrm>
            <a:custGeom>
              <a:rect b="b" l="l" r="r" t="t"/>
              <a:pathLst>
                <a:path extrusionOk="0" h="1942" w="10704">
                  <a:moveTo>
                    <a:pt x="0" y="0"/>
                  </a:moveTo>
                  <a:lnTo>
                    <a:pt x="0" y="1941"/>
                  </a:lnTo>
                  <a:lnTo>
                    <a:pt x="10704" y="1941"/>
                  </a:lnTo>
                  <a:lnTo>
                    <a:pt x="10704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29"/>
            <p:cNvSpPr/>
            <p:nvPr/>
          </p:nvSpPr>
          <p:spPr>
            <a:xfrm>
              <a:off x="8738356" y="2388443"/>
              <a:ext cx="440359" cy="132929"/>
            </a:xfrm>
            <a:custGeom>
              <a:rect b="b" l="l" r="r" t="t"/>
              <a:pathLst>
                <a:path extrusionOk="0" h="1941" w="6430">
                  <a:moveTo>
                    <a:pt x="1" y="0"/>
                  </a:moveTo>
                  <a:lnTo>
                    <a:pt x="1" y="1941"/>
                  </a:lnTo>
                  <a:lnTo>
                    <a:pt x="6430" y="1941"/>
                  </a:lnTo>
                  <a:lnTo>
                    <a:pt x="6430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29"/>
            <p:cNvSpPr/>
            <p:nvPr/>
          </p:nvSpPr>
          <p:spPr>
            <a:xfrm>
              <a:off x="7990637" y="2388443"/>
              <a:ext cx="597737" cy="132929"/>
            </a:xfrm>
            <a:custGeom>
              <a:rect b="b" l="l" r="r" t="t"/>
              <a:pathLst>
                <a:path extrusionOk="0" h="1941" w="8728">
                  <a:moveTo>
                    <a:pt x="1" y="0"/>
                  </a:moveTo>
                  <a:lnTo>
                    <a:pt x="1" y="1941"/>
                  </a:lnTo>
                  <a:lnTo>
                    <a:pt x="8728" y="1941"/>
                  </a:lnTo>
                  <a:lnTo>
                    <a:pt x="8728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29"/>
            <p:cNvSpPr/>
            <p:nvPr/>
          </p:nvSpPr>
          <p:spPr>
            <a:xfrm>
              <a:off x="7683208" y="2607801"/>
              <a:ext cx="1495507" cy="132108"/>
            </a:xfrm>
            <a:custGeom>
              <a:rect b="b" l="l" r="r" t="t"/>
              <a:pathLst>
                <a:path extrusionOk="0" h="1929" w="21837">
                  <a:moveTo>
                    <a:pt x="1" y="0"/>
                  </a:moveTo>
                  <a:lnTo>
                    <a:pt x="1" y="1929"/>
                  </a:lnTo>
                  <a:lnTo>
                    <a:pt x="21837" y="1929"/>
                  </a:lnTo>
                  <a:lnTo>
                    <a:pt x="21837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29"/>
            <p:cNvSpPr/>
            <p:nvPr/>
          </p:nvSpPr>
          <p:spPr>
            <a:xfrm>
              <a:off x="8298888" y="2827090"/>
              <a:ext cx="879827" cy="132176"/>
            </a:xfrm>
            <a:custGeom>
              <a:rect b="b" l="l" r="r" t="t"/>
              <a:pathLst>
                <a:path extrusionOk="0" h="1930" w="12847">
                  <a:moveTo>
                    <a:pt x="0" y="1"/>
                  </a:moveTo>
                  <a:lnTo>
                    <a:pt x="0" y="1930"/>
                  </a:lnTo>
                  <a:lnTo>
                    <a:pt x="12847" y="1930"/>
                  </a:lnTo>
                  <a:lnTo>
                    <a:pt x="12847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29"/>
            <p:cNvSpPr/>
            <p:nvPr/>
          </p:nvSpPr>
          <p:spPr>
            <a:xfrm>
              <a:off x="8855808" y="3046447"/>
              <a:ext cx="322907" cy="132176"/>
            </a:xfrm>
            <a:custGeom>
              <a:rect b="b" l="l" r="r" t="t"/>
              <a:pathLst>
                <a:path extrusionOk="0" h="1930" w="4715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29"/>
            <p:cNvSpPr/>
            <p:nvPr/>
          </p:nvSpPr>
          <p:spPr>
            <a:xfrm>
              <a:off x="7784360" y="2169086"/>
              <a:ext cx="499050" cy="132998"/>
            </a:xfrm>
            <a:custGeom>
              <a:rect b="b" l="l" r="r" t="t"/>
              <a:pathLst>
                <a:path extrusionOk="0" h="1942" w="7287">
                  <a:moveTo>
                    <a:pt x="0" y="0"/>
                  </a:moveTo>
                  <a:lnTo>
                    <a:pt x="0" y="1941"/>
                  </a:lnTo>
                  <a:lnTo>
                    <a:pt x="7287" y="1941"/>
                  </a:lnTo>
                  <a:lnTo>
                    <a:pt x="7287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29"/>
            <p:cNvSpPr/>
            <p:nvPr/>
          </p:nvSpPr>
          <p:spPr>
            <a:xfrm>
              <a:off x="8020017" y="4142344"/>
              <a:ext cx="322975" cy="132176"/>
            </a:xfrm>
            <a:custGeom>
              <a:rect b="b" l="l" r="r" t="t"/>
              <a:pathLst>
                <a:path extrusionOk="0" h="1930" w="4716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29"/>
            <p:cNvSpPr/>
            <p:nvPr/>
          </p:nvSpPr>
          <p:spPr>
            <a:xfrm>
              <a:off x="7521789" y="4142344"/>
              <a:ext cx="322153" cy="132176"/>
            </a:xfrm>
            <a:custGeom>
              <a:rect b="b" l="l" r="r" t="t"/>
              <a:pathLst>
                <a:path extrusionOk="0" h="1930" w="4704">
                  <a:moveTo>
                    <a:pt x="0" y="1"/>
                  </a:moveTo>
                  <a:lnTo>
                    <a:pt x="0" y="1929"/>
                  </a:lnTo>
                  <a:lnTo>
                    <a:pt x="4703" y="1929"/>
                  </a:lnTo>
                  <a:lnTo>
                    <a:pt x="4703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29"/>
            <p:cNvSpPr/>
            <p:nvPr/>
          </p:nvSpPr>
          <p:spPr>
            <a:xfrm>
              <a:off x="8152056" y="3264983"/>
              <a:ext cx="1026659" cy="132998"/>
            </a:xfrm>
            <a:custGeom>
              <a:rect b="b" l="l" r="r" t="t"/>
              <a:pathLst>
                <a:path extrusionOk="0" h="1942" w="14991">
                  <a:moveTo>
                    <a:pt x="1" y="0"/>
                  </a:moveTo>
                  <a:lnTo>
                    <a:pt x="1" y="1941"/>
                  </a:lnTo>
                  <a:lnTo>
                    <a:pt x="14991" y="1941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29"/>
            <p:cNvSpPr/>
            <p:nvPr/>
          </p:nvSpPr>
          <p:spPr>
            <a:xfrm>
              <a:off x="7784360" y="3484340"/>
              <a:ext cx="807301" cy="132929"/>
            </a:xfrm>
            <a:custGeom>
              <a:rect b="b" l="l" r="r" t="t"/>
              <a:pathLst>
                <a:path extrusionOk="0" h="1941" w="11788">
                  <a:moveTo>
                    <a:pt x="0" y="0"/>
                  </a:moveTo>
                  <a:lnTo>
                    <a:pt x="0" y="1941"/>
                  </a:lnTo>
                  <a:lnTo>
                    <a:pt x="11787" y="1941"/>
                  </a:lnTo>
                  <a:lnTo>
                    <a:pt x="11787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29"/>
            <p:cNvSpPr/>
            <p:nvPr/>
          </p:nvSpPr>
          <p:spPr>
            <a:xfrm>
              <a:off x="8738356" y="3484340"/>
              <a:ext cx="440359" cy="132929"/>
            </a:xfrm>
            <a:custGeom>
              <a:rect b="b" l="l" r="r" t="t"/>
              <a:pathLst>
                <a:path extrusionOk="0" h="1941" w="6430">
                  <a:moveTo>
                    <a:pt x="1" y="0"/>
                  </a:moveTo>
                  <a:lnTo>
                    <a:pt x="1" y="1941"/>
                  </a:lnTo>
                  <a:lnTo>
                    <a:pt x="6430" y="1941"/>
                  </a:lnTo>
                  <a:lnTo>
                    <a:pt x="6430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29"/>
            <p:cNvSpPr/>
            <p:nvPr/>
          </p:nvSpPr>
          <p:spPr>
            <a:xfrm>
              <a:off x="7931945" y="3046447"/>
              <a:ext cx="733063" cy="132176"/>
            </a:xfrm>
            <a:custGeom>
              <a:rect b="b" l="l" r="r" t="t"/>
              <a:pathLst>
                <a:path extrusionOk="0" h="1930" w="10704">
                  <a:moveTo>
                    <a:pt x="0" y="1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29"/>
            <p:cNvSpPr/>
            <p:nvPr/>
          </p:nvSpPr>
          <p:spPr>
            <a:xfrm>
              <a:off x="8445651" y="3703698"/>
              <a:ext cx="733063" cy="132108"/>
            </a:xfrm>
            <a:custGeom>
              <a:rect b="b" l="l" r="r" t="t"/>
              <a:pathLst>
                <a:path extrusionOk="0" h="1929" w="10704">
                  <a:moveTo>
                    <a:pt x="0" y="0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29"/>
            <p:cNvSpPr/>
            <p:nvPr/>
          </p:nvSpPr>
          <p:spPr>
            <a:xfrm>
              <a:off x="8855808" y="3922987"/>
              <a:ext cx="322907" cy="132176"/>
            </a:xfrm>
            <a:custGeom>
              <a:rect b="b" l="l" r="r" t="t"/>
              <a:pathLst>
                <a:path extrusionOk="0" h="1930" w="4715">
                  <a:moveTo>
                    <a:pt x="0" y="1"/>
                  </a:moveTo>
                  <a:lnTo>
                    <a:pt x="0" y="1930"/>
                  </a:lnTo>
                  <a:lnTo>
                    <a:pt x="4715" y="1930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29"/>
            <p:cNvSpPr/>
            <p:nvPr/>
          </p:nvSpPr>
          <p:spPr>
            <a:xfrm>
              <a:off x="7990637" y="3703698"/>
              <a:ext cx="322975" cy="132108"/>
            </a:xfrm>
            <a:custGeom>
              <a:rect b="b" l="l" r="r" t="t"/>
              <a:pathLst>
                <a:path extrusionOk="0" h="1929" w="4716">
                  <a:moveTo>
                    <a:pt x="1" y="0"/>
                  </a:moveTo>
                  <a:lnTo>
                    <a:pt x="1" y="1929"/>
                  </a:lnTo>
                  <a:lnTo>
                    <a:pt x="4715" y="1929"/>
                  </a:lnTo>
                  <a:lnTo>
                    <a:pt x="4715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29"/>
            <p:cNvSpPr/>
            <p:nvPr/>
          </p:nvSpPr>
          <p:spPr>
            <a:xfrm>
              <a:off x="8445651" y="4142344"/>
              <a:ext cx="733063" cy="132176"/>
            </a:xfrm>
            <a:custGeom>
              <a:rect b="b" l="l" r="r" t="t"/>
              <a:pathLst>
                <a:path extrusionOk="0" h="1930" w="10704">
                  <a:moveTo>
                    <a:pt x="0" y="1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29"/>
            <p:cNvSpPr/>
            <p:nvPr/>
          </p:nvSpPr>
          <p:spPr>
            <a:xfrm>
              <a:off x="7858529" y="3922987"/>
              <a:ext cx="862774" cy="132176"/>
            </a:xfrm>
            <a:custGeom>
              <a:rect b="b" l="l" r="r" t="t"/>
              <a:pathLst>
                <a:path extrusionOk="0" h="1930" w="12598">
                  <a:moveTo>
                    <a:pt x="1" y="1"/>
                  </a:moveTo>
                  <a:lnTo>
                    <a:pt x="1" y="1930"/>
                  </a:lnTo>
                  <a:lnTo>
                    <a:pt x="12598" y="1930"/>
                  </a:lnTo>
                  <a:lnTo>
                    <a:pt x="12598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29"/>
            <p:cNvSpPr/>
            <p:nvPr/>
          </p:nvSpPr>
          <p:spPr>
            <a:xfrm>
              <a:off x="7683208" y="4361702"/>
              <a:ext cx="1495507" cy="132176"/>
            </a:xfrm>
            <a:custGeom>
              <a:rect b="b" l="l" r="r" t="t"/>
              <a:pathLst>
                <a:path extrusionOk="0" h="1930" w="21837">
                  <a:moveTo>
                    <a:pt x="1" y="0"/>
                  </a:moveTo>
                  <a:lnTo>
                    <a:pt x="1" y="1929"/>
                  </a:lnTo>
                  <a:lnTo>
                    <a:pt x="21837" y="1929"/>
                  </a:lnTo>
                  <a:lnTo>
                    <a:pt x="21837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29"/>
            <p:cNvSpPr/>
            <p:nvPr/>
          </p:nvSpPr>
          <p:spPr>
            <a:xfrm>
              <a:off x="8767736" y="4580237"/>
              <a:ext cx="410978" cy="132929"/>
            </a:xfrm>
            <a:custGeom>
              <a:rect b="b" l="l" r="r" t="t"/>
              <a:pathLst>
                <a:path extrusionOk="0" h="1941" w="6001">
                  <a:moveTo>
                    <a:pt x="0" y="0"/>
                  </a:moveTo>
                  <a:lnTo>
                    <a:pt x="0" y="1941"/>
                  </a:lnTo>
                  <a:lnTo>
                    <a:pt x="6001" y="1941"/>
                  </a:lnTo>
                  <a:lnTo>
                    <a:pt x="6001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29"/>
            <p:cNvSpPr/>
            <p:nvPr/>
          </p:nvSpPr>
          <p:spPr>
            <a:xfrm>
              <a:off x="7814494" y="4580237"/>
              <a:ext cx="773880" cy="132929"/>
            </a:xfrm>
            <a:custGeom>
              <a:rect b="b" l="l" r="r" t="t"/>
              <a:pathLst>
                <a:path extrusionOk="0" h="1941" w="11300">
                  <a:moveTo>
                    <a:pt x="1" y="0"/>
                  </a:moveTo>
                  <a:lnTo>
                    <a:pt x="1" y="1941"/>
                  </a:lnTo>
                  <a:lnTo>
                    <a:pt x="11300" y="1941"/>
                  </a:lnTo>
                  <a:lnTo>
                    <a:pt x="11300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29"/>
            <p:cNvSpPr/>
            <p:nvPr/>
          </p:nvSpPr>
          <p:spPr>
            <a:xfrm>
              <a:off x="7397009" y="4799526"/>
              <a:ext cx="833394" cy="132998"/>
            </a:xfrm>
            <a:custGeom>
              <a:rect b="b" l="l" r="r" t="t"/>
              <a:pathLst>
                <a:path extrusionOk="0" h="1942" w="12169">
                  <a:moveTo>
                    <a:pt x="1" y="1"/>
                  </a:moveTo>
                  <a:lnTo>
                    <a:pt x="1" y="1942"/>
                  </a:lnTo>
                  <a:lnTo>
                    <a:pt x="12169" y="1942"/>
                  </a:lnTo>
                  <a:lnTo>
                    <a:pt x="12169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29"/>
            <p:cNvSpPr/>
            <p:nvPr/>
          </p:nvSpPr>
          <p:spPr>
            <a:xfrm>
              <a:off x="8382851" y="4799526"/>
              <a:ext cx="795864" cy="132998"/>
            </a:xfrm>
            <a:custGeom>
              <a:rect b="b" l="l" r="r" t="t"/>
              <a:pathLst>
                <a:path extrusionOk="0" h="1942" w="11621">
                  <a:moveTo>
                    <a:pt x="0" y="1"/>
                  </a:moveTo>
                  <a:lnTo>
                    <a:pt x="0" y="1942"/>
                  </a:lnTo>
                  <a:lnTo>
                    <a:pt x="11621" y="1942"/>
                  </a:lnTo>
                  <a:lnTo>
                    <a:pt x="11621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29"/>
            <p:cNvSpPr/>
            <p:nvPr/>
          </p:nvSpPr>
          <p:spPr>
            <a:xfrm>
              <a:off x="8064053" y="5018884"/>
              <a:ext cx="1114662" cy="132176"/>
            </a:xfrm>
            <a:custGeom>
              <a:rect b="b" l="l" r="r" t="t"/>
              <a:pathLst>
                <a:path extrusionOk="0" h="1930" w="16276">
                  <a:moveTo>
                    <a:pt x="0" y="1"/>
                  </a:moveTo>
                  <a:lnTo>
                    <a:pt x="0" y="1930"/>
                  </a:lnTo>
                  <a:lnTo>
                    <a:pt x="16276" y="1930"/>
                  </a:lnTo>
                  <a:lnTo>
                    <a:pt x="16276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" name="Google Shape;37;p29"/>
          <p:cNvSpPr/>
          <p:nvPr/>
        </p:nvSpPr>
        <p:spPr>
          <a:xfrm>
            <a:off x="1962382" y="0"/>
            <a:ext cx="2721868" cy="387420"/>
          </a:xfrm>
          <a:custGeom>
            <a:rect b="b" l="l" r="r" t="t"/>
            <a:pathLst>
              <a:path extrusionOk="0" h="5657" w="39744">
                <a:moveTo>
                  <a:pt x="1" y="1"/>
                </a:moveTo>
                <a:lnTo>
                  <a:pt x="1" y="5656"/>
                </a:lnTo>
                <a:lnTo>
                  <a:pt x="39744" y="5656"/>
                </a:lnTo>
                <a:lnTo>
                  <a:pt x="39744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29"/>
          <p:cNvSpPr/>
          <p:nvPr/>
        </p:nvSpPr>
        <p:spPr>
          <a:xfrm>
            <a:off x="873813" y="0"/>
            <a:ext cx="664647" cy="387420"/>
          </a:xfrm>
          <a:custGeom>
            <a:rect b="b" l="l" r="r" t="t"/>
            <a:pathLst>
              <a:path extrusionOk="0" h="5657" w="9705">
                <a:moveTo>
                  <a:pt x="1" y="1"/>
                </a:moveTo>
                <a:lnTo>
                  <a:pt x="1" y="5656"/>
                </a:lnTo>
                <a:lnTo>
                  <a:pt x="9704" y="5656"/>
                </a:lnTo>
                <a:lnTo>
                  <a:pt x="9704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9"/>
          <p:cNvSpPr/>
          <p:nvPr/>
        </p:nvSpPr>
        <p:spPr>
          <a:xfrm>
            <a:off x="3516020" y="4983597"/>
            <a:ext cx="1054395" cy="159912"/>
          </a:xfrm>
          <a:custGeom>
            <a:rect b="b" l="l" r="r" t="t"/>
            <a:pathLst>
              <a:path extrusionOk="0" h="2335" w="15396">
                <a:moveTo>
                  <a:pt x="1" y="1"/>
                </a:moveTo>
                <a:lnTo>
                  <a:pt x="1" y="2335"/>
                </a:lnTo>
                <a:lnTo>
                  <a:pt x="15395" y="2335"/>
                </a:lnTo>
                <a:lnTo>
                  <a:pt x="15395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29"/>
          <p:cNvSpPr/>
          <p:nvPr/>
        </p:nvSpPr>
        <p:spPr>
          <a:xfrm>
            <a:off x="1160341" y="4983597"/>
            <a:ext cx="2152689" cy="159912"/>
          </a:xfrm>
          <a:custGeom>
            <a:rect b="b" l="l" r="r" t="t"/>
            <a:pathLst>
              <a:path extrusionOk="0" h="2335" w="31433">
                <a:moveTo>
                  <a:pt x="0" y="1"/>
                </a:moveTo>
                <a:lnTo>
                  <a:pt x="0" y="2335"/>
                </a:lnTo>
                <a:lnTo>
                  <a:pt x="31433" y="2335"/>
                </a:lnTo>
                <a:lnTo>
                  <a:pt x="31433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9"/>
          <p:cNvSpPr/>
          <p:nvPr/>
        </p:nvSpPr>
        <p:spPr>
          <a:xfrm>
            <a:off x="1805333" y="4452017"/>
            <a:ext cx="3750923" cy="160666"/>
          </a:xfrm>
          <a:custGeom>
            <a:rect b="b" l="l" r="r" t="t"/>
            <a:pathLst>
              <a:path extrusionOk="0" h="2346" w="54770">
                <a:moveTo>
                  <a:pt x="0" y="0"/>
                </a:moveTo>
                <a:lnTo>
                  <a:pt x="0" y="2346"/>
                </a:lnTo>
                <a:lnTo>
                  <a:pt x="54769" y="2346"/>
                </a:lnTo>
                <a:lnTo>
                  <a:pt x="54769" y="0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29"/>
          <p:cNvSpPr/>
          <p:nvPr/>
        </p:nvSpPr>
        <p:spPr>
          <a:xfrm>
            <a:off x="0" y="4452017"/>
            <a:ext cx="1490645" cy="160666"/>
          </a:xfrm>
          <a:custGeom>
            <a:rect b="b" l="l" r="r" t="t"/>
            <a:pathLst>
              <a:path extrusionOk="0" h="2346" w="21766">
                <a:moveTo>
                  <a:pt x="1" y="0"/>
                </a:moveTo>
                <a:lnTo>
                  <a:pt x="1" y="2346"/>
                </a:lnTo>
                <a:lnTo>
                  <a:pt x="21765" y="2346"/>
                </a:lnTo>
                <a:lnTo>
                  <a:pt x="2176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9"/>
          <p:cNvSpPr/>
          <p:nvPr/>
        </p:nvSpPr>
        <p:spPr>
          <a:xfrm>
            <a:off x="596093" y="4717807"/>
            <a:ext cx="3218453" cy="160734"/>
          </a:xfrm>
          <a:custGeom>
            <a:rect b="b" l="l" r="r" t="t"/>
            <a:pathLst>
              <a:path extrusionOk="0" h="2347" w="46995">
                <a:moveTo>
                  <a:pt x="0" y="1"/>
                </a:moveTo>
                <a:lnTo>
                  <a:pt x="0" y="2346"/>
                </a:lnTo>
                <a:lnTo>
                  <a:pt x="46994" y="2346"/>
                </a:lnTo>
                <a:lnTo>
                  <a:pt x="46994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29"/>
          <p:cNvSpPr/>
          <p:nvPr/>
        </p:nvSpPr>
        <p:spPr>
          <a:xfrm>
            <a:off x="0" y="4717807"/>
            <a:ext cx="364546" cy="160734"/>
          </a:xfrm>
          <a:custGeom>
            <a:rect b="b" l="l" r="r" t="t"/>
            <a:pathLst>
              <a:path extrusionOk="0" h="2347" w="5323">
                <a:moveTo>
                  <a:pt x="1" y="1"/>
                </a:moveTo>
                <a:lnTo>
                  <a:pt x="1" y="2346"/>
                </a:lnTo>
                <a:lnTo>
                  <a:pt x="5323" y="2346"/>
                </a:lnTo>
                <a:lnTo>
                  <a:pt x="5323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29"/>
          <p:cNvSpPr/>
          <p:nvPr/>
        </p:nvSpPr>
        <p:spPr>
          <a:xfrm>
            <a:off x="0" y="4983597"/>
            <a:ext cx="828532" cy="159912"/>
          </a:xfrm>
          <a:custGeom>
            <a:rect b="b" l="l" r="r" t="t"/>
            <a:pathLst>
              <a:path extrusionOk="0" h="2335" w="12098">
                <a:moveTo>
                  <a:pt x="1" y="1"/>
                </a:moveTo>
                <a:lnTo>
                  <a:pt x="1" y="2335"/>
                </a:lnTo>
                <a:lnTo>
                  <a:pt x="12098" y="2335"/>
                </a:lnTo>
                <a:lnTo>
                  <a:pt x="12098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29"/>
          <p:cNvSpPr txBox="1"/>
          <p:nvPr>
            <p:ph type="ctrTitle"/>
          </p:nvPr>
        </p:nvSpPr>
        <p:spPr>
          <a:xfrm>
            <a:off x="596100" y="1222370"/>
            <a:ext cx="8520600" cy="1910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9pPr>
          </a:lstStyle>
          <a:p/>
        </p:txBody>
      </p:sp>
      <p:sp>
        <p:nvSpPr>
          <p:cNvPr id="47" name="Google Shape;47;p29"/>
          <p:cNvSpPr txBox="1"/>
          <p:nvPr>
            <p:ph idx="1" type="subTitle"/>
          </p:nvPr>
        </p:nvSpPr>
        <p:spPr>
          <a:xfrm>
            <a:off x="769050" y="3396100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ota al pie">
  <p:cSld name="CAPTION_ONLY_1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2"/>
          <p:cNvSpPr/>
          <p:nvPr/>
        </p:nvSpPr>
        <p:spPr>
          <a:xfrm>
            <a:off x="7928639" y="1"/>
            <a:ext cx="1215355" cy="402011"/>
          </a:xfrm>
          <a:custGeom>
            <a:rect b="b" l="l" r="r" t="t"/>
            <a:pathLst>
              <a:path extrusionOk="0" h="5002" w="15122">
                <a:moveTo>
                  <a:pt x="0" y="1"/>
                </a:moveTo>
                <a:lnTo>
                  <a:pt x="0" y="5001"/>
                </a:lnTo>
                <a:lnTo>
                  <a:pt x="15121" y="5001"/>
                </a:lnTo>
                <a:lnTo>
                  <a:pt x="15121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32"/>
          <p:cNvSpPr/>
          <p:nvPr/>
        </p:nvSpPr>
        <p:spPr>
          <a:xfrm>
            <a:off x="3511525" y="783700"/>
            <a:ext cx="5632410" cy="2353867"/>
          </a:xfrm>
          <a:custGeom>
            <a:rect b="b" l="l" r="r" t="t"/>
            <a:pathLst>
              <a:path extrusionOk="0" h="27529" w="70081">
                <a:moveTo>
                  <a:pt x="0" y="1"/>
                </a:moveTo>
                <a:lnTo>
                  <a:pt x="0" y="27528"/>
                </a:lnTo>
                <a:lnTo>
                  <a:pt x="70080" y="27528"/>
                </a:lnTo>
                <a:lnTo>
                  <a:pt x="70080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32"/>
          <p:cNvSpPr txBox="1"/>
          <p:nvPr>
            <p:ph type="title"/>
          </p:nvPr>
        </p:nvSpPr>
        <p:spPr>
          <a:xfrm>
            <a:off x="3762375" y="1012300"/>
            <a:ext cx="4915200" cy="19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None/>
              <a:defRPr sz="35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2" name="Google Shape;52;p32"/>
          <p:cNvSpPr/>
          <p:nvPr/>
        </p:nvSpPr>
        <p:spPr>
          <a:xfrm>
            <a:off x="5865073" y="3429550"/>
            <a:ext cx="1215342" cy="259665"/>
          </a:xfrm>
          <a:custGeom>
            <a:rect b="b" l="l" r="r" t="t"/>
            <a:pathLst>
              <a:path extrusionOk="0" h="8298" w="30813">
                <a:moveTo>
                  <a:pt x="0" y="1"/>
                </a:moveTo>
                <a:lnTo>
                  <a:pt x="0" y="8297"/>
                </a:lnTo>
                <a:lnTo>
                  <a:pt x="30813" y="8297"/>
                </a:lnTo>
                <a:lnTo>
                  <a:pt x="30813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32"/>
          <p:cNvSpPr/>
          <p:nvPr/>
        </p:nvSpPr>
        <p:spPr>
          <a:xfrm>
            <a:off x="8018936" y="3429550"/>
            <a:ext cx="1124989" cy="259686"/>
          </a:xfrm>
          <a:custGeom>
            <a:rect b="b" l="l" r="r" t="t"/>
            <a:pathLst>
              <a:path extrusionOk="0" h="8298" w="35945">
                <a:moveTo>
                  <a:pt x="1" y="1"/>
                </a:moveTo>
                <a:lnTo>
                  <a:pt x="1" y="8297"/>
                </a:lnTo>
                <a:lnTo>
                  <a:pt x="35945" y="8297"/>
                </a:lnTo>
                <a:lnTo>
                  <a:pt x="35945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32"/>
          <p:cNvSpPr/>
          <p:nvPr/>
        </p:nvSpPr>
        <p:spPr>
          <a:xfrm>
            <a:off x="7083824" y="3429550"/>
            <a:ext cx="259727" cy="259665"/>
          </a:xfrm>
          <a:custGeom>
            <a:rect b="b" l="l" r="r" t="t"/>
            <a:pathLst>
              <a:path extrusionOk="0" h="8298" w="8298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32"/>
          <p:cNvSpPr/>
          <p:nvPr/>
        </p:nvSpPr>
        <p:spPr>
          <a:xfrm>
            <a:off x="7496607" y="3429550"/>
            <a:ext cx="259707" cy="259686"/>
          </a:xfrm>
          <a:custGeom>
            <a:rect b="b" l="l" r="r" t="t"/>
            <a:pathLst>
              <a:path extrusionOk="0" h="8298" w="8298">
                <a:moveTo>
                  <a:pt x="1" y="1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3">
  <p:cSld name="CUSTOM_5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3"/>
          <p:cNvSpPr/>
          <p:nvPr/>
        </p:nvSpPr>
        <p:spPr>
          <a:xfrm>
            <a:off x="1817725" y="0"/>
            <a:ext cx="7326300" cy="3906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33"/>
          <p:cNvSpPr txBox="1"/>
          <p:nvPr>
            <p:ph idx="1" type="body"/>
          </p:nvPr>
        </p:nvSpPr>
        <p:spPr>
          <a:xfrm>
            <a:off x="4579525" y="2388200"/>
            <a:ext cx="3932700" cy="21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2385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5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115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●"/>
              <a:defRPr/>
            </a:lvl7pPr>
            <a:lvl8pPr indent="-3111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33"/>
          <p:cNvSpPr txBox="1"/>
          <p:nvPr>
            <p:ph type="title"/>
          </p:nvPr>
        </p:nvSpPr>
        <p:spPr>
          <a:xfrm>
            <a:off x="4579531" y="1714800"/>
            <a:ext cx="3963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  <p:sp>
        <p:nvSpPr>
          <p:cNvPr id="60" name="Google Shape;60;p33"/>
          <p:cNvSpPr/>
          <p:nvPr/>
        </p:nvSpPr>
        <p:spPr>
          <a:xfrm>
            <a:off x="0" y="2156637"/>
            <a:ext cx="2107897" cy="128764"/>
          </a:xfrm>
          <a:custGeom>
            <a:rect b="b" l="l" r="r" t="t"/>
            <a:pathLst>
              <a:path extrusionOk="0" h="8298" w="135840">
                <a:moveTo>
                  <a:pt x="1" y="1"/>
                </a:moveTo>
                <a:lnTo>
                  <a:pt x="1" y="8298"/>
                </a:lnTo>
                <a:lnTo>
                  <a:pt x="135840" y="8298"/>
                </a:lnTo>
                <a:lnTo>
                  <a:pt x="135840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33"/>
          <p:cNvSpPr/>
          <p:nvPr/>
        </p:nvSpPr>
        <p:spPr>
          <a:xfrm>
            <a:off x="2107970" y="2156637"/>
            <a:ext cx="1115538" cy="128764"/>
          </a:xfrm>
          <a:custGeom>
            <a:rect b="b" l="l" r="r" t="t"/>
            <a:pathLst>
              <a:path extrusionOk="0" h="8298" w="71889">
                <a:moveTo>
                  <a:pt x="1" y="1"/>
                </a:moveTo>
                <a:lnTo>
                  <a:pt x="1" y="8298"/>
                </a:lnTo>
                <a:lnTo>
                  <a:pt x="71889" y="8298"/>
                </a:lnTo>
                <a:lnTo>
                  <a:pt x="71889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33"/>
          <p:cNvSpPr/>
          <p:nvPr/>
        </p:nvSpPr>
        <p:spPr>
          <a:xfrm>
            <a:off x="430892" y="2369856"/>
            <a:ext cx="1645026" cy="128764"/>
          </a:xfrm>
          <a:custGeom>
            <a:rect b="b" l="l" r="r" t="t"/>
            <a:pathLst>
              <a:path extrusionOk="0" h="8298" w="106011">
                <a:moveTo>
                  <a:pt x="1" y="1"/>
                </a:moveTo>
                <a:lnTo>
                  <a:pt x="1" y="8297"/>
                </a:lnTo>
                <a:lnTo>
                  <a:pt x="106011" y="8297"/>
                </a:lnTo>
                <a:lnTo>
                  <a:pt x="106011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33"/>
          <p:cNvSpPr/>
          <p:nvPr/>
        </p:nvSpPr>
        <p:spPr>
          <a:xfrm>
            <a:off x="1597826" y="2369856"/>
            <a:ext cx="478141" cy="128764"/>
          </a:xfrm>
          <a:custGeom>
            <a:rect b="b" l="l" r="r" t="t"/>
            <a:pathLst>
              <a:path extrusionOk="0" h="8298" w="30813">
                <a:moveTo>
                  <a:pt x="0" y="1"/>
                </a:moveTo>
                <a:lnTo>
                  <a:pt x="0" y="8297"/>
                </a:lnTo>
                <a:lnTo>
                  <a:pt x="30813" y="8297"/>
                </a:lnTo>
                <a:lnTo>
                  <a:pt x="30813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33"/>
          <p:cNvSpPr/>
          <p:nvPr/>
        </p:nvSpPr>
        <p:spPr>
          <a:xfrm>
            <a:off x="2665754" y="2369856"/>
            <a:ext cx="557777" cy="128764"/>
          </a:xfrm>
          <a:custGeom>
            <a:rect b="b" l="l" r="r" t="t"/>
            <a:pathLst>
              <a:path extrusionOk="0" h="8298" w="35945">
                <a:moveTo>
                  <a:pt x="1" y="1"/>
                </a:moveTo>
                <a:lnTo>
                  <a:pt x="1" y="8297"/>
                </a:lnTo>
                <a:lnTo>
                  <a:pt x="35945" y="8297"/>
                </a:lnTo>
                <a:lnTo>
                  <a:pt x="35945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33"/>
          <p:cNvSpPr/>
          <p:nvPr/>
        </p:nvSpPr>
        <p:spPr>
          <a:xfrm>
            <a:off x="0" y="3222713"/>
            <a:ext cx="1472750" cy="128392"/>
          </a:xfrm>
          <a:custGeom>
            <a:rect b="b" l="l" r="r" t="t"/>
            <a:pathLst>
              <a:path extrusionOk="0" h="8274" w="94909">
                <a:moveTo>
                  <a:pt x="1" y="1"/>
                </a:moveTo>
                <a:lnTo>
                  <a:pt x="1" y="8274"/>
                </a:lnTo>
                <a:lnTo>
                  <a:pt x="94908" y="8274"/>
                </a:lnTo>
                <a:lnTo>
                  <a:pt x="94908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33"/>
          <p:cNvSpPr/>
          <p:nvPr/>
        </p:nvSpPr>
        <p:spPr>
          <a:xfrm>
            <a:off x="2202118" y="2369856"/>
            <a:ext cx="128764" cy="128764"/>
          </a:xfrm>
          <a:custGeom>
            <a:rect b="b" l="l" r="r" t="t"/>
            <a:pathLst>
              <a:path extrusionOk="0" h="8298" w="8298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33"/>
          <p:cNvSpPr/>
          <p:nvPr/>
        </p:nvSpPr>
        <p:spPr>
          <a:xfrm>
            <a:off x="2406772" y="2369856"/>
            <a:ext cx="128764" cy="128764"/>
          </a:xfrm>
          <a:custGeom>
            <a:rect b="b" l="l" r="r" t="t"/>
            <a:pathLst>
              <a:path extrusionOk="0" h="8298" w="8298">
                <a:moveTo>
                  <a:pt x="1" y="1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33"/>
          <p:cNvSpPr/>
          <p:nvPr/>
        </p:nvSpPr>
        <p:spPr>
          <a:xfrm>
            <a:off x="2061089" y="2796292"/>
            <a:ext cx="128764" cy="128749"/>
          </a:xfrm>
          <a:custGeom>
            <a:rect b="b" l="l" r="r" t="t"/>
            <a:pathLst>
              <a:path extrusionOk="0" h="8297" w="8298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33"/>
          <p:cNvSpPr/>
          <p:nvPr/>
        </p:nvSpPr>
        <p:spPr>
          <a:xfrm>
            <a:off x="1856436" y="2796292"/>
            <a:ext cx="128376" cy="128749"/>
          </a:xfrm>
          <a:custGeom>
            <a:rect b="b" l="l" r="r" t="t"/>
            <a:pathLst>
              <a:path extrusionOk="0" h="8297" w="8273">
                <a:moveTo>
                  <a:pt x="0" y="0"/>
                </a:moveTo>
                <a:lnTo>
                  <a:pt x="0" y="8297"/>
                </a:lnTo>
                <a:lnTo>
                  <a:pt x="8273" y="8297"/>
                </a:lnTo>
                <a:lnTo>
                  <a:pt x="827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33"/>
          <p:cNvSpPr/>
          <p:nvPr/>
        </p:nvSpPr>
        <p:spPr>
          <a:xfrm>
            <a:off x="641505" y="2796292"/>
            <a:ext cx="128764" cy="128749"/>
          </a:xfrm>
          <a:custGeom>
            <a:rect b="b" l="l" r="r" t="t"/>
            <a:pathLst>
              <a:path extrusionOk="0" h="8297" w="8298">
                <a:moveTo>
                  <a:pt x="1" y="0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33"/>
          <p:cNvSpPr/>
          <p:nvPr/>
        </p:nvSpPr>
        <p:spPr>
          <a:xfrm>
            <a:off x="3094800" y="2583074"/>
            <a:ext cx="128749" cy="128764"/>
          </a:xfrm>
          <a:custGeom>
            <a:rect b="b" l="l" r="r" t="t"/>
            <a:pathLst>
              <a:path extrusionOk="0" h="8298" w="8297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33"/>
          <p:cNvSpPr/>
          <p:nvPr/>
        </p:nvSpPr>
        <p:spPr>
          <a:xfrm>
            <a:off x="191634" y="2369856"/>
            <a:ext cx="128764" cy="128764"/>
          </a:xfrm>
          <a:custGeom>
            <a:rect b="b" l="l" r="r" t="t"/>
            <a:pathLst>
              <a:path extrusionOk="0" h="8298" w="8298">
                <a:moveTo>
                  <a:pt x="1" y="1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33"/>
          <p:cNvSpPr/>
          <p:nvPr/>
        </p:nvSpPr>
        <p:spPr>
          <a:xfrm>
            <a:off x="1339573" y="3009138"/>
            <a:ext cx="1644653" cy="128749"/>
          </a:xfrm>
          <a:custGeom>
            <a:rect b="b" l="l" r="r" t="t"/>
            <a:pathLst>
              <a:path extrusionOk="0" h="8297" w="105987">
                <a:moveTo>
                  <a:pt x="1" y="0"/>
                </a:moveTo>
                <a:lnTo>
                  <a:pt x="1" y="8297"/>
                </a:lnTo>
                <a:lnTo>
                  <a:pt x="105987" y="8297"/>
                </a:lnTo>
                <a:lnTo>
                  <a:pt x="10598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33"/>
          <p:cNvSpPr/>
          <p:nvPr/>
        </p:nvSpPr>
        <p:spPr>
          <a:xfrm>
            <a:off x="1339573" y="3009138"/>
            <a:ext cx="478156" cy="128749"/>
          </a:xfrm>
          <a:custGeom>
            <a:rect b="b" l="l" r="r" t="t"/>
            <a:pathLst>
              <a:path extrusionOk="0" h="8297" w="30814">
                <a:moveTo>
                  <a:pt x="1" y="0"/>
                </a:moveTo>
                <a:lnTo>
                  <a:pt x="1" y="8297"/>
                </a:lnTo>
                <a:lnTo>
                  <a:pt x="30813" y="8297"/>
                </a:lnTo>
                <a:lnTo>
                  <a:pt x="30813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33"/>
          <p:cNvSpPr/>
          <p:nvPr/>
        </p:nvSpPr>
        <p:spPr>
          <a:xfrm>
            <a:off x="0" y="3009510"/>
            <a:ext cx="749775" cy="128376"/>
          </a:xfrm>
          <a:custGeom>
            <a:rect b="b" l="l" r="r" t="t"/>
            <a:pathLst>
              <a:path extrusionOk="0" h="8273" w="48318">
                <a:moveTo>
                  <a:pt x="1" y="0"/>
                </a:moveTo>
                <a:lnTo>
                  <a:pt x="1" y="8273"/>
                </a:lnTo>
                <a:lnTo>
                  <a:pt x="48318" y="8273"/>
                </a:lnTo>
                <a:lnTo>
                  <a:pt x="48318" y="0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33"/>
          <p:cNvSpPr/>
          <p:nvPr/>
        </p:nvSpPr>
        <p:spPr>
          <a:xfrm>
            <a:off x="1084687" y="3009138"/>
            <a:ext cx="128764" cy="128749"/>
          </a:xfrm>
          <a:custGeom>
            <a:rect b="b" l="l" r="r" t="t"/>
            <a:pathLst>
              <a:path extrusionOk="0" h="8297" w="8298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33"/>
          <p:cNvSpPr/>
          <p:nvPr/>
        </p:nvSpPr>
        <p:spPr>
          <a:xfrm>
            <a:off x="879662" y="3009138"/>
            <a:ext cx="128749" cy="128749"/>
          </a:xfrm>
          <a:custGeom>
            <a:rect b="b" l="l" r="r" t="t"/>
            <a:pathLst>
              <a:path extrusionOk="0" h="8297" w="8297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33"/>
          <p:cNvSpPr/>
          <p:nvPr/>
        </p:nvSpPr>
        <p:spPr>
          <a:xfrm>
            <a:off x="533979" y="3435558"/>
            <a:ext cx="128749" cy="128764"/>
          </a:xfrm>
          <a:custGeom>
            <a:rect b="b" l="l" r="r" t="t"/>
            <a:pathLst>
              <a:path extrusionOk="0" h="8298" w="8297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33"/>
          <p:cNvSpPr/>
          <p:nvPr/>
        </p:nvSpPr>
        <p:spPr>
          <a:xfrm>
            <a:off x="338622" y="3435558"/>
            <a:ext cx="128749" cy="128764"/>
          </a:xfrm>
          <a:custGeom>
            <a:rect b="b" l="l" r="r" t="t"/>
            <a:pathLst>
              <a:path extrusionOk="0" h="8298" w="8297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33"/>
          <p:cNvSpPr/>
          <p:nvPr/>
        </p:nvSpPr>
        <p:spPr>
          <a:xfrm>
            <a:off x="142891" y="3435558"/>
            <a:ext cx="128764" cy="128764"/>
          </a:xfrm>
          <a:custGeom>
            <a:rect b="b" l="l" r="r" t="t"/>
            <a:pathLst>
              <a:path extrusionOk="0" h="8298" w="8298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33"/>
          <p:cNvSpPr/>
          <p:nvPr/>
        </p:nvSpPr>
        <p:spPr>
          <a:xfrm>
            <a:off x="3094800" y="3009138"/>
            <a:ext cx="128749" cy="128749"/>
          </a:xfrm>
          <a:custGeom>
            <a:rect b="b" l="l" r="r" t="t"/>
            <a:pathLst>
              <a:path extrusionOk="0" h="8297" w="8297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33"/>
          <p:cNvSpPr/>
          <p:nvPr/>
        </p:nvSpPr>
        <p:spPr>
          <a:xfrm>
            <a:off x="1676332" y="2583074"/>
            <a:ext cx="1314984" cy="128764"/>
          </a:xfrm>
          <a:custGeom>
            <a:rect b="b" l="l" r="r" t="t"/>
            <a:pathLst>
              <a:path extrusionOk="0" h="8298" w="84742">
                <a:moveTo>
                  <a:pt x="1" y="0"/>
                </a:moveTo>
                <a:lnTo>
                  <a:pt x="1" y="8297"/>
                </a:lnTo>
                <a:lnTo>
                  <a:pt x="84741" y="8297"/>
                </a:lnTo>
                <a:lnTo>
                  <a:pt x="84741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33"/>
          <p:cNvSpPr/>
          <p:nvPr/>
        </p:nvSpPr>
        <p:spPr>
          <a:xfrm>
            <a:off x="2267232" y="2796292"/>
            <a:ext cx="956281" cy="128749"/>
          </a:xfrm>
          <a:custGeom>
            <a:rect b="b" l="l" r="r" t="t"/>
            <a:pathLst>
              <a:path extrusionOk="0" h="8297" w="61626">
                <a:moveTo>
                  <a:pt x="1" y="0"/>
                </a:moveTo>
                <a:lnTo>
                  <a:pt x="1" y="8297"/>
                </a:lnTo>
                <a:lnTo>
                  <a:pt x="61626" y="8297"/>
                </a:lnTo>
                <a:lnTo>
                  <a:pt x="61626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33"/>
          <p:cNvSpPr/>
          <p:nvPr/>
        </p:nvSpPr>
        <p:spPr>
          <a:xfrm>
            <a:off x="641505" y="2796292"/>
            <a:ext cx="896384" cy="128749"/>
          </a:xfrm>
          <a:custGeom>
            <a:rect b="b" l="l" r="r" t="t"/>
            <a:pathLst>
              <a:path extrusionOk="0" h="8297" w="57766">
                <a:moveTo>
                  <a:pt x="1" y="0"/>
                </a:moveTo>
                <a:lnTo>
                  <a:pt x="1" y="8297"/>
                </a:lnTo>
                <a:lnTo>
                  <a:pt x="57765" y="8297"/>
                </a:lnTo>
                <a:lnTo>
                  <a:pt x="57765" y="0"/>
                </a:lnTo>
                <a:close/>
              </a:path>
            </a:pathLst>
          </a:cu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33"/>
          <p:cNvSpPr/>
          <p:nvPr/>
        </p:nvSpPr>
        <p:spPr>
          <a:xfrm>
            <a:off x="0" y="2796292"/>
            <a:ext cx="449495" cy="128749"/>
          </a:xfrm>
          <a:custGeom>
            <a:rect b="b" l="l" r="r" t="t"/>
            <a:pathLst>
              <a:path extrusionOk="0" h="8297" w="28967">
                <a:moveTo>
                  <a:pt x="1" y="0"/>
                </a:moveTo>
                <a:lnTo>
                  <a:pt x="1" y="8297"/>
                </a:lnTo>
                <a:lnTo>
                  <a:pt x="28967" y="8297"/>
                </a:lnTo>
                <a:lnTo>
                  <a:pt x="2896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33"/>
          <p:cNvSpPr/>
          <p:nvPr/>
        </p:nvSpPr>
        <p:spPr>
          <a:xfrm>
            <a:off x="1676332" y="3222340"/>
            <a:ext cx="1547157" cy="128764"/>
          </a:xfrm>
          <a:custGeom>
            <a:rect b="b" l="l" r="r" t="t"/>
            <a:pathLst>
              <a:path extrusionOk="0" h="8298" w="99704">
                <a:moveTo>
                  <a:pt x="1" y="1"/>
                </a:moveTo>
                <a:lnTo>
                  <a:pt x="1" y="8298"/>
                </a:lnTo>
                <a:lnTo>
                  <a:pt x="99704" y="8298"/>
                </a:lnTo>
                <a:lnTo>
                  <a:pt x="99704" y="1"/>
                </a:lnTo>
                <a:close/>
              </a:path>
            </a:pathLst>
          </a:cu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33"/>
          <p:cNvSpPr/>
          <p:nvPr/>
        </p:nvSpPr>
        <p:spPr>
          <a:xfrm>
            <a:off x="2522506" y="3435558"/>
            <a:ext cx="701019" cy="128764"/>
          </a:xfrm>
          <a:custGeom>
            <a:rect b="b" l="l" r="r" t="t"/>
            <a:pathLst>
              <a:path extrusionOk="0" h="8298" w="45176">
                <a:moveTo>
                  <a:pt x="0" y="1"/>
                </a:moveTo>
                <a:lnTo>
                  <a:pt x="0" y="8297"/>
                </a:lnTo>
                <a:lnTo>
                  <a:pt x="45176" y="8297"/>
                </a:lnTo>
                <a:lnTo>
                  <a:pt x="45176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33"/>
          <p:cNvSpPr/>
          <p:nvPr/>
        </p:nvSpPr>
        <p:spPr>
          <a:xfrm>
            <a:off x="0" y="2583074"/>
            <a:ext cx="1277773" cy="128764"/>
          </a:xfrm>
          <a:custGeom>
            <a:rect b="b" l="l" r="r" t="t"/>
            <a:pathLst>
              <a:path extrusionOk="0" h="8298" w="82344">
                <a:moveTo>
                  <a:pt x="1" y="0"/>
                </a:moveTo>
                <a:lnTo>
                  <a:pt x="1" y="8297"/>
                </a:lnTo>
                <a:lnTo>
                  <a:pt x="82343" y="8297"/>
                </a:lnTo>
                <a:lnTo>
                  <a:pt x="8234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33"/>
          <p:cNvSpPr/>
          <p:nvPr/>
        </p:nvSpPr>
        <p:spPr>
          <a:xfrm>
            <a:off x="812313" y="3435558"/>
            <a:ext cx="1562783" cy="128764"/>
          </a:xfrm>
          <a:custGeom>
            <a:rect b="b" l="l" r="r" t="t"/>
            <a:pathLst>
              <a:path extrusionOk="0" h="8298" w="100711">
                <a:moveTo>
                  <a:pt x="0" y="1"/>
                </a:moveTo>
                <a:lnTo>
                  <a:pt x="0" y="8297"/>
                </a:lnTo>
                <a:lnTo>
                  <a:pt x="100710" y="8297"/>
                </a:lnTo>
                <a:lnTo>
                  <a:pt x="100710" y="1"/>
                </a:lnTo>
                <a:close/>
              </a:path>
            </a:pathLst>
          </a:cu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33"/>
          <p:cNvSpPr/>
          <p:nvPr/>
        </p:nvSpPr>
        <p:spPr>
          <a:xfrm>
            <a:off x="3223538" y="1474200"/>
            <a:ext cx="1086520" cy="2772465"/>
          </a:xfrm>
          <a:custGeom>
            <a:rect b="b" l="l" r="r" t="t"/>
            <a:pathLst>
              <a:path extrusionOk="0" h="178667" w="70019">
                <a:moveTo>
                  <a:pt x="1" y="1"/>
                </a:moveTo>
                <a:lnTo>
                  <a:pt x="1" y="22085"/>
                </a:lnTo>
                <a:lnTo>
                  <a:pt x="7434" y="22085"/>
                </a:lnTo>
                <a:cubicBezTo>
                  <a:pt x="22133" y="22637"/>
                  <a:pt x="29495" y="30574"/>
                  <a:pt x="29495" y="45848"/>
                </a:cubicBezTo>
                <a:lnTo>
                  <a:pt x="29495" y="60259"/>
                </a:lnTo>
                <a:cubicBezTo>
                  <a:pt x="29495" y="76397"/>
                  <a:pt x="35082" y="85941"/>
                  <a:pt x="46256" y="88914"/>
                </a:cubicBezTo>
                <a:lnTo>
                  <a:pt x="46256" y="89753"/>
                </a:lnTo>
                <a:cubicBezTo>
                  <a:pt x="35082" y="92727"/>
                  <a:pt x="29495" y="102270"/>
                  <a:pt x="29495" y="118408"/>
                </a:cubicBezTo>
                <a:lnTo>
                  <a:pt x="29495" y="132843"/>
                </a:lnTo>
                <a:cubicBezTo>
                  <a:pt x="29495" y="148405"/>
                  <a:pt x="22133" y="156390"/>
                  <a:pt x="7434" y="156822"/>
                </a:cubicBezTo>
                <a:lnTo>
                  <a:pt x="1" y="156822"/>
                </a:lnTo>
                <a:lnTo>
                  <a:pt x="1" y="178666"/>
                </a:lnTo>
                <a:lnTo>
                  <a:pt x="7434" y="178666"/>
                </a:lnTo>
                <a:cubicBezTo>
                  <a:pt x="21869" y="178379"/>
                  <a:pt x="33259" y="174038"/>
                  <a:pt x="41604" y="165622"/>
                </a:cubicBezTo>
                <a:cubicBezTo>
                  <a:pt x="49948" y="157205"/>
                  <a:pt x="54121" y="145072"/>
                  <a:pt x="54121" y="129222"/>
                </a:cubicBezTo>
                <a:lnTo>
                  <a:pt x="54121" y="115866"/>
                </a:lnTo>
                <a:cubicBezTo>
                  <a:pt x="54121" y="111046"/>
                  <a:pt x="55032" y="107234"/>
                  <a:pt x="56878" y="104404"/>
                </a:cubicBezTo>
                <a:cubicBezTo>
                  <a:pt x="58701" y="101575"/>
                  <a:pt x="61266" y="100160"/>
                  <a:pt x="64503" y="100160"/>
                </a:cubicBezTo>
                <a:lnTo>
                  <a:pt x="70019" y="100160"/>
                </a:lnTo>
                <a:lnTo>
                  <a:pt x="70019" y="78315"/>
                </a:lnTo>
                <a:lnTo>
                  <a:pt x="64503" y="78315"/>
                </a:lnTo>
                <a:cubicBezTo>
                  <a:pt x="61266" y="78315"/>
                  <a:pt x="58701" y="76901"/>
                  <a:pt x="56878" y="74071"/>
                </a:cubicBezTo>
                <a:cubicBezTo>
                  <a:pt x="55032" y="71242"/>
                  <a:pt x="54121" y="67405"/>
                  <a:pt x="54121" y="62609"/>
                </a:cubicBezTo>
                <a:lnTo>
                  <a:pt x="54121" y="49661"/>
                </a:lnTo>
                <a:cubicBezTo>
                  <a:pt x="54121" y="33667"/>
                  <a:pt x="49972" y="21510"/>
                  <a:pt x="41700" y="13165"/>
                </a:cubicBezTo>
                <a:cubicBezTo>
                  <a:pt x="33427" y="4821"/>
                  <a:pt x="22013" y="433"/>
                  <a:pt x="7434" y="1"/>
                </a:cubicBez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33"/>
          <p:cNvSpPr/>
          <p:nvPr/>
        </p:nvSpPr>
        <p:spPr>
          <a:xfrm>
            <a:off x="-12" y="4446900"/>
            <a:ext cx="1086600" cy="6966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5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  <p:sp>
        <p:nvSpPr>
          <p:cNvPr id="94" name="Google Shape;94;p35"/>
          <p:cNvSpPr txBox="1"/>
          <p:nvPr>
            <p:ph idx="1" type="subTitle"/>
          </p:nvPr>
        </p:nvSpPr>
        <p:spPr>
          <a:xfrm>
            <a:off x="2773575" y="3109000"/>
            <a:ext cx="2226600" cy="8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5" name="Google Shape;95;p35"/>
          <p:cNvSpPr txBox="1"/>
          <p:nvPr>
            <p:ph idx="2" type="title"/>
          </p:nvPr>
        </p:nvSpPr>
        <p:spPr>
          <a:xfrm>
            <a:off x="2646050" y="2523698"/>
            <a:ext cx="2481300" cy="5244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/>
        </p:txBody>
      </p:sp>
      <p:sp>
        <p:nvSpPr>
          <p:cNvPr id="96" name="Google Shape;96;p35"/>
          <p:cNvSpPr txBox="1"/>
          <p:nvPr>
            <p:ph idx="3" type="subTitle"/>
          </p:nvPr>
        </p:nvSpPr>
        <p:spPr>
          <a:xfrm>
            <a:off x="6070225" y="3109000"/>
            <a:ext cx="2226600" cy="8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7" name="Google Shape;97;p35"/>
          <p:cNvSpPr txBox="1"/>
          <p:nvPr>
            <p:ph idx="4" type="title"/>
          </p:nvPr>
        </p:nvSpPr>
        <p:spPr>
          <a:xfrm>
            <a:off x="5942650" y="2523676"/>
            <a:ext cx="2481300" cy="5244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/>
        </p:txBody>
      </p:sp>
      <p:sp>
        <p:nvSpPr>
          <p:cNvPr id="98" name="Google Shape;98;p35"/>
          <p:cNvSpPr/>
          <p:nvPr/>
        </p:nvSpPr>
        <p:spPr>
          <a:xfrm flipH="1">
            <a:off x="7772389" y="0"/>
            <a:ext cx="1371614" cy="356851"/>
          </a:xfrm>
          <a:custGeom>
            <a:rect b="b" l="l" r="r" t="t"/>
            <a:pathLst>
              <a:path extrusionOk="0" h="2775" w="16884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s">
  <p:cSld name="CUSTOM_10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4"/>
          <p:cNvSpPr txBox="1"/>
          <p:nvPr>
            <p:ph idx="1" type="subTitle"/>
          </p:nvPr>
        </p:nvSpPr>
        <p:spPr>
          <a:xfrm flipH="1">
            <a:off x="720000" y="1132375"/>
            <a:ext cx="7704000" cy="3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AutoNum type="arabicPeriod"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 sz="1200"/>
            </a:lvl9pPr>
          </a:lstStyle>
          <a:p/>
        </p:txBody>
      </p:sp>
      <p:sp>
        <p:nvSpPr>
          <p:cNvPr id="101" name="Google Shape;101;p34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">
  <p:cSld name="CUSTOM_8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0"/>
          <p:cNvSpPr/>
          <p:nvPr/>
        </p:nvSpPr>
        <p:spPr>
          <a:xfrm>
            <a:off x="5445850" y="1359975"/>
            <a:ext cx="3697248" cy="1208576"/>
          </a:xfrm>
          <a:custGeom>
            <a:rect b="b" l="l" r="r" t="t"/>
            <a:pathLst>
              <a:path extrusionOk="0" h="37768" w="115539">
                <a:moveTo>
                  <a:pt x="1" y="0"/>
                </a:moveTo>
                <a:lnTo>
                  <a:pt x="115539" y="0"/>
                </a:lnTo>
                <a:lnTo>
                  <a:pt x="115539" y="37767"/>
                </a:lnTo>
                <a:lnTo>
                  <a:pt x="1" y="37767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50"/>
          <p:cNvSpPr/>
          <p:nvPr/>
        </p:nvSpPr>
        <p:spPr>
          <a:xfrm>
            <a:off x="-899" y="2568525"/>
            <a:ext cx="3697248" cy="1208544"/>
          </a:xfrm>
          <a:custGeom>
            <a:rect b="b" l="l" r="r" t="t"/>
            <a:pathLst>
              <a:path extrusionOk="0" h="37767" w="115539">
                <a:moveTo>
                  <a:pt x="0" y="0"/>
                </a:moveTo>
                <a:lnTo>
                  <a:pt x="115538" y="0"/>
                </a:lnTo>
                <a:lnTo>
                  <a:pt x="115538" y="37767"/>
                </a:lnTo>
                <a:lnTo>
                  <a:pt x="0" y="37767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50"/>
          <p:cNvSpPr/>
          <p:nvPr/>
        </p:nvSpPr>
        <p:spPr>
          <a:xfrm>
            <a:off x="-905" y="-3217"/>
            <a:ext cx="3697248" cy="357024"/>
          </a:xfrm>
          <a:custGeom>
            <a:rect b="b" l="l" r="r" t="t"/>
            <a:pathLst>
              <a:path extrusionOk="0" h="11157" w="115539">
                <a:moveTo>
                  <a:pt x="0" y="0"/>
                </a:moveTo>
                <a:lnTo>
                  <a:pt x="115538" y="0"/>
                </a:lnTo>
                <a:lnTo>
                  <a:pt x="115538" y="11156"/>
                </a:lnTo>
                <a:lnTo>
                  <a:pt x="0" y="11156"/>
                </a:lnTo>
                <a:close/>
              </a:path>
            </a:pathLst>
          </a:custGeom>
          <a:solidFill>
            <a:srgbClr val="FFFFFF">
              <a:alpha val="1843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50"/>
          <p:cNvSpPr/>
          <p:nvPr/>
        </p:nvSpPr>
        <p:spPr>
          <a:xfrm>
            <a:off x="-905" y="3584623"/>
            <a:ext cx="417216" cy="384864"/>
          </a:xfrm>
          <a:custGeom>
            <a:rect b="b" l="l" r="r" t="t"/>
            <a:pathLst>
              <a:path extrusionOk="0" h="12027" w="13038">
                <a:moveTo>
                  <a:pt x="0" y="1"/>
                </a:moveTo>
                <a:lnTo>
                  <a:pt x="13037" y="1"/>
                </a:lnTo>
                <a:lnTo>
                  <a:pt x="13037" y="12026"/>
                </a:lnTo>
                <a:lnTo>
                  <a:pt x="0" y="12026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50"/>
          <p:cNvSpPr/>
          <p:nvPr/>
        </p:nvSpPr>
        <p:spPr>
          <a:xfrm>
            <a:off x="8017591" y="1161103"/>
            <a:ext cx="1125504" cy="384832"/>
          </a:xfrm>
          <a:custGeom>
            <a:rect b="b" l="l" r="r" t="t"/>
            <a:pathLst>
              <a:path extrusionOk="0" h="12026" w="35172">
                <a:moveTo>
                  <a:pt x="1" y="0"/>
                </a:moveTo>
                <a:lnTo>
                  <a:pt x="35172" y="0"/>
                </a:lnTo>
                <a:lnTo>
                  <a:pt x="35172" y="12026"/>
                </a:lnTo>
                <a:lnTo>
                  <a:pt x="1" y="12026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50"/>
          <p:cNvSpPr txBox="1"/>
          <p:nvPr>
            <p:ph idx="1" type="subTitle"/>
          </p:nvPr>
        </p:nvSpPr>
        <p:spPr>
          <a:xfrm>
            <a:off x="5626675" y="1941426"/>
            <a:ext cx="23916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9" name="Google Shape;109;p50"/>
          <p:cNvSpPr txBox="1"/>
          <p:nvPr>
            <p:ph idx="2" type="subTitle"/>
          </p:nvPr>
        </p:nvSpPr>
        <p:spPr>
          <a:xfrm>
            <a:off x="1129300" y="3151101"/>
            <a:ext cx="2391600" cy="4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4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110" name="Google Shape;110;p50"/>
          <p:cNvSpPr txBox="1"/>
          <p:nvPr>
            <p:ph type="title"/>
          </p:nvPr>
        </p:nvSpPr>
        <p:spPr>
          <a:xfrm>
            <a:off x="1125100" y="2794025"/>
            <a:ext cx="23958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11" name="Google Shape;111;p50"/>
          <p:cNvSpPr txBox="1"/>
          <p:nvPr>
            <p:ph idx="3" type="title"/>
          </p:nvPr>
        </p:nvSpPr>
        <p:spPr>
          <a:xfrm>
            <a:off x="5626675" y="1582550"/>
            <a:ext cx="23958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6"/>
          <p:cNvSpPr/>
          <p:nvPr/>
        </p:nvSpPr>
        <p:spPr>
          <a:xfrm>
            <a:off x="0" y="3268775"/>
            <a:ext cx="667651" cy="355450"/>
          </a:xfrm>
          <a:custGeom>
            <a:rect b="b" l="l" r="r" t="t"/>
            <a:pathLst>
              <a:path extrusionOk="0" h="2764" w="2882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36"/>
          <p:cNvSpPr/>
          <p:nvPr/>
        </p:nvSpPr>
        <p:spPr>
          <a:xfrm>
            <a:off x="7960123" y="323033"/>
            <a:ext cx="1183740" cy="355315"/>
          </a:xfrm>
          <a:custGeom>
            <a:rect b="b" l="l" r="r" t="t"/>
            <a:pathLst>
              <a:path extrusionOk="0" h="2763" w="9205">
                <a:moveTo>
                  <a:pt x="1" y="0"/>
                </a:moveTo>
                <a:lnTo>
                  <a:pt x="1" y="2762"/>
                </a:lnTo>
                <a:lnTo>
                  <a:pt x="9204" y="2762"/>
                </a:lnTo>
                <a:lnTo>
                  <a:pt x="920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36"/>
          <p:cNvSpPr/>
          <p:nvPr/>
        </p:nvSpPr>
        <p:spPr>
          <a:xfrm>
            <a:off x="7173125" y="912516"/>
            <a:ext cx="1970757" cy="355315"/>
          </a:xfrm>
          <a:custGeom>
            <a:rect b="b" l="l" r="r" t="t"/>
            <a:pathLst>
              <a:path extrusionOk="0" h="2763" w="15325">
                <a:moveTo>
                  <a:pt x="1" y="0"/>
                </a:moveTo>
                <a:lnTo>
                  <a:pt x="1" y="2762"/>
                </a:lnTo>
                <a:lnTo>
                  <a:pt x="15324" y="2762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56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36"/>
          <p:cNvSpPr/>
          <p:nvPr/>
        </p:nvSpPr>
        <p:spPr>
          <a:xfrm>
            <a:off x="7173125" y="2089940"/>
            <a:ext cx="1970757" cy="356858"/>
          </a:xfrm>
          <a:custGeom>
            <a:rect b="b" l="l" r="r" t="t"/>
            <a:pathLst>
              <a:path extrusionOk="0" h="2775" w="15325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36"/>
          <p:cNvSpPr/>
          <p:nvPr/>
        </p:nvSpPr>
        <p:spPr>
          <a:xfrm>
            <a:off x="0" y="2089940"/>
            <a:ext cx="552969" cy="356858"/>
          </a:xfrm>
          <a:custGeom>
            <a:rect b="b" l="l" r="r" t="t"/>
            <a:pathLst>
              <a:path extrusionOk="0" h="2775" w="430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56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36"/>
          <p:cNvSpPr/>
          <p:nvPr/>
        </p:nvSpPr>
        <p:spPr>
          <a:xfrm>
            <a:off x="8773245" y="1500456"/>
            <a:ext cx="370618" cy="356858"/>
          </a:xfrm>
          <a:custGeom>
            <a:rect b="b" l="l" r="r" t="t"/>
            <a:pathLst>
              <a:path extrusionOk="0" h="2775" w="2882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36"/>
          <p:cNvSpPr/>
          <p:nvPr/>
        </p:nvSpPr>
        <p:spPr>
          <a:xfrm>
            <a:off x="8039723" y="3268778"/>
            <a:ext cx="1104138" cy="355443"/>
          </a:xfrm>
          <a:custGeom>
            <a:rect b="b" l="l" r="r" t="t"/>
            <a:pathLst>
              <a:path extrusionOk="0" h="2764" w="8586">
                <a:moveTo>
                  <a:pt x="1" y="1"/>
                </a:moveTo>
                <a:lnTo>
                  <a:pt x="1" y="2763"/>
                </a:lnTo>
                <a:lnTo>
                  <a:pt x="8585" y="2763"/>
                </a:lnTo>
                <a:lnTo>
                  <a:pt x="858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36"/>
          <p:cNvSpPr/>
          <p:nvPr/>
        </p:nvSpPr>
        <p:spPr>
          <a:xfrm>
            <a:off x="7555951" y="3858262"/>
            <a:ext cx="1587922" cy="355315"/>
          </a:xfrm>
          <a:custGeom>
            <a:rect b="b" l="l" r="r" t="t"/>
            <a:pathLst>
              <a:path extrusionOk="0" h="2763" w="12348">
                <a:moveTo>
                  <a:pt x="0" y="1"/>
                </a:moveTo>
                <a:lnTo>
                  <a:pt x="0" y="2763"/>
                </a:lnTo>
                <a:lnTo>
                  <a:pt x="12347" y="2763"/>
                </a:lnTo>
                <a:lnTo>
                  <a:pt x="12347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36"/>
          <p:cNvSpPr/>
          <p:nvPr/>
        </p:nvSpPr>
        <p:spPr>
          <a:xfrm>
            <a:off x="0" y="4446202"/>
            <a:ext cx="1183740" cy="356858"/>
          </a:xfrm>
          <a:custGeom>
            <a:rect b="b" l="l" r="r" t="t"/>
            <a:pathLst>
              <a:path extrusionOk="0" h="2775" w="9205">
                <a:moveTo>
                  <a:pt x="1" y="1"/>
                </a:moveTo>
                <a:lnTo>
                  <a:pt x="1" y="2775"/>
                </a:lnTo>
                <a:lnTo>
                  <a:pt x="9204" y="2775"/>
                </a:lnTo>
                <a:lnTo>
                  <a:pt x="9204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36"/>
          <p:cNvSpPr/>
          <p:nvPr/>
        </p:nvSpPr>
        <p:spPr>
          <a:xfrm>
            <a:off x="0" y="3858262"/>
            <a:ext cx="1970757" cy="355315"/>
          </a:xfrm>
          <a:custGeom>
            <a:rect b="b" l="l" r="r" t="t"/>
            <a:pathLst>
              <a:path extrusionOk="0" h="2763" w="15325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36"/>
          <p:cNvSpPr/>
          <p:nvPr/>
        </p:nvSpPr>
        <p:spPr>
          <a:xfrm>
            <a:off x="2325759" y="3858262"/>
            <a:ext cx="866747" cy="355315"/>
          </a:xfrm>
          <a:custGeom>
            <a:rect b="b" l="l" r="r" t="t"/>
            <a:pathLst>
              <a:path extrusionOk="0" h="2763" w="6740">
                <a:moveTo>
                  <a:pt x="1" y="1"/>
                </a:moveTo>
                <a:lnTo>
                  <a:pt x="1" y="2763"/>
                </a:lnTo>
                <a:lnTo>
                  <a:pt x="6739" y="2763"/>
                </a:lnTo>
                <a:lnTo>
                  <a:pt x="6739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36"/>
          <p:cNvSpPr/>
          <p:nvPr/>
        </p:nvSpPr>
        <p:spPr>
          <a:xfrm>
            <a:off x="0" y="2679300"/>
            <a:ext cx="1485912" cy="355450"/>
          </a:xfrm>
          <a:custGeom>
            <a:rect b="b" l="l" r="r" t="t"/>
            <a:pathLst>
              <a:path extrusionOk="0" h="2764" w="15325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36"/>
          <p:cNvSpPr/>
          <p:nvPr/>
        </p:nvSpPr>
        <p:spPr>
          <a:xfrm>
            <a:off x="896262" y="3268778"/>
            <a:ext cx="370618" cy="355443"/>
          </a:xfrm>
          <a:custGeom>
            <a:rect b="b" l="l" r="r" t="t"/>
            <a:pathLst>
              <a:path extrusionOk="0" h="2764" w="2882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36"/>
          <p:cNvSpPr/>
          <p:nvPr/>
        </p:nvSpPr>
        <p:spPr>
          <a:xfrm>
            <a:off x="0" y="1500456"/>
            <a:ext cx="1104138" cy="356858"/>
          </a:xfrm>
          <a:custGeom>
            <a:rect b="b" l="l" r="r" t="t"/>
            <a:pathLst>
              <a:path extrusionOk="0" h="2775" w="8586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36"/>
          <p:cNvSpPr/>
          <p:nvPr/>
        </p:nvSpPr>
        <p:spPr>
          <a:xfrm>
            <a:off x="359324" y="912525"/>
            <a:ext cx="1228595" cy="355301"/>
          </a:xfrm>
          <a:custGeom>
            <a:rect b="b" l="l" r="r" t="t"/>
            <a:pathLst>
              <a:path extrusionOk="0" h="2763" w="12348">
                <a:moveTo>
                  <a:pt x="1" y="0"/>
                </a:moveTo>
                <a:lnTo>
                  <a:pt x="1" y="2762"/>
                </a:lnTo>
                <a:lnTo>
                  <a:pt x="12348" y="2762"/>
                </a:lnTo>
                <a:lnTo>
                  <a:pt x="12348" y="0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36"/>
          <p:cNvSpPr/>
          <p:nvPr/>
        </p:nvSpPr>
        <p:spPr>
          <a:xfrm>
            <a:off x="5395565" y="323033"/>
            <a:ext cx="2171240" cy="355315"/>
          </a:xfrm>
          <a:custGeom>
            <a:rect b="b" l="l" r="r" t="t"/>
            <a:pathLst>
              <a:path extrusionOk="0" h="2763" w="16884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36"/>
          <p:cNvSpPr/>
          <p:nvPr/>
        </p:nvSpPr>
        <p:spPr>
          <a:xfrm>
            <a:off x="5729396" y="3858262"/>
            <a:ext cx="1600139" cy="355315"/>
          </a:xfrm>
          <a:custGeom>
            <a:rect b="b" l="l" r="r" t="t"/>
            <a:pathLst>
              <a:path extrusionOk="0" h="2763" w="12443">
                <a:moveTo>
                  <a:pt x="0" y="1"/>
                </a:moveTo>
                <a:lnTo>
                  <a:pt x="0" y="2763"/>
                </a:lnTo>
                <a:lnTo>
                  <a:pt x="12442" y="2763"/>
                </a:lnTo>
                <a:lnTo>
                  <a:pt x="12442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36"/>
          <p:cNvSpPr/>
          <p:nvPr/>
        </p:nvSpPr>
        <p:spPr>
          <a:xfrm>
            <a:off x="1577072" y="4446200"/>
            <a:ext cx="3118770" cy="356851"/>
          </a:xfrm>
          <a:custGeom>
            <a:rect b="b" l="l" r="r" t="t"/>
            <a:pathLst>
              <a:path extrusionOk="0" h="2775" w="16884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36"/>
          <p:cNvSpPr txBox="1"/>
          <p:nvPr>
            <p:ph type="title"/>
          </p:nvPr>
        </p:nvSpPr>
        <p:spPr>
          <a:xfrm>
            <a:off x="454800" y="2714625"/>
            <a:ext cx="8425200" cy="44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2" name="Google Shape;132;p36"/>
          <p:cNvSpPr txBox="1"/>
          <p:nvPr>
            <p:ph idx="2" type="title"/>
          </p:nvPr>
        </p:nvSpPr>
        <p:spPr>
          <a:xfrm>
            <a:off x="454800" y="2150850"/>
            <a:ext cx="84252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67ED"/>
              </a:buClr>
              <a:buSzPts val="8000"/>
              <a:buNone/>
              <a:defRPr sz="8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0"/>
          <p:cNvSpPr/>
          <p:nvPr/>
        </p:nvSpPr>
        <p:spPr>
          <a:xfrm>
            <a:off x="0" y="1515825"/>
            <a:ext cx="2943127" cy="241405"/>
          </a:xfrm>
          <a:custGeom>
            <a:rect b="b" l="l" r="r" t="t"/>
            <a:pathLst>
              <a:path extrusionOk="0" h="5859" w="146079">
                <a:moveTo>
                  <a:pt x="1" y="1"/>
                </a:moveTo>
                <a:lnTo>
                  <a:pt x="1" y="5858"/>
                </a:lnTo>
                <a:lnTo>
                  <a:pt x="146079" y="5858"/>
                </a:lnTo>
                <a:lnTo>
                  <a:pt x="146079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30"/>
          <p:cNvSpPr txBox="1"/>
          <p:nvPr>
            <p:ph idx="1" type="body"/>
          </p:nvPr>
        </p:nvSpPr>
        <p:spPr>
          <a:xfrm>
            <a:off x="609499" y="1973025"/>
            <a:ext cx="3512700" cy="21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aleway SemiBold"/>
              <a:buChar char="●"/>
              <a:defRPr sz="16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600"/>
              <a:buFont typeface="Nunito Light"/>
              <a:buChar char="■"/>
              <a:defRPr sz="1600"/>
            </a:lvl9pPr>
          </a:lstStyle>
          <a:p/>
        </p:txBody>
      </p:sp>
      <p:sp>
        <p:nvSpPr>
          <p:cNvPr id="136" name="Google Shape;136;p30"/>
          <p:cNvSpPr txBox="1"/>
          <p:nvPr>
            <p:ph type="title"/>
          </p:nvPr>
        </p:nvSpPr>
        <p:spPr>
          <a:xfrm>
            <a:off x="560825" y="1168325"/>
            <a:ext cx="3561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dea principal">
  <p:cSld name="MAIN_POINT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1"/>
          <p:cNvSpPr/>
          <p:nvPr/>
        </p:nvSpPr>
        <p:spPr>
          <a:xfrm flipH="1">
            <a:off x="27" y="323033"/>
            <a:ext cx="1183740" cy="355315"/>
          </a:xfrm>
          <a:custGeom>
            <a:rect b="b" l="l" r="r" t="t"/>
            <a:pathLst>
              <a:path extrusionOk="0" h="2763" w="9205">
                <a:moveTo>
                  <a:pt x="1" y="0"/>
                </a:moveTo>
                <a:lnTo>
                  <a:pt x="1" y="2762"/>
                </a:lnTo>
                <a:lnTo>
                  <a:pt x="9204" y="2762"/>
                </a:lnTo>
                <a:lnTo>
                  <a:pt x="9204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31"/>
          <p:cNvSpPr/>
          <p:nvPr/>
        </p:nvSpPr>
        <p:spPr>
          <a:xfrm flipH="1">
            <a:off x="3" y="912525"/>
            <a:ext cx="3076570" cy="355301"/>
          </a:xfrm>
          <a:custGeom>
            <a:rect b="b" l="l" r="r" t="t"/>
            <a:pathLst>
              <a:path extrusionOk="0" h="2763" w="15325">
                <a:moveTo>
                  <a:pt x="1" y="0"/>
                </a:moveTo>
                <a:lnTo>
                  <a:pt x="1" y="2762"/>
                </a:lnTo>
                <a:lnTo>
                  <a:pt x="15324" y="2762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56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31"/>
          <p:cNvSpPr/>
          <p:nvPr/>
        </p:nvSpPr>
        <p:spPr>
          <a:xfrm flipH="1">
            <a:off x="-4" y="2089950"/>
            <a:ext cx="1766704" cy="356851"/>
          </a:xfrm>
          <a:custGeom>
            <a:rect b="b" l="l" r="r" t="t"/>
            <a:pathLst>
              <a:path extrusionOk="0" h="2775" w="15325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31"/>
          <p:cNvSpPr/>
          <p:nvPr/>
        </p:nvSpPr>
        <p:spPr>
          <a:xfrm flipH="1">
            <a:off x="6715125" y="2089950"/>
            <a:ext cx="2071751" cy="356851"/>
          </a:xfrm>
          <a:custGeom>
            <a:rect b="b" l="l" r="r" t="t"/>
            <a:pathLst>
              <a:path extrusionOk="0" h="2775" w="430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56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31"/>
          <p:cNvSpPr/>
          <p:nvPr/>
        </p:nvSpPr>
        <p:spPr>
          <a:xfrm flipH="1">
            <a:off x="1229469" y="1500450"/>
            <a:ext cx="1104154" cy="356872"/>
          </a:xfrm>
          <a:custGeom>
            <a:rect b="b" l="l" r="r" t="t"/>
            <a:pathLst>
              <a:path extrusionOk="0" h="2775" w="18027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31"/>
          <p:cNvSpPr/>
          <p:nvPr/>
        </p:nvSpPr>
        <p:spPr>
          <a:xfrm flipH="1">
            <a:off x="66" y="2679300"/>
            <a:ext cx="2247805" cy="355450"/>
          </a:xfrm>
          <a:custGeom>
            <a:rect b="b" l="l" r="r" t="t"/>
            <a:pathLst>
              <a:path extrusionOk="0" h="2764" w="12872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31"/>
          <p:cNvSpPr/>
          <p:nvPr/>
        </p:nvSpPr>
        <p:spPr>
          <a:xfrm flipH="1">
            <a:off x="23" y="1500450"/>
            <a:ext cx="1038298" cy="356872"/>
          </a:xfrm>
          <a:custGeom>
            <a:rect b="b" l="l" r="r" t="t"/>
            <a:pathLst>
              <a:path extrusionOk="0" h="2775" w="2882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31"/>
          <p:cNvSpPr/>
          <p:nvPr/>
        </p:nvSpPr>
        <p:spPr>
          <a:xfrm flipH="1">
            <a:off x="29" y="3268778"/>
            <a:ext cx="1104138" cy="355443"/>
          </a:xfrm>
          <a:custGeom>
            <a:rect b="b" l="l" r="r" t="t"/>
            <a:pathLst>
              <a:path extrusionOk="0" h="2764" w="8586">
                <a:moveTo>
                  <a:pt x="1" y="1"/>
                </a:moveTo>
                <a:lnTo>
                  <a:pt x="1" y="2763"/>
                </a:lnTo>
                <a:lnTo>
                  <a:pt x="8585" y="2763"/>
                </a:lnTo>
                <a:lnTo>
                  <a:pt x="8585" y="1"/>
                </a:lnTo>
                <a:close/>
              </a:path>
            </a:pathLst>
          </a:custGeom>
          <a:solidFill>
            <a:srgbClr val="FFFFFF">
              <a:alpha val="156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31"/>
          <p:cNvSpPr/>
          <p:nvPr/>
        </p:nvSpPr>
        <p:spPr>
          <a:xfrm flipH="1">
            <a:off x="1299941" y="3268775"/>
            <a:ext cx="490759" cy="355450"/>
          </a:xfrm>
          <a:custGeom>
            <a:rect b="b" l="l" r="r" t="t"/>
            <a:pathLst>
              <a:path extrusionOk="0" h="2764" w="18396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31"/>
          <p:cNvSpPr/>
          <p:nvPr/>
        </p:nvSpPr>
        <p:spPr>
          <a:xfrm flipH="1">
            <a:off x="13" y="3858250"/>
            <a:ext cx="1457311" cy="355322"/>
          </a:xfrm>
          <a:custGeom>
            <a:rect b="b" l="l" r="r" t="t"/>
            <a:pathLst>
              <a:path extrusionOk="0" h="2763" w="12348">
                <a:moveTo>
                  <a:pt x="0" y="1"/>
                </a:moveTo>
                <a:lnTo>
                  <a:pt x="0" y="2763"/>
                </a:lnTo>
                <a:lnTo>
                  <a:pt x="12347" y="2763"/>
                </a:lnTo>
                <a:lnTo>
                  <a:pt x="12347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31"/>
          <p:cNvSpPr/>
          <p:nvPr/>
        </p:nvSpPr>
        <p:spPr>
          <a:xfrm flipH="1">
            <a:off x="7377202" y="3858250"/>
            <a:ext cx="1766704" cy="355322"/>
          </a:xfrm>
          <a:custGeom>
            <a:rect b="b" l="l" r="r" t="t"/>
            <a:pathLst>
              <a:path extrusionOk="0" h="2763" w="15325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31"/>
          <p:cNvSpPr/>
          <p:nvPr/>
        </p:nvSpPr>
        <p:spPr>
          <a:xfrm flipH="1">
            <a:off x="7488607" y="2679300"/>
            <a:ext cx="1655292" cy="355450"/>
          </a:xfrm>
          <a:custGeom>
            <a:rect b="b" l="l" r="r" t="t"/>
            <a:pathLst>
              <a:path extrusionOk="0" h="2764" w="15325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31"/>
          <p:cNvSpPr/>
          <p:nvPr/>
        </p:nvSpPr>
        <p:spPr>
          <a:xfrm flipH="1">
            <a:off x="8105584" y="3268775"/>
            <a:ext cx="1038298" cy="355450"/>
          </a:xfrm>
          <a:custGeom>
            <a:rect b="b" l="l" r="r" t="t"/>
            <a:pathLst>
              <a:path extrusionOk="0" h="2764" w="2882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31"/>
          <p:cNvSpPr/>
          <p:nvPr/>
        </p:nvSpPr>
        <p:spPr>
          <a:xfrm flipH="1">
            <a:off x="8039752" y="1500456"/>
            <a:ext cx="1104138" cy="356858"/>
          </a:xfrm>
          <a:custGeom>
            <a:rect b="b" l="l" r="r" t="t"/>
            <a:pathLst>
              <a:path extrusionOk="0" h="2775" w="8586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31"/>
          <p:cNvSpPr/>
          <p:nvPr/>
        </p:nvSpPr>
        <p:spPr>
          <a:xfrm flipH="1">
            <a:off x="5478250" y="1500456"/>
            <a:ext cx="2365680" cy="356858"/>
          </a:xfrm>
          <a:custGeom>
            <a:rect b="b" l="l" r="r" t="t"/>
            <a:pathLst>
              <a:path extrusionOk="0" h="2775" w="18396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31"/>
          <p:cNvSpPr/>
          <p:nvPr/>
        </p:nvSpPr>
        <p:spPr>
          <a:xfrm flipH="1">
            <a:off x="6896105" y="912525"/>
            <a:ext cx="2247799" cy="355301"/>
          </a:xfrm>
          <a:custGeom>
            <a:rect b="b" l="l" r="r" t="t"/>
            <a:pathLst>
              <a:path extrusionOk="0" h="2763" w="12348">
                <a:moveTo>
                  <a:pt x="1" y="0"/>
                </a:moveTo>
                <a:lnTo>
                  <a:pt x="1" y="2762"/>
                </a:lnTo>
                <a:lnTo>
                  <a:pt x="12348" y="2762"/>
                </a:lnTo>
                <a:lnTo>
                  <a:pt x="12348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31"/>
          <p:cNvSpPr/>
          <p:nvPr/>
        </p:nvSpPr>
        <p:spPr>
          <a:xfrm flipH="1">
            <a:off x="3895732" y="323025"/>
            <a:ext cx="4819643" cy="355322"/>
          </a:xfrm>
          <a:custGeom>
            <a:rect b="b" l="l" r="r" t="t"/>
            <a:pathLst>
              <a:path extrusionOk="0" h="2763" w="18087">
                <a:moveTo>
                  <a:pt x="1" y="0"/>
                </a:moveTo>
                <a:lnTo>
                  <a:pt x="1" y="2762"/>
                </a:lnTo>
                <a:lnTo>
                  <a:pt x="18087" y="2762"/>
                </a:lnTo>
                <a:lnTo>
                  <a:pt x="18087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31"/>
          <p:cNvSpPr/>
          <p:nvPr/>
        </p:nvSpPr>
        <p:spPr>
          <a:xfrm flipH="1">
            <a:off x="2611243" y="4446200"/>
            <a:ext cx="6532757" cy="356851"/>
          </a:xfrm>
          <a:custGeom>
            <a:rect b="b" l="l" r="r" t="t"/>
            <a:pathLst>
              <a:path extrusionOk="0" h="2775" w="16884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31"/>
          <p:cNvSpPr/>
          <p:nvPr/>
        </p:nvSpPr>
        <p:spPr>
          <a:xfrm>
            <a:off x="2094068" y="1123143"/>
            <a:ext cx="4955589" cy="3012341"/>
          </a:xfrm>
          <a:custGeom>
            <a:rect b="b" l="l" r="r" t="t"/>
            <a:pathLst>
              <a:path extrusionOk="0" h="92191" w="151663">
                <a:moveTo>
                  <a:pt x="0" y="0"/>
                </a:moveTo>
                <a:lnTo>
                  <a:pt x="0" y="92190"/>
                </a:lnTo>
                <a:lnTo>
                  <a:pt x="151662" y="92190"/>
                </a:lnTo>
                <a:lnTo>
                  <a:pt x="15166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31"/>
          <p:cNvSpPr/>
          <p:nvPr/>
        </p:nvSpPr>
        <p:spPr>
          <a:xfrm flipH="1">
            <a:off x="1647812" y="3858250"/>
            <a:ext cx="1766688" cy="355322"/>
          </a:xfrm>
          <a:custGeom>
            <a:rect b="b" l="l" r="r" t="t"/>
            <a:pathLst>
              <a:path extrusionOk="0" h="2763" w="12443">
                <a:moveTo>
                  <a:pt x="0" y="1"/>
                </a:moveTo>
                <a:lnTo>
                  <a:pt x="0" y="2763"/>
                </a:lnTo>
                <a:lnTo>
                  <a:pt x="12442" y="2763"/>
                </a:lnTo>
                <a:lnTo>
                  <a:pt x="12442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31"/>
          <p:cNvSpPr/>
          <p:nvPr/>
        </p:nvSpPr>
        <p:spPr>
          <a:xfrm flipH="1">
            <a:off x="6667517" y="3268775"/>
            <a:ext cx="1246883" cy="355450"/>
          </a:xfrm>
          <a:custGeom>
            <a:rect b="b" l="l" r="r" t="t"/>
            <a:pathLst>
              <a:path extrusionOk="0" h="2764" w="18027">
                <a:moveTo>
                  <a:pt x="1" y="1"/>
                </a:moveTo>
                <a:lnTo>
                  <a:pt x="1" y="2763"/>
                </a:lnTo>
                <a:lnTo>
                  <a:pt x="18027" y="2763"/>
                </a:lnTo>
                <a:lnTo>
                  <a:pt x="18027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31"/>
          <p:cNvSpPr/>
          <p:nvPr/>
        </p:nvSpPr>
        <p:spPr>
          <a:xfrm flipH="1">
            <a:off x="5729417" y="912525"/>
            <a:ext cx="985703" cy="355301"/>
          </a:xfrm>
          <a:custGeom>
            <a:rect b="b" l="l" r="r" t="t"/>
            <a:pathLst>
              <a:path extrusionOk="0" h="2763" w="12443">
                <a:moveTo>
                  <a:pt x="1" y="0"/>
                </a:moveTo>
                <a:lnTo>
                  <a:pt x="1" y="2762"/>
                </a:lnTo>
                <a:lnTo>
                  <a:pt x="12443" y="2762"/>
                </a:lnTo>
                <a:lnTo>
                  <a:pt x="12443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31"/>
          <p:cNvSpPr txBox="1"/>
          <p:nvPr>
            <p:ph idx="1" type="subTitle"/>
          </p:nvPr>
        </p:nvSpPr>
        <p:spPr>
          <a:xfrm flipH="1">
            <a:off x="2521800" y="2340324"/>
            <a:ext cx="4100400" cy="80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verpass Mono"/>
              <a:buNone/>
              <a:defRPr b="1" sz="1600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1" name="Google Shape;161;p31"/>
          <p:cNvSpPr txBox="1"/>
          <p:nvPr>
            <p:ph type="title"/>
          </p:nvPr>
        </p:nvSpPr>
        <p:spPr>
          <a:xfrm>
            <a:off x="2521800" y="3221225"/>
            <a:ext cx="4100400" cy="4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22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!">
  <p:cSld name="CUSTOM_13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9"/>
          <p:cNvSpPr/>
          <p:nvPr/>
        </p:nvSpPr>
        <p:spPr>
          <a:xfrm>
            <a:off x="0" y="4357775"/>
            <a:ext cx="6633906" cy="785368"/>
          </a:xfrm>
          <a:custGeom>
            <a:rect b="b" l="l" r="r" t="t"/>
            <a:pathLst>
              <a:path extrusionOk="0" h="16396" w="17241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39"/>
          <p:cNvSpPr/>
          <p:nvPr/>
        </p:nvSpPr>
        <p:spPr>
          <a:xfrm>
            <a:off x="8355575" y="4357775"/>
            <a:ext cx="788431" cy="785368"/>
          </a:xfrm>
          <a:custGeom>
            <a:rect b="b" l="l" r="r" t="t"/>
            <a:pathLst>
              <a:path extrusionOk="0" h="16396" w="17241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39"/>
          <p:cNvSpPr/>
          <p:nvPr/>
        </p:nvSpPr>
        <p:spPr>
          <a:xfrm>
            <a:off x="1923700" y="0"/>
            <a:ext cx="7220221" cy="2724140"/>
          </a:xfrm>
          <a:custGeom>
            <a:rect b="b" l="l" r="r" t="t"/>
            <a:pathLst>
              <a:path extrusionOk="0" h="24170" w="52686">
                <a:moveTo>
                  <a:pt x="1" y="0"/>
                </a:moveTo>
                <a:lnTo>
                  <a:pt x="1" y="24170"/>
                </a:lnTo>
                <a:lnTo>
                  <a:pt x="52686" y="24170"/>
                </a:lnTo>
                <a:lnTo>
                  <a:pt x="52686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39"/>
          <p:cNvSpPr txBox="1"/>
          <p:nvPr>
            <p:ph type="title"/>
          </p:nvPr>
        </p:nvSpPr>
        <p:spPr>
          <a:xfrm>
            <a:off x="2951850" y="700250"/>
            <a:ext cx="3240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7" name="Google Shape;167;p39"/>
          <p:cNvSpPr txBox="1"/>
          <p:nvPr>
            <p:ph idx="1" type="subTitle"/>
          </p:nvPr>
        </p:nvSpPr>
        <p:spPr>
          <a:xfrm>
            <a:off x="2951850" y="1515875"/>
            <a:ext cx="3240300" cy="12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8" name="Google Shape;168;p39"/>
          <p:cNvSpPr/>
          <p:nvPr/>
        </p:nvSpPr>
        <p:spPr>
          <a:xfrm>
            <a:off x="7377200" y="2089950"/>
            <a:ext cx="1766704" cy="356851"/>
          </a:xfrm>
          <a:custGeom>
            <a:rect b="b" l="l" r="r" t="t"/>
            <a:pathLst>
              <a:path extrusionOk="0" h="2775" w="15325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39"/>
          <p:cNvSpPr/>
          <p:nvPr/>
        </p:nvSpPr>
        <p:spPr>
          <a:xfrm>
            <a:off x="357025" y="2089950"/>
            <a:ext cx="2071751" cy="356851"/>
          </a:xfrm>
          <a:custGeom>
            <a:rect b="b" l="l" r="r" t="t"/>
            <a:pathLst>
              <a:path extrusionOk="0" h="2775" w="430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56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39"/>
          <p:cNvSpPr/>
          <p:nvPr/>
        </p:nvSpPr>
        <p:spPr>
          <a:xfrm>
            <a:off x="6810278" y="1500450"/>
            <a:ext cx="1104154" cy="356872"/>
          </a:xfrm>
          <a:custGeom>
            <a:rect b="b" l="l" r="r" t="t"/>
            <a:pathLst>
              <a:path extrusionOk="0" h="2775" w="18027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39"/>
          <p:cNvSpPr/>
          <p:nvPr/>
        </p:nvSpPr>
        <p:spPr>
          <a:xfrm>
            <a:off x="6896029" y="2679300"/>
            <a:ext cx="2247805" cy="355450"/>
          </a:xfrm>
          <a:custGeom>
            <a:rect b="b" l="l" r="r" t="t"/>
            <a:pathLst>
              <a:path extrusionOk="0" h="2764" w="12872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39"/>
          <p:cNvSpPr/>
          <p:nvPr/>
        </p:nvSpPr>
        <p:spPr>
          <a:xfrm>
            <a:off x="8105579" y="1500450"/>
            <a:ext cx="1038298" cy="356872"/>
          </a:xfrm>
          <a:custGeom>
            <a:rect b="b" l="l" r="r" t="t"/>
            <a:pathLst>
              <a:path extrusionOk="0" h="2775" w="2882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FFFFFF">
              <a:alpha val="5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39"/>
          <p:cNvSpPr/>
          <p:nvPr/>
        </p:nvSpPr>
        <p:spPr>
          <a:xfrm>
            <a:off x="6739789" y="3268775"/>
            <a:ext cx="1104128" cy="355450"/>
          </a:xfrm>
          <a:custGeom>
            <a:rect b="b" l="l" r="r" t="t"/>
            <a:pathLst>
              <a:path extrusionOk="0" h="2764" w="18396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39"/>
          <p:cNvSpPr/>
          <p:nvPr/>
        </p:nvSpPr>
        <p:spPr>
          <a:xfrm>
            <a:off x="18" y="3268775"/>
            <a:ext cx="1038298" cy="355450"/>
          </a:xfrm>
          <a:custGeom>
            <a:rect b="b" l="l" r="r" t="t"/>
            <a:pathLst>
              <a:path extrusionOk="0" h="2764" w="2882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rgbClr val="FFFFFF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39"/>
          <p:cNvSpPr/>
          <p:nvPr/>
        </p:nvSpPr>
        <p:spPr>
          <a:xfrm>
            <a:off x="10" y="1500456"/>
            <a:ext cx="1104138" cy="356858"/>
          </a:xfrm>
          <a:custGeom>
            <a:rect b="b" l="l" r="r" t="t"/>
            <a:pathLst>
              <a:path extrusionOk="0" h="2775" w="8586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39"/>
          <p:cNvSpPr/>
          <p:nvPr/>
        </p:nvSpPr>
        <p:spPr>
          <a:xfrm>
            <a:off x="1299972" y="1500450"/>
            <a:ext cx="490621" cy="356872"/>
          </a:xfrm>
          <a:custGeom>
            <a:rect b="b" l="l" r="r" t="t"/>
            <a:pathLst>
              <a:path extrusionOk="0" h="2775" w="18396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40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41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  <p:sp>
        <p:nvSpPr>
          <p:cNvPr id="181" name="Google Shape;181;p41"/>
          <p:cNvSpPr txBox="1"/>
          <p:nvPr>
            <p:ph idx="1" type="subTitle"/>
          </p:nvPr>
        </p:nvSpPr>
        <p:spPr>
          <a:xfrm flipH="1">
            <a:off x="1456725" y="1617100"/>
            <a:ext cx="1960800" cy="103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41"/>
          <p:cNvSpPr/>
          <p:nvPr/>
        </p:nvSpPr>
        <p:spPr>
          <a:xfrm>
            <a:off x="0" y="2689849"/>
            <a:ext cx="2770896" cy="1033530"/>
          </a:xfrm>
          <a:custGeom>
            <a:rect b="b" l="l" r="r" t="t"/>
            <a:pathLst>
              <a:path extrusionOk="0" h="5847" w="106491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41"/>
          <p:cNvSpPr/>
          <p:nvPr/>
        </p:nvSpPr>
        <p:spPr>
          <a:xfrm>
            <a:off x="0" y="0"/>
            <a:ext cx="1278158" cy="442823"/>
          </a:xfrm>
          <a:custGeom>
            <a:rect b="b" l="l" r="r" t="t"/>
            <a:pathLst>
              <a:path extrusionOk="0" h="5847" w="106491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2"/>
          <p:cNvSpPr txBox="1"/>
          <p:nvPr>
            <p:ph idx="1" type="subTitle"/>
          </p:nvPr>
        </p:nvSpPr>
        <p:spPr>
          <a:xfrm flipH="1">
            <a:off x="5247750" y="2169550"/>
            <a:ext cx="2467500" cy="14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42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  <p:sp>
        <p:nvSpPr>
          <p:cNvPr id="187" name="Google Shape;187;p42"/>
          <p:cNvSpPr/>
          <p:nvPr/>
        </p:nvSpPr>
        <p:spPr>
          <a:xfrm>
            <a:off x="6419025" y="1575200"/>
            <a:ext cx="2725105" cy="240896"/>
          </a:xfrm>
          <a:custGeom>
            <a:rect b="b" l="l" r="r" t="t"/>
            <a:pathLst>
              <a:path extrusionOk="0" h="5847" w="106491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42"/>
          <p:cNvSpPr/>
          <p:nvPr/>
        </p:nvSpPr>
        <p:spPr>
          <a:xfrm>
            <a:off x="0" y="4700673"/>
            <a:ext cx="1675636" cy="442823"/>
          </a:xfrm>
          <a:custGeom>
            <a:rect b="b" l="l" r="r" t="t"/>
            <a:pathLst>
              <a:path extrusionOk="0" h="5847" w="106491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43"/>
          <p:cNvSpPr txBox="1"/>
          <p:nvPr>
            <p:ph idx="1" type="body"/>
          </p:nvPr>
        </p:nvSpPr>
        <p:spPr>
          <a:xfrm>
            <a:off x="311700" y="3306869"/>
            <a:ext cx="8520600" cy="6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191" name="Google Shape;191;p43"/>
          <p:cNvSpPr/>
          <p:nvPr/>
        </p:nvSpPr>
        <p:spPr>
          <a:xfrm rot="10800000">
            <a:off x="2751806" y="4243474"/>
            <a:ext cx="6391269" cy="904876"/>
          </a:xfrm>
          <a:custGeom>
            <a:rect b="b" l="l" r="r" t="t"/>
            <a:pathLst>
              <a:path extrusionOk="0" h="2763" w="16884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43"/>
          <p:cNvSpPr/>
          <p:nvPr/>
        </p:nvSpPr>
        <p:spPr>
          <a:xfrm rot="10800000">
            <a:off x="1361250" y="1501127"/>
            <a:ext cx="7781825" cy="1525098"/>
          </a:xfrm>
          <a:custGeom>
            <a:rect b="b" l="l" r="r" t="t"/>
            <a:pathLst>
              <a:path extrusionOk="0" h="2775" w="2882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43"/>
          <p:cNvSpPr/>
          <p:nvPr/>
        </p:nvSpPr>
        <p:spPr>
          <a:xfrm rot="10800000">
            <a:off x="2" y="1"/>
            <a:ext cx="5791098" cy="505550"/>
          </a:xfrm>
          <a:custGeom>
            <a:rect b="b" l="l" r="r" t="t"/>
            <a:pathLst>
              <a:path extrusionOk="0" h="2775" w="2882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43"/>
          <p:cNvSpPr/>
          <p:nvPr/>
        </p:nvSpPr>
        <p:spPr>
          <a:xfrm rot="10800000">
            <a:off x="21" y="1501871"/>
            <a:ext cx="1104138" cy="355443"/>
          </a:xfrm>
          <a:custGeom>
            <a:rect b="b" l="l" r="r" t="t"/>
            <a:pathLst>
              <a:path extrusionOk="0" h="2764" w="8586">
                <a:moveTo>
                  <a:pt x="1" y="1"/>
                </a:moveTo>
                <a:lnTo>
                  <a:pt x="1" y="2763"/>
                </a:lnTo>
                <a:lnTo>
                  <a:pt x="8585" y="2763"/>
                </a:lnTo>
                <a:lnTo>
                  <a:pt x="858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43"/>
          <p:cNvSpPr/>
          <p:nvPr/>
        </p:nvSpPr>
        <p:spPr>
          <a:xfrm rot="10800000">
            <a:off x="532482" y="912524"/>
            <a:ext cx="1055445" cy="355301"/>
          </a:xfrm>
          <a:custGeom>
            <a:rect b="b" l="l" r="r" t="t"/>
            <a:pathLst>
              <a:path extrusionOk="0" h="2763" w="12348">
                <a:moveTo>
                  <a:pt x="0" y="1"/>
                </a:moveTo>
                <a:lnTo>
                  <a:pt x="0" y="2763"/>
                </a:lnTo>
                <a:lnTo>
                  <a:pt x="12347" y="2763"/>
                </a:lnTo>
                <a:lnTo>
                  <a:pt x="12347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43"/>
          <p:cNvSpPr/>
          <p:nvPr/>
        </p:nvSpPr>
        <p:spPr>
          <a:xfrm rot="10800000">
            <a:off x="7173125" y="912516"/>
            <a:ext cx="1970757" cy="355315"/>
          </a:xfrm>
          <a:custGeom>
            <a:rect b="b" l="l" r="r" t="t"/>
            <a:pathLst>
              <a:path extrusionOk="0" h="2763" w="15325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43"/>
          <p:cNvSpPr/>
          <p:nvPr/>
        </p:nvSpPr>
        <p:spPr>
          <a:xfrm rot="10800000">
            <a:off x="1814348" y="912516"/>
            <a:ext cx="1600139" cy="355315"/>
          </a:xfrm>
          <a:custGeom>
            <a:rect b="b" l="l" r="r" t="t"/>
            <a:pathLst>
              <a:path extrusionOk="0" h="2763" w="12443">
                <a:moveTo>
                  <a:pt x="0" y="1"/>
                </a:moveTo>
                <a:lnTo>
                  <a:pt x="0" y="2763"/>
                </a:lnTo>
                <a:lnTo>
                  <a:pt x="12442" y="2763"/>
                </a:lnTo>
                <a:lnTo>
                  <a:pt x="12442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43"/>
          <p:cNvSpPr/>
          <p:nvPr/>
        </p:nvSpPr>
        <p:spPr>
          <a:xfrm rot="10800000">
            <a:off x="4523560" y="323049"/>
            <a:ext cx="2095515" cy="356851"/>
          </a:xfrm>
          <a:custGeom>
            <a:rect b="b" l="l" r="r" t="t"/>
            <a:pathLst>
              <a:path extrusionOk="0" h="2775" w="16884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43"/>
          <p:cNvSpPr/>
          <p:nvPr/>
        </p:nvSpPr>
        <p:spPr>
          <a:xfrm rot="10800000">
            <a:off x="7381057" y="3345678"/>
            <a:ext cx="1762943" cy="355322"/>
          </a:xfrm>
          <a:custGeom>
            <a:rect b="b" l="l" r="r" t="t"/>
            <a:pathLst>
              <a:path extrusionOk="0" h="2763" w="16884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43"/>
          <p:cNvSpPr/>
          <p:nvPr/>
        </p:nvSpPr>
        <p:spPr>
          <a:xfrm rot="10800000">
            <a:off x="-4" y="2084924"/>
            <a:ext cx="1785554" cy="356851"/>
          </a:xfrm>
          <a:custGeom>
            <a:rect b="b" l="l" r="r" t="t"/>
            <a:pathLst>
              <a:path extrusionOk="0" h="2775" w="15325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43"/>
          <p:cNvSpPr/>
          <p:nvPr/>
        </p:nvSpPr>
        <p:spPr>
          <a:xfrm rot="10800000">
            <a:off x="656319" y="4788199"/>
            <a:ext cx="2628881" cy="355301"/>
          </a:xfrm>
          <a:custGeom>
            <a:rect b="b" l="l" r="r" t="t"/>
            <a:pathLst>
              <a:path extrusionOk="0" h="2763" w="16884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43"/>
          <p:cNvSpPr txBox="1"/>
          <p:nvPr>
            <p:ph hasCustomPrompt="1" type="title"/>
          </p:nvPr>
        </p:nvSpPr>
        <p:spPr>
          <a:xfrm>
            <a:off x="311700" y="1847850"/>
            <a:ext cx="8520600" cy="1382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None/>
              <a:defRPr sz="12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hree columns">
  <p:cSld name="CUSTOM_1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" name="Google Shape;205;p45"/>
          <p:cNvGrpSpPr/>
          <p:nvPr/>
        </p:nvGrpSpPr>
        <p:grpSpPr>
          <a:xfrm>
            <a:off x="-25" y="2816286"/>
            <a:ext cx="9144046" cy="948350"/>
            <a:chOff x="-25" y="2816286"/>
            <a:chExt cx="9144046" cy="948350"/>
          </a:xfrm>
        </p:grpSpPr>
        <p:sp>
          <p:nvSpPr>
            <p:cNvPr id="206" name="Google Shape;206;p45"/>
            <p:cNvSpPr/>
            <p:nvPr/>
          </p:nvSpPr>
          <p:spPr>
            <a:xfrm>
              <a:off x="5439453" y="3632754"/>
              <a:ext cx="142155" cy="131882"/>
            </a:xfrm>
            <a:custGeom>
              <a:rect b="b" l="l" r="r" t="t"/>
              <a:pathLst>
                <a:path extrusionOk="0" h="4121" w="4442">
                  <a:moveTo>
                    <a:pt x="1" y="1"/>
                  </a:moveTo>
                  <a:lnTo>
                    <a:pt x="1" y="4120"/>
                  </a:lnTo>
                  <a:lnTo>
                    <a:pt x="4442" y="4120"/>
                  </a:lnTo>
                  <a:lnTo>
                    <a:pt x="4442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45"/>
            <p:cNvSpPr/>
            <p:nvPr/>
          </p:nvSpPr>
          <p:spPr>
            <a:xfrm>
              <a:off x="5723675" y="3632754"/>
              <a:ext cx="2948838" cy="131882"/>
            </a:xfrm>
            <a:custGeom>
              <a:rect b="b" l="l" r="r" t="t"/>
              <a:pathLst>
                <a:path extrusionOk="0" h="4121" w="92144">
                  <a:moveTo>
                    <a:pt x="1" y="1"/>
                  </a:moveTo>
                  <a:lnTo>
                    <a:pt x="1" y="4120"/>
                  </a:lnTo>
                  <a:lnTo>
                    <a:pt x="92143" y="4120"/>
                  </a:lnTo>
                  <a:lnTo>
                    <a:pt x="92143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45"/>
            <p:cNvSpPr/>
            <p:nvPr/>
          </p:nvSpPr>
          <p:spPr>
            <a:xfrm>
              <a:off x="4574596" y="3360726"/>
              <a:ext cx="1353834" cy="131882"/>
            </a:xfrm>
            <a:custGeom>
              <a:rect b="b" l="l" r="r" t="t"/>
              <a:pathLst>
                <a:path extrusionOk="0" h="4121" w="42304">
                  <a:moveTo>
                    <a:pt x="0" y="1"/>
                  </a:moveTo>
                  <a:lnTo>
                    <a:pt x="0" y="4120"/>
                  </a:lnTo>
                  <a:lnTo>
                    <a:pt x="42303" y="4120"/>
                  </a:lnTo>
                  <a:lnTo>
                    <a:pt x="42303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45"/>
            <p:cNvSpPr/>
            <p:nvPr/>
          </p:nvSpPr>
          <p:spPr>
            <a:xfrm>
              <a:off x="5129312" y="2816286"/>
              <a:ext cx="1148858" cy="131498"/>
            </a:xfrm>
            <a:custGeom>
              <a:rect b="b" l="l" r="r" t="t"/>
              <a:pathLst>
                <a:path extrusionOk="0" h="4109" w="35899">
                  <a:moveTo>
                    <a:pt x="1" y="1"/>
                  </a:moveTo>
                  <a:lnTo>
                    <a:pt x="1" y="4108"/>
                  </a:lnTo>
                  <a:lnTo>
                    <a:pt x="35898" y="4108"/>
                  </a:lnTo>
                  <a:lnTo>
                    <a:pt x="35898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45"/>
            <p:cNvSpPr/>
            <p:nvPr/>
          </p:nvSpPr>
          <p:spPr>
            <a:xfrm>
              <a:off x="3376749" y="3632754"/>
              <a:ext cx="142155" cy="131882"/>
            </a:xfrm>
            <a:custGeom>
              <a:rect b="b" l="l" r="r" t="t"/>
              <a:pathLst>
                <a:path extrusionOk="0" h="4121" w="4442">
                  <a:moveTo>
                    <a:pt x="0" y="1"/>
                  </a:moveTo>
                  <a:lnTo>
                    <a:pt x="0" y="4120"/>
                  </a:lnTo>
                  <a:lnTo>
                    <a:pt x="4441" y="4120"/>
                  </a:lnTo>
                  <a:lnTo>
                    <a:pt x="4441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45"/>
            <p:cNvSpPr/>
            <p:nvPr/>
          </p:nvSpPr>
          <p:spPr>
            <a:xfrm>
              <a:off x="3077647" y="2816286"/>
              <a:ext cx="370397" cy="131498"/>
            </a:xfrm>
            <a:custGeom>
              <a:rect b="b" l="l" r="r" t="t"/>
              <a:pathLst>
                <a:path extrusionOk="0" h="4109" w="11574">
                  <a:moveTo>
                    <a:pt x="1" y="1"/>
                  </a:moveTo>
                  <a:lnTo>
                    <a:pt x="1" y="4108"/>
                  </a:lnTo>
                  <a:lnTo>
                    <a:pt x="11574" y="4108"/>
                  </a:lnTo>
                  <a:lnTo>
                    <a:pt x="11574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45"/>
            <p:cNvSpPr/>
            <p:nvPr/>
          </p:nvSpPr>
          <p:spPr>
            <a:xfrm>
              <a:off x="3542860" y="2816286"/>
              <a:ext cx="139467" cy="131498"/>
            </a:xfrm>
            <a:custGeom>
              <a:rect b="b" l="l" r="r" t="t"/>
              <a:pathLst>
                <a:path extrusionOk="0" h="4109" w="4358">
                  <a:moveTo>
                    <a:pt x="0" y="1"/>
                  </a:moveTo>
                  <a:lnTo>
                    <a:pt x="0" y="4108"/>
                  </a:lnTo>
                  <a:lnTo>
                    <a:pt x="4358" y="4108"/>
                  </a:lnTo>
                  <a:lnTo>
                    <a:pt x="4358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45"/>
            <p:cNvSpPr/>
            <p:nvPr/>
          </p:nvSpPr>
          <p:spPr>
            <a:xfrm>
              <a:off x="3723818" y="3088314"/>
              <a:ext cx="366205" cy="131882"/>
            </a:xfrm>
            <a:custGeom>
              <a:rect b="b" l="l" r="r" t="t"/>
              <a:pathLst>
                <a:path extrusionOk="0" h="4121" w="11443">
                  <a:moveTo>
                    <a:pt x="1" y="1"/>
                  </a:moveTo>
                  <a:lnTo>
                    <a:pt x="1" y="4120"/>
                  </a:lnTo>
                  <a:lnTo>
                    <a:pt x="11443" y="4120"/>
                  </a:lnTo>
                  <a:lnTo>
                    <a:pt x="11443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45"/>
            <p:cNvSpPr/>
            <p:nvPr/>
          </p:nvSpPr>
          <p:spPr>
            <a:xfrm>
              <a:off x="2734770" y="3088314"/>
              <a:ext cx="891622" cy="131882"/>
            </a:xfrm>
            <a:custGeom>
              <a:rect b="b" l="l" r="r" t="t"/>
              <a:pathLst>
                <a:path extrusionOk="0" h="4121" w="27861">
                  <a:moveTo>
                    <a:pt x="0" y="1"/>
                  </a:moveTo>
                  <a:lnTo>
                    <a:pt x="0" y="4120"/>
                  </a:lnTo>
                  <a:lnTo>
                    <a:pt x="27861" y="4120"/>
                  </a:lnTo>
                  <a:lnTo>
                    <a:pt x="27861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45"/>
            <p:cNvSpPr/>
            <p:nvPr/>
          </p:nvSpPr>
          <p:spPr>
            <a:xfrm>
              <a:off x="864832" y="3632754"/>
              <a:ext cx="142155" cy="131882"/>
            </a:xfrm>
            <a:custGeom>
              <a:rect b="b" l="l" r="r" t="t"/>
              <a:pathLst>
                <a:path extrusionOk="0" h="4121" w="4442">
                  <a:moveTo>
                    <a:pt x="0" y="1"/>
                  </a:moveTo>
                  <a:lnTo>
                    <a:pt x="0" y="4120"/>
                  </a:lnTo>
                  <a:lnTo>
                    <a:pt x="4441" y="4120"/>
                  </a:lnTo>
                  <a:lnTo>
                    <a:pt x="4441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45"/>
            <p:cNvSpPr/>
            <p:nvPr/>
          </p:nvSpPr>
          <p:spPr>
            <a:xfrm>
              <a:off x="1149054" y="3632754"/>
              <a:ext cx="2031679" cy="131882"/>
            </a:xfrm>
            <a:custGeom>
              <a:rect b="b" l="l" r="r" t="t"/>
              <a:pathLst>
                <a:path extrusionOk="0" h="4121" w="63485">
                  <a:moveTo>
                    <a:pt x="0" y="1"/>
                  </a:moveTo>
                  <a:lnTo>
                    <a:pt x="0" y="4120"/>
                  </a:lnTo>
                  <a:lnTo>
                    <a:pt x="63484" y="4120"/>
                  </a:lnTo>
                  <a:lnTo>
                    <a:pt x="63484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45"/>
            <p:cNvSpPr/>
            <p:nvPr/>
          </p:nvSpPr>
          <p:spPr>
            <a:xfrm>
              <a:off x="-25" y="3360726"/>
              <a:ext cx="1353802" cy="131882"/>
            </a:xfrm>
            <a:custGeom>
              <a:rect b="b" l="l" r="r" t="t"/>
              <a:pathLst>
                <a:path extrusionOk="0" h="4121" w="42303">
                  <a:moveTo>
                    <a:pt x="0" y="1"/>
                  </a:moveTo>
                  <a:lnTo>
                    <a:pt x="0" y="4120"/>
                  </a:lnTo>
                  <a:lnTo>
                    <a:pt x="42303" y="4120"/>
                  </a:lnTo>
                  <a:lnTo>
                    <a:pt x="42303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45"/>
            <p:cNvSpPr/>
            <p:nvPr/>
          </p:nvSpPr>
          <p:spPr>
            <a:xfrm>
              <a:off x="824064" y="2816286"/>
              <a:ext cx="1337833" cy="131498"/>
            </a:xfrm>
            <a:custGeom>
              <a:rect b="b" l="l" r="r" t="t"/>
              <a:pathLst>
                <a:path extrusionOk="0" h="4109" w="41804">
                  <a:moveTo>
                    <a:pt x="0" y="1"/>
                  </a:moveTo>
                  <a:lnTo>
                    <a:pt x="0" y="4108"/>
                  </a:lnTo>
                  <a:lnTo>
                    <a:pt x="41803" y="4108"/>
                  </a:lnTo>
                  <a:lnTo>
                    <a:pt x="41803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45"/>
            <p:cNvSpPr/>
            <p:nvPr/>
          </p:nvSpPr>
          <p:spPr>
            <a:xfrm>
              <a:off x="582114" y="2816286"/>
              <a:ext cx="139499" cy="131498"/>
            </a:xfrm>
            <a:custGeom>
              <a:rect b="b" l="l" r="r" t="t"/>
              <a:pathLst>
                <a:path extrusionOk="0" h="4109" w="4359">
                  <a:moveTo>
                    <a:pt x="1" y="1"/>
                  </a:moveTo>
                  <a:lnTo>
                    <a:pt x="1" y="4108"/>
                  </a:lnTo>
                  <a:lnTo>
                    <a:pt x="4358" y="4108"/>
                  </a:lnTo>
                  <a:lnTo>
                    <a:pt x="4358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45"/>
            <p:cNvSpPr/>
            <p:nvPr/>
          </p:nvSpPr>
          <p:spPr>
            <a:xfrm>
              <a:off x="8756420" y="3632754"/>
              <a:ext cx="142155" cy="131882"/>
            </a:xfrm>
            <a:custGeom>
              <a:rect b="b" l="l" r="r" t="t"/>
              <a:pathLst>
                <a:path extrusionOk="0" h="4121" w="4442">
                  <a:moveTo>
                    <a:pt x="0" y="1"/>
                  </a:moveTo>
                  <a:lnTo>
                    <a:pt x="0" y="4120"/>
                  </a:lnTo>
                  <a:lnTo>
                    <a:pt x="4441" y="4120"/>
                  </a:lnTo>
                  <a:lnTo>
                    <a:pt x="4441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45"/>
            <p:cNvSpPr/>
            <p:nvPr/>
          </p:nvSpPr>
          <p:spPr>
            <a:xfrm>
              <a:off x="7790219" y="3360726"/>
              <a:ext cx="1353802" cy="131882"/>
            </a:xfrm>
            <a:custGeom>
              <a:rect b="b" l="l" r="r" t="t"/>
              <a:pathLst>
                <a:path extrusionOk="0" h="4121" w="42303">
                  <a:moveTo>
                    <a:pt x="0" y="1"/>
                  </a:moveTo>
                  <a:lnTo>
                    <a:pt x="0" y="4120"/>
                  </a:lnTo>
                  <a:lnTo>
                    <a:pt x="42303" y="4120"/>
                  </a:lnTo>
                  <a:lnTo>
                    <a:pt x="42303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45"/>
            <p:cNvSpPr/>
            <p:nvPr/>
          </p:nvSpPr>
          <p:spPr>
            <a:xfrm>
              <a:off x="6982098" y="2816286"/>
              <a:ext cx="1154938" cy="131498"/>
            </a:xfrm>
            <a:custGeom>
              <a:rect b="b" l="l" r="r" t="t"/>
              <a:pathLst>
                <a:path extrusionOk="0" h="4109" w="36089">
                  <a:moveTo>
                    <a:pt x="1" y="1"/>
                  </a:moveTo>
                  <a:lnTo>
                    <a:pt x="1" y="4108"/>
                  </a:lnTo>
                  <a:lnTo>
                    <a:pt x="36089" y="4108"/>
                  </a:lnTo>
                  <a:lnTo>
                    <a:pt x="36089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45"/>
            <p:cNvSpPr/>
            <p:nvPr/>
          </p:nvSpPr>
          <p:spPr>
            <a:xfrm>
              <a:off x="8279016" y="2816286"/>
              <a:ext cx="139883" cy="131498"/>
            </a:xfrm>
            <a:custGeom>
              <a:rect b="b" l="l" r="r" t="t"/>
              <a:pathLst>
                <a:path extrusionOk="0" h="4109" w="4371">
                  <a:moveTo>
                    <a:pt x="1" y="1"/>
                  </a:moveTo>
                  <a:lnTo>
                    <a:pt x="1" y="4108"/>
                  </a:lnTo>
                  <a:lnTo>
                    <a:pt x="4370" y="4108"/>
                  </a:lnTo>
                  <a:lnTo>
                    <a:pt x="4370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4" name="Google Shape;224;p45"/>
          <p:cNvSpPr txBox="1"/>
          <p:nvPr>
            <p:ph type="ctrTitle"/>
          </p:nvPr>
        </p:nvSpPr>
        <p:spPr>
          <a:xfrm flipH="1">
            <a:off x="6355375" y="-142871"/>
            <a:ext cx="14358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5" name="Google Shape;225;p45"/>
          <p:cNvSpPr txBox="1"/>
          <p:nvPr>
            <p:ph idx="1" type="subTitle"/>
          </p:nvPr>
        </p:nvSpPr>
        <p:spPr>
          <a:xfrm flipH="1">
            <a:off x="6040625" y="1928650"/>
            <a:ext cx="2066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>
                <a:latin typeface="Anaheim"/>
                <a:ea typeface="Anaheim"/>
                <a:cs typeface="Anaheim"/>
                <a:sym typeface="Anahei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9pPr>
          </a:lstStyle>
          <a:p/>
        </p:txBody>
      </p:sp>
      <p:sp>
        <p:nvSpPr>
          <p:cNvPr id="226" name="Google Shape;226;p45"/>
          <p:cNvSpPr txBox="1"/>
          <p:nvPr>
            <p:ph idx="2" type="ctrTitle"/>
          </p:nvPr>
        </p:nvSpPr>
        <p:spPr>
          <a:xfrm flipH="1">
            <a:off x="1037600" y="1428754"/>
            <a:ext cx="2066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2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7" name="Google Shape;227;p45"/>
          <p:cNvSpPr txBox="1"/>
          <p:nvPr>
            <p:ph idx="3" type="subTitle"/>
          </p:nvPr>
        </p:nvSpPr>
        <p:spPr>
          <a:xfrm flipH="1">
            <a:off x="1037000" y="1928650"/>
            <a:ext cx="20670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>
                <a:latin typeface="Anaheim"/>
                <a:ea typeface="Anaheim"/>
                <a:cs typeface="Anaheim"/>
                <a:sym typeface="Anahei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9pPr>
          </a:lstStyle>
          <a:p/>
        </p:txBody>
      </p:sp>
      <p:sp>
        <p:nvSpPr>
          <p:cNvPr id="228" name="Google Shape;228;p45"/>
          <p:cNvSpPr txBox="1"/>
          <p:nvPr>
            <p:ph idx="4" type="ctrTitle"/>
          </p:nvPr>
        </p:nvSpPr>
        <p:spPr>
          <a:xfrm flipH="1">
            <a:off x="3829056" y="-219071"/>
            <a:ext cx="1466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9" name="Google Shape;229;p45"/>
          <p:cNvSpPr txBox="1"/>
          <p:nvPr>
            <p:ph idx="5" type="subTitle"/>
          </p:nvPr>
        </p:nvSpPr>
        <p:spPr>
          <a:xfrm flipH="1">
            <a:off x="3539465" y="1928650"/>
            <a:ext cx="20670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>
                <a:latin typeface="Anaheim"/>
                <a:ea typeface="Anaheim"/>
                <a:cs typeface="Anaheim"/>
                <a:sym typeface="Anahei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9pPr>
          </a:lstStyle>
          <a:p/>
        </p:txBody>
      </p:sp>
      <p:sp>
        <p:nvSpPr>
          <p:cNvPr id="230" name="Google Shape;230;p45"/>
          <p:cNvSpPr txBox="1"/>
          <p:nvPr>
            <p:ph idx="6" type="title"/>
          </p:nvPr>
        </p:nvSpPr>
        <p:spPr>
          <a:xfrm>
            <a:off x="1278000" y="3420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  <p:sp>
        <p:nvSpPr>
          <p:cNvPr id="231" name="Google Shape;231;p45"/>
          <p:cNvSpPr txBox="1"/>
          <p:nvPr>
            <p:ph idx="7" type="ctrTitle"/>
          </p:nvPr>
        </p:nvSpPr>
        <p:spPr>
          <a:xfrm flipH="1">
            <a:off x="3539112" y="1428754"/>
            <a:ext cx="2066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2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2" name="Google Shape;232;p45"/>
          <p:cNvSpPr txBox="1"/>
          <p:nvPr>
            <p:ph idx="8" type="ctrTitle"/>
          </p:nvPr>
        </p:nvSpPr>
        <p:spPr>
          <a:xfrm flipH="1">
            <a:off x="6041962" y="1428754"/>
            <a:ext cx="2066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2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6"/>
          <p:cNvSpPr/>
          <p:nvPr/>
        </p:nvSpPr>
        <p:spPr>
          <a:xfrm>
            <a:off x="0" y="1584850"/>
            <a:ext cx="4361919" cy="241405"/>
          </a:xfrm>
          <a:custGeom>
            <a:rect b="b" l="l" r="r" t="t"/>
            <a:pathLst>
              <a:path extrusionOk="0" h="5859" w="146079">
                <a:moveTo>
                  <a:pt x="1" y="1"/>
                </a:moveTo>
                <a:lnTo>
                  <a:pt x="1" y="5858"/>
                </a:lnTo>
                <a:lnTo>
                  <a:pt x="146079" y="5858"/>
                </a:lnTo>
                <a:lnTo>
                  <a:pt x="146079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46"/>
          <p:cNvSpPr/>
          <p:nvPr/>
        </p:nvSpPr>
        <p:spPr>
          <a:xfrm>
            <a:off x="6076300" y="1584850"/>
            <a:ext cx="1243658" cy="241393"/>
          </a:xfrm>
          <a:custGeom>
            <a:rect b="b" l="l" r="r" t="t"/>
            <a:pathLst>
              <a:path extrusionOk="0" h="5847" w="19503">
                <a:moveTo>
                  <a:pt x="0" y="1"/>
                </a:moveTo>
                <a:lnTo>
                  <a:pt x="0" y="5847"/>
                </a:lnTo>
                <a:lnTo>
                  <a:pt x="19503" y="5847"/>
                </a:lnTo>
                <a:lnTo>
                  <a:pt x="19503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46"/>
          <p:cNvSpPr/>
          <p:nvPr/>
        </p:nvSpPr>
        <p:spPr>
          <a:xfrm>
            <a:off x="2172024" y="3002644"/>
            <a:ext cx="1243656" cy="240911"/>
          </a:xfrm>
          <a:custGeom>
            <a:rect b="b" l="l" r="r" t="t"/>
            <a:pathLst>
              <a:path extrusionOk="0" h="5847" w="30184">
                <a:moveTo>
                  <a:pt x="1" y="0"/>
                </a:moveTo>
                <a:lnTo>
                  <a:pt x="1" y="5846"/>
                </a:lnTo>
                <a:lnTo>
                  <a:pt x="30183" y="5846"/>
                </a:lnTo>
                <a:lnTo>
                  <a:pt x="30183" y="0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46"/>
          <p:cNvSpPr/>
          <p:nvPr/>
        </p:nvSpPr>
        <p:spPr>
          <a:xfrm>
            <a:off x="4667250" y="3002650"/>
            <a:ext cx="4476882" cy="240896"/>
          </a:xfrm>
          <a:custGeom>
            <a:rect b="b" l="l" r="r" t="t"/>
            <a:pathLst>
              <a:path extrusionOk="0" h="5847" w="106491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46"/>
          <p:cNvSpPr/>
          <p:nvPr/>
        </p:nvSpPr>
        <p:spPr>
          <a:xfrm>
            <a:off x="4552950" y="1584850"/>
            <a:ext cx="1342466" cy="241405"/>
          </a:xfrm>
          <a:custGeom>
            <a:rect b="b" l="l" r="r" t="t"/>
            <a:pathLst>
              <a:path extrusionOk="0" h="5859" w="146079">
                <a:moveTo>
                  <a:pt x="1" y="1"/>
                </a:moveTo>
                <a:lnTo>
                  <a:pt x="1" y="5858"/>
                </a:lnTo>
                <a:lnTo>
                  <a:pt x="146079" y="5858"/>
                </a:lnTo>
                <a:lnTo>
                  <a:pt x="146079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46"/>
          <p:cNvSpPr txBox="1"/>
          <p:nvPr>
            <p:ph type="ctrTitle"/>
          </p:nvPr>
        </p:nvSpPr>
        <p:spPr>
          <a:xfrm flipH="1">
            <a:off x="2189800" y="1848349"/>
            <a:ext cx="21639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40" name="Google Shape;240;p46"/>
          <p:cNvSpPr txBox="1"/>
          <p:nvPr>
            <p:ph idx="1" type="subTitle"/>
          </p:nvPr>
        </p:nvSpPr>
        <p:spPr>
          <a:xfrm flipH="1">
            <a:off x="2189801" y="2162325"/>
            <a:ext cx="21639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/>
        </p:txBody>
      </p:sp>
      <p:sp>
        <p:nvSpPr>
          <p:cNvPr id="241" name="Google Shape;241;p46"/>
          <p:cNvSpPr txBox="1"/>
          <p:nvPr>
            <p:ph idx="2" type="ctrTitle"/>
          </p:nvPr>
        </p:nvSpPr>
        <p:spPr>
          <a:xfrm flipH="1">
            <a:off x="4811675" y="1848401"/>
            <a:ext cx="21639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42" name="Google Shape;242;p46"/>
          <p:cNvSpPr txBox="1"/>
          <p:nvPr>
            <p:ph idx="3" type="subTitle"/>
          </p:nvPr>
        </p:nvSpPr>
        <p:spPr>
          <a:xfrm flipH="1">
            <a:off x="4811675" y="2163531"/>
            <a:ext cx="21639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/>
        </p:txBody>
      </p:sp>
      <p:sp>
        <p:nvSpPr>
          <p:cNvPr id="243" name="Google Shape;243;p46"/>
          <p:cNvSpPr txBox="1"/>
          <p:nvPr>
            <p:ph idx="4" type="ctrTitle"/>
          </p:nvPr>
        </p:nvSpPr>
        <p:spPr>
          <a:xfrm flipH="1">
            <a:off x="2189796" y="3103412"/>
            <a:ext cx="21639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44" name="Google Shape;244;p46"/>
          <p:cNvSpPr txBox="1"/>
          <p:nvPr>
            <p:ph idx="5" type="title"/>
          </p:nvPr>
        </p:nvSpPr>
        <p:spPr>
          <a:xfrm>
            <a:off x="1278000" y="3420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45" name="Google Shape;245;p46"/>
          <p:cNvSpPr txBox="1"/>
          <p:nvPr>
            <p:ph idx="6" type="ctrTitle"/>
          </p:nvPr>
        </p:nvSpPr>
        <p:spPr>
          <a:xfrm flipH="1">
            <a:off x="2189800" y="3258286"/>
            <a:ext cx="21639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46" name="Google Shape;246;p46"/>
          <p:cNvSpPr txBox="1"/>
          <p:nvPr>
            <p:ph idx="7" type="subTitle"/>
          </p:nvPr>
        </p:nvSpPr>
        <p:spPr>
          <a:xfrm flipH="1">
            <a:off x="2189801" y="3572262"/>
            <a:ext cx="21639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/>
        </p:txBody>
      </p:sp>
      <p:sp>
        <p:nvSpPr>
          <p:cNvPr id="247" name="Google Shape;247;p46"/>
          <p:cNvSpPr txBox="1"/>
          <p:nvPr>
            <p:ph idx="8" type="ctrTitle"/>
          </p:nvPr>
        </p:nvSpPr>
        <p:spPr>
          <a:xfrm flipH="1">
            <a:off x="4811675" y="3258338"/>
            <a:ext cx="21639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48" name="Google Shape;248;p46"/>
          <p:cNvSpPr txBox="1"/>
          <p:nvPr>
            <p:ph idx="9" type="subTitle"/>
          </p:nvPr>
        </p:nvSpPr>
        <p:spPr>
          <a:xfrm flipH="1">
            <a:off x="4811675" y="3573468"/>
            <a:ext cx="21639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Four Columns">
  <p:cSld name="CUSTOM_6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7"/>
          <p:cNvSpPr txBox="1"/>
          <p:nvPr>
            <p:ph type="ctrTitle"/>
          </p:nvPr>
        </p:nvSpPr>
        <p:spPr>
          <a:xfrm flipH="1">
            <a:off x="2266008" y="1775350"/>
            <a:ext cx="21639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1" name="Google Shape;251;p47"/>
          <p:cNvSpPr txBox="1"/>
          <p:nvPr>
            <p:ph idx="2" type="ctrTitle"/>
          </p:nvPr>
        </p:nvSpPr>
        <p:spPr>
          <a:xfrm flipH="1">
            <a:off x="4714188" y="1775427"/>
            <a:ext cx="21639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2" name="Google Shape;252;p47"/>
          <p:cNvSpPr txBox="1"/>
          <p:nvPr>
            <p:ph idx="1" type="subTitle"/>
          </p:nvPr>
        </p:nvSpPr>
        <p:spPr>
          <a:xfrm flipH="1">
            <a:off x="4714175" y="2208199"/>
            <a:ext cx="2163900" cy="4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53" name="Google Shape;253;p47"/>
          <p:cNvSpPr txBox="1"/>
          <p:nvPr>
            <p:ph idx="3" type="ctrTitle"/>
          </p:nvPr>
        </p:nvSpPr>
        <p:spPr>
          <a:xfrm flipH="1">
            <a:off x="2266001" y="3155675"/>
            <a:ext cx="21639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4" name="Google Shape;254;p47"/>
          <p:cNvSpPr txBox="1"/>
          <p:nvPr>
            <p:ph idx="4" type="subTitle"/>
          </p:nvPr>
        </p:nvSpPr>
        <p:spPr>
          <a:xfrm flipH="1">
            <a:off x="2266000" y="3585925"/>
            <a:ext cx="2163900" cy="4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55" name="Google Shape;255;p47"/>
          <p:cNvSpPr txBox="1"/>
          <p:nvPr>
            <p:ph idx="5" type="ctrTitle"/>
          </p:nvPr>
        </p:nvSpPr>
        <p:spPr>
          <a:xfrm flipH="1">
            <a:off x="4714200" y="3155754"/>
            <a:ext cx="21639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6" name="Google Shape;256;p47"/>
          <p:cNvSpPr txBox="1"/>
          <p:nvPr>
            <p:ph idx="6" type="subTitle"/>
          </p:nvPr>
        </p:nvSpPr>
        <p:spPr>
          <a:xfrm flipH="1">
            <a:off x="4714175" y="3585925"/>
            <a:ext cx="2163900" cy="4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57" name="Google Shape;257;p47"/>
          <p:cNvSpPr txBox="1"/>
          <p:nvPr>
            <p:ph idx="7"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58" name="Google Shape;258;p47"/>
          <p:cNvSpPr txBox="1"/>
          <p:nvPr>
            <p:ph idx="8" type="subTitle"/>
          </p:nvPr>
        </p:nvSpPr>
        <p:spPr>
          <a:xfrm flipH="1">
            <a:off x="2266008" y="2208197"/>
            <a:ext cx="2163900" cy="4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1">
  <p:cSld name="CUSTOM_14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8"/>
          <p:cNvSpPr/>
          <p:nvPr/>
        </p:nvSpPr>
        <p:spPr>
          <a:xfrm>
            <a:off x="6200875" y="1515825"/>
            <a:ext cx="2943127" cy="241405"/>
          </a:xfrm>
          <a:custGeom>
            <a:rect b="b" l="l" r="r" t="t"/>
            <a:pathLst>
              <a:path extrusionOk="0" h="5859" w="146079">
                <a:moveTo>
                  <a:pt x="1" y="1"/>
                </a:moveTo>
                <a:lnTo>
                  <a:pt x="1" y="5858"/>
                </a:lnTo>
                <a:lnTo>
                  <a:pt x="146079" y="5858"/>
                </a:lnTo>
                <a:lnTo>
                  <a:pt x="146079" y="1"/>
                </a:lnTo>
                <a:close/>
              </a:path>
            </a:pathLst>
          </a:custGeom>
          <a:solidFill>
            <a:srgbClr val="FFFFFF">
              <a:alpha val="1843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48"/>
          <p:cNvSpPr txBox="1"/>
          <p:nvPr>
            <p:ph idx="1" type="body"/>
          </p:nvPr>
        </p:nvSpPr>
        <p:spPr>
          <a:xfrm>
            <a:off x="5438700" y="1973025"/>
            <a:ext cx="3124200" cy="21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aleway SemiBold"/>
              <a:buChar char="●"/>
              <a:defRPr sz="1600"/>
            </a:lvl1pPr>
            <a:lvl2pPr indent="-330200" lvl="1" marL="91440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1600"/>
            </a:lvl2pPr>
            <a:lvl3pPr indent="-330200" lvl="2" marL="1371600" algn="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■"/>
              <a:defRPr sz="1600"/>
            </a:lvl3pPr>
            <a:lvl4pPr indent="-330200" lvl="3" marL="1828800" algn="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4pPr>
            <a:lvl5pPr indent="-330200" lvl="4" marL="2286000" algn="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○"/>
              <a:defRPr sz="1600"/>
            </a:lvl5pPr>
            <a:lvl6pPr indent="-330200" lvl="5" marL="2743200" algn="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■"/>
              <a:defRPr sz="1600"/>
            </a:lvl6pPr>
            <a:lvl7pPr indent="-330200" lvl="6" marL="3200400" algn="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7pPr>
            <a:lvl8pPr indent="-330200" lvl="7" marL="3657600" algn="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○"/>
              <a:defRPr sz="1600"/>
            </a:lvl8pPr>
            <a:lvl9pPr indent="-330200" lvl="8" marL="4114800" algn="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600"/>
              <a:buFont typeface="Nunito Light"/>
              <a:buChar char="■"/>
              <a:defRPr sz="1600"/>
            </a:lvl9pPr>
          </a:lstStyle>
          <a:p/>
        </p:txBody>
      </p:sp>
      <p:sp>
        <p:nvSpPr>
          <p:cNvPr id="262" name="Google Shape;262;p48"/>
          <p:cNvSpPr txBox="1"/>
          <p:nvPr>
            <p:ph type="title"/>
          </p:nvPr>
        </p:nvSpPr>
        <p:spPr>
          <a:xfrm>
            <a:off x="5438775" y="1168325"/>
            <a:ext cx="31242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  <p:sp>
        <p:nvSpPr>
          <p:cNvPr id="263" name="Google Shape;263;p48"/>
          <p:cNvSpPr/>
          <p:nvPr/>
        </p:nvSpPr>
        <p:spPr>
          <a:xfrm>
            <a:off x="8318280" y="5018272"/>
            <a:ext cx="825726" cy="125232"/>
          </a:xfrm>
          <a:custGeom>
            <a:rect b="b" l="l" r="r" t="t"/>
            <a:pathLst>
              <a:path extrusionOk="0" h="2335" w="15396">
                <a:moveTo>
                  <a:pt x="1" y="1"/>
                </a:moveTo>
                <a:lnTo>
                  <a:pt x="1" y="2335"/>
                </a:lnTo>
                <a:lnTo>
                  <a:pt x="15395" y="2335"/>
                </a:lnTo>
                <a:lnTo>
                  <a:pt x="15395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48"/>
          <p:cNvSpPr/>
          <p:nvPr/>
        </p:nvSpPr>
        <p:spPr>
          <a:xfrm>
            <a:off x="6473454" y="5018272"/>
            <a:ext cx="1685830" cy="125232"/>
          </a:xfrm>
          <a:custGeom>
            <a:rect b="b" l="l" r="r" t="t"/>
            <a:pathLst>
              <a:path extrusionOk="0" h="2335" w="31433">
                <a:moveTo>
                  <a:pt x="0" y="1"/>
                </a:moveTo>
                <a:lnTo>
                  <a:pt x="0" y="2335"/>
                </a:lnTo>
                <a:lnTo>
                  <a:pt x="31433" y="2335"/>
                </a:lnTo>
                <a:lnTo>
                  <a:pt x="31433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48"/>
          <p:cNvSpPr/>
          <p:nvPr/>
        </p:nvSpPr>
        <p:spPr>
          <a:xfrm>
            <a:off x="6031569" y="4810127"/>
            <a:ext cx="2520459" cy="125875"/>
          </a:xfrm>
          <a:custGeom>
            <a:rect b="b" l="l" r="r" t="t"/>
            <a:pathLst>
              <a:path extrusionOk="0" h="2347" w="46995">
                <a:moveTo>
                  <a:pt x="0" y="1"/>
                </a:moveTo>
                <a:lnTo>
                  <a:pt x="0" y="2346"/>
                </a:lnTo>
                <a:lnTo>
                  <a:pt x="46994" y="2346"/>
                </a:lnTo>
                <a:lnTo>
                  <a:pt x="46994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48"/>
          <p:cNvSpPr/>
          <p:nvPr/>
        </p:nvSpPr>
        <p:spPr>
          <a:xfrm>
            <a:off x="5564744" y="4810127"/>
            <a:ext cx="285486" cy="125875"/>
          </a:xfrm>
          <a:custGeom>
            <a:rect b="b" l="l" r="r" t="t"/>
            <a:pathLst>
              <a:path extrusionOk="0" h="2347" w="5323">
                <a:moveTo>
                  <a:pt x="1" y="1"/>
                </a:moveTo>
                <a:lnTo>
                  <a:pt x="1" y="2346"/>
                </a:lnTo>
                <a:lnTo>
                  <a:pt x="5323" y="2346"/>
                </a:lnTo>
                <a:lnTo>
                  <a:pt x="5323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2">
  <p:cSld name="CUSTOM_4_1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9"/>
          <p:cNvSpPr/>
          <p:nvPr/>
        </p:nvSpPr>
        <p:spPr>
          <a:xfrm flipH="1">
            <a:off x="-4" y="2089950"/>
            <a:ext cx="1766704" cy="356851"/>
          </a:xfrm>
          <a:custGeom>
            <a:rect b="b" l="l" r="r" t="t"/>
            <a:pathLst>
              <a:path extrusionOk="0" h="2775" w="15325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49"/>
          <p:cNvSpPr/>
          <p:nvPr/>
        </p:nvSpPr>
        <p:spPr>
          <a:xfrm flipH="1">
            <a:off x="6715125" y="2089950"/>
            <a:ext cx="2071751" cy="356851"/>
          </a:xfrm>
          <a:custGeom>
            <a:rect b="b" l="l" r="r" t="t"/>
            <a:pathLst>
              <a:path extrusionOk="0" h="2775" w="430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56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49"/>
          <p:cNvSpPr/>
          <p:nvPr/>
        </p:nvSpPr>
        <p:spPr>
          <a:xfrm flipH="1">
            <a:off x="1229469" y="1500450"/>
            <a:ext cx="1104154" cy="356872"/>
          </a:xfrm>
          <a:custGeom>
            <a:rect b="b" l="l" r="r" t="t"/>
            <a:pathLst>
              <a:path extrusionOk="0" h="2775" w="18027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49"/>
          <p:cNvSpPr/>
          <p:nvPr/>
        </p:nvSpPr>
        <p:spPr>
          <a:xfrm flipH="1">
            <a:off x="66" y="2679300"/>
            <a:ext cx="2247805" cy="355450"/>
          </a:xfrm>
          <a:custGeom>
            <a:rect b="b" l="l" r="r" t="t"/>
            <a:pathLst>
              <a:path extrusionOk="0" h="2764" w="12872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49"/>
          <p:cNvSpPr/>
          <p:nvPr/>
        </p:nvSpPr>
        <p:spPr>
          <a:xfrm flipH="1">
            <a:off x="23" y="1500450"/>
            <a:ext cx="1038298" cy="356872"/>
          </a:xfrm>
          <a:custGeom>
            <a:rect b="b" l="l" r="r" t="t"/>
            <a:pathLst>
              <a:path extrusionOk="0" h="2775" w="2882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49"/>
          <p:cNvSpPr/>
          <p:nvPr/>
        </p:nvSpPr>
        <p:spPr>
          <a:xfrm flipH="1">
            <a:off x="1299983" y="3268775"/>
            <a:ext cx="1104128" cy="355450"/>
          </a:xfrm>
          <a:custGeom>
            <a:rect b="b" l="l" r="r" t="t"/>
            <a:pathLst>
              <a:path extrusionOk="0" h="2764" w="18396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49"/>
          <p:cNvSpPr/>
          <p:nvPr/>
        </p:nvSpPr>
        <p:spPr>
          <a:xfrm flipH="1">
            <a:off x="8105584" y="3268775"/>
            <a:ext cx="1038298" cy="355450"/>
          </a:xfrm>
          <a:custGeom>
            <a:rect b="b" l="l" r="r" t="t"/>
            <a:pathLst>
              <a:path extrusionOk="0" h="2764" w="2882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49"/>
          <p:cNvSpPr/>
          <p:nvPr/>
        </p:nvSpPr>
        <p:spPr>
          <a:xfrm flipH="1">
            <a:off x="8039752" y="1500456"/>
            <a:ext cx="1104138" cy="356858"/>
          </a:xfrm>
          <a:custGeom>
            <a:rect b="b" l="l" r="r" t="t"/>
            <a:pathLst>
              <a:path extrusionOk="0" h="2775" w="8586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49"/>
          <p:cNvSpPr/>
          <p:nvPr/>
        </p:nvSpPr>
        <p:spPr>
          <a:xfrm flipH="1">
            <a:off x="5478250" y="1500456"/>
            <a:ext cx="2365680" cy="356858"/>
          </a:xfrm>
          <a:custGeom>
            <a:rect b="b" l="l" r="r" t="t"/>
            <a:pathLst>
              <a:path extrusionOk="0" h="2775" w="18396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49"/>
          <p:cNvSpPr/>
          <p:nvPr/>
        </p:nvSpPr>
        <p:spPr>
          <a:xfrm flipH="1">
            <a:off x="6896105" y="912525"/>
            <a:ext cx="2247799" cy="355301"/>
          </a:xfrm>
          <a:custGeom>
            <a:rect b="b" l="l" r="r" t="t"/>
            <a:pathLst>
              <a:path extrusionOk="0" h="2763" w="12348">
                <a:moveTo>
                  <a:pt x="1" y="0"/>
                </a:moveTo>
                <a:lnTo>
                  <a:pt x="1" y="2762"/>
                </a:lnTo>
                <a:lnTo>
                  <a:pt x="12348" y="2762"/>
                </a:lnTo>
                <a:lnTo>
                  <a:pt x="12348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49"/>
          <p:cNvSpPr/>
          <p:nvPr/>
        </p:nvSpPr>
        <p:spPr>
          <a:xfrm>
            <a:off x="2094075" y="1123150"/>
            <a:ext cx="4955589" cy="4020450"/>
          </a:xfrm>
          <a:custGeom>
            <a:rect b="b" l="l" r="r" t="t"/>
            <a:pathLst>
              <a:path extrusionOk="0" h="92191" w="151663">
                <a:moveTo>
                  <a:pt x="0" y="0"/>
                </a:moveTo>
                <a:lnTo>
                  <a:pt x="0" y="92190"/>
                </a:lnTo>
                <a:lnTo>
                  <a:pt x="151662" y="92190"/>
                </a:lnTo>
                <a:lnTo>
                  <a:pt x="15166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49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11"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51"/>
          <p:cNvSpPr txBox="1"/>
          <p:nvPr>
            <p:ph idx="1" type="subTitle"/>
          </p:nvPr>
        </p:nvSpPr>
        <p:spPr>
          <a:xfrm>
            <a:off x="6416724" y="2283125"/>
            <a:ext cx="1895700" cy="6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2" name="Google Shape;282;p51"/>
          <p:cNvSpPr txBox="1"/>
          <p:nvPr>
            <p:ph type="title"/>
          </p:nvPr>
        </p:nvSpPr>
        <p:spPr>
          <a:xfrm>
            <a:off x="6385849" y="1753325"/>
            <a:ext cx="1957500" cy="5298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/>
        </p:txBody>
      </p:sp>
      <p:sp>
        <p:nvSpPr>
          <p:cNvPr id="283" name="Google Shape;283;p51"/>
          <p:cNvSpPr txBox="1"/>
          <p:nvPr>
            <p:ph idx="2" type="subTitle"/>
          </p:nvPr>
        </p:nvSpPr>
        <p:spPr>
          <a:xfrm>
            <a:off x="835225" y="2283125"/>
            <a:ext cx="1895700" cy="6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4" name="Google Shape;284;p51"/>
          <p:cNvSpPr txBox="1"/>
          <p:nvPr>
            <p:ph idx="3" type="title"/>
          </p:nvPr>
        </p:nvSpPr>
        <p:spPr>
          <a:xfrm>
            <a:off x="804350" y="1753325"/>
            <a:ext cx="1957500" cy="5298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/>
        </p:txBody>
      </p:sp>
      <p:sp>
        <p:nvSpPr>
          <p:cNvPr id="285" name="Google Shape;285;p51"/>
          <p:cNvSpPr txBox="1"/>
          <p:nvPr>
            <p:ph idx="4" type="subTitle"/>
          </p:nvPr>
        </p:nvSpPr>
        <p:spPr>
          <a:xfrm>
            <a:off x="3624150" y="2283125"/>
            <a:ext cx="1895700" cy="6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6" name="Google Shape;286;p51"/>
          <p:cNvSpPr txBox="1"/>
          <p:nvPr>
            <p:ph idx="5" type="title"/>
          </p:nvPr>
        </p:nvSpPr>
        <p:spPr>
          <a:xfrm>
            <a:off x="3593246" y="1753325"/>
            <a:ext cx="1957500" cy="52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/>
        </p:txBody>
      </p:sp>
      <p:sp>
        <p:nvSpPr>
          <p:cNvPr id="287" name="Google Shape;287;p51"/>
          <p:cNvSpPr txBox="1"/>
          <p:nvPr>
            <p:ph idx="6" type="subTitle"/>
          </p:nvPr>
        </p:nvSpPr>
        <p:spPr>
          <a:xfrm>
            <a:off x="6416724" y="3826425"/>
            <a:ext cx="1895700" cy="6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8" name="Google Shape;288;p51"/>
          <p:cNvSpPr txBox="1"/>
          <p:nvPr>
            <p:ph idx="7" type="title"/>
          </p:nvPr>
        </p:nvSpPr>
        <p:spPr>
          <a:xfrm>
            <a:off x="6385824" y="3296625"/>
            <a:ext cx="1957500" cy="5298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/>
        </p:txBody>
      </p:sp>
      <p:sp>
        <p:nvSpPr>
          <p:cNvPr id="289" name="Google Shape;289;p51"/>
          <p:cNvSpPr txBox="1"/>
          <p:nvPr>
            <p:ph idx="8" type="subTitle"/>
          </p:nvPr>
        </p:nvSpPr>
        <p:spPr>
          <a:xfrm>
            <a:off x="835225" y="3826425"/>
            <a:ext cx="1895700" cy="6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0" name="Google Shape;290;p51"/>
          <p:cNvSpPr txBox="1"/>
          <p:nvPr>
            <p:ph idx="9" type="title"/>
          </p:nvPr>
        </p:nvSpPr>
        <p:spPr>
          <a:xfrm>
            <a:off x="804325" y="3296625"/>
            <a:ext cx="1957500" cy="5298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/>
        </p:txBody>
      </p:sp>
      <p:sp>
        <p:nvSpPr>
          <p:cNvPr id="291" name="Google Shape;291;p51"/>
          <p:cNvSpPr txBox="1"/>
          <p:nvPr>
            <p:ph idx="13" type="subTitle"/>
          </p:nvPr>
        </p:nvSpPr>
        <p:spPr>
          <a:xfrm>
            <a:off x="3624150" y="3826425"/>
            <a:ext cx="1895700" cy="6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2" name="Google Shape;292;p51"/>
          <p:cNvSpPr txBox="1"/>
          <p:nvPr>
            <p:ph idx="14" type="title"/>
          </p:nvPr>
        </p:nvSpPr>
        <p:spPr>
          <a:xfrm>
            <a:off x="3593246" y="3296625"/>
            <a:ext cx="1957500" cy="5298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/>
        </p:txBody>
      </p:sp>
      <p:sp>
        <p:nvSpPr>
          <p:cNvPr id="293" name="Google Shape;293;p51"/>
          <p:cNvSpPr txBox="1"/>
          <p:nvPr>
            <p:ph idx="15" type="title"/>
          </p:nvPr>
        </p:nvSpPr>
        <p:spPr>
          <a:xfrm>
            <a:off x="1278000" y="3420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  <p:sp>
        <p:nvSpPr>
          <p:cNvPr id="294" name="Google Shape;294;p51"/>
          <p:cNvSpPr/>
          <p:nvPr/>
        </p:nvSpPr>
        <p:spPr>
          <a:xfrm flipH="1">
            <a:off x="-40" y="1952289"/>
            <a:ext cx="7790203" cy="131872"/>
          </a:xfrm>
          <a:custGeom>
            <a:rect b="b" l="l" r="r" t="t"/>
            <a:pathLst>
              <a:path extrusionOk="0" h="4121" w="42303">
                <a:moveTo>
                  <a:pt x="0" y="1"/>
                </a:moveTo>
                <a:lnTo>
                  <a:pt x="0" y="4120"/>
                </a:lnTo>
                <a:lnTo>
                  <a:pt x="42303" y="4120"/>
                </a:lnTo>
                <a:lnTo>
                  <a:pt x="42303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51"/>
          <p:cNvSpPr/>
          <p:nvPr/>
        </p:nvSpPr>
        <p:spPr>
          <a:xfrm flipH="1">
            <a:off x="933395" y="3495600"/>
            <a:ext cx="8210589" cy="131851"/>
          </a:xfrm>
          <a:custGeom>
            <a:rect b="b" l="l" r="r" t="t"/>
            <a:pathLst>
              <a:path extrusionOk="0" h="4121" w="42303">
                <a:moveTo>
                  <a:pt x="0" y="1"/>
                </a:moveTo>
                <a:lnTo>
                  <a:pt x="0" y="4120"/>
                </a:lnTo>
                <a:lnTo>
                  <a:pt x="42303" y="4120"/>
                </a:lnTo>
                <a:lnTo>
                  <a:pt x="42303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Percentages">
  <p:cSld name="CUSTOM_12"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52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  <p:sp>
        <p:nvSpPr>
          <p:cNvPr id="298" name="Google Shape;298;p52"/>
          <p:cNvSpPr txBox="1"/>
          <p:nvPr>
            <p:ph idx="2" type="title"/>
          </p:nvPr>
        </p:nvSpPr>
        <p:spPr>
          <a:xfrm>
            <a:off x="2201811" y="2233575"/>
            <a:ext cx="1609800" cy="581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/>
        </p:txBody>
      </p:sp>
      <p:sp>
        <p:nvSpPr>
          <p:cNvPr id="299" name="Google Shape;299;p52"/>
          <p:cNvSpPr txBox="1"/>
          <p:nvPr>
            <p:ph idx="3" type="title"/>
          </p:nvPr>
        </p:nvSpPr>
        <p:spPr>
          <a:xfrm>
            <a:off x="5332488" y="2233575"/>
            <a:ext cx="1609800" cy="581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/>
        </p:txBody>
      </p:sp>
      <p:sp>
        <p:nvSpPr>
          <p:cNvPr id="300" name="Google Shape;300;p52"/>
          <p:cNvSpPr/>
          <p:nvPr/>
        </p:nvSpPr>
        <p:spPr>
          <a:xfrm flipH="1">
            <a:off x="-11" y="0"/>
            <a:ext cx="1371614" cy="356851"/>
          </a:xfrm>
          <a:custGeom>
            <a:rect b="b" l="l" r="r" t="t"/>
            <a:pathLst>
              <a:path extrusionOk="0" h="2775" w="16884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52"/>
          <p:cNvSpPr/>
          <p:nvPr/>
        </p:nvSpPr>
        <p:spPr>
          <a:xfrm>
            <a:off x="8355575" y="4357775"/>
            <a:ext cx="788431" cy="785368"/>
          </a:xfrm>
          <a:custGeom>
            <a:rect b="b" l="l" r="r" t="t"/>
            <a:pathLst>
              <a:path extrusionOk="0" h="16396" w="17241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52"/>
          <p:cNvSpPr/>
          <p:nvPr/>
        </p:nvSpPr>
        <p:spPr>
          <a:xfrm flipH="1">
            <a:off x="7353292" y="4786292"/>
            <a:ext cx="1371614" cy="356851"/>
          </a:xfrm>
          <a:custGeom>
            <a:rect b="b" l="l" r="r" t="t"/>
            <a:pathLst>
              <a:path extrusionOk="0" h="2775" w="16884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mall numbers">
  <p:cSld name="CUSTOM_15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53"/>
          <p:cNvSpPr txBox="1"/>
          <p:nvPr>
            <p:ph idx="1" type="subTitle"/>
          </p:nvPr>
        </p:nvSpPr>
        <p:spPr>
          <a:xfrm>
            <a:off x="3423600" y="1473000"/>
            <a:ext cx="2296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5" name="Google Shape;305;p53"/>
          <p:cNvSpPr txBox="1"/>
          <p:nvPr>
            <p:ph type="title"/>
          </p:nvPr>
        </p:nvSpPr>
        <p:spPr>
          <a:xfrm>
            <a:off x="3423750" y="934700"/>
            <a:ext cx="2296500" cy="4572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06" name="Google Shape;306;p53"/>
          <p:cNvSpPr txBox="1"/>
          <p:nvPr>
            <p:ph idx="2" type="subTitle"/>
          </p:nvPr>
        </p:nvSpPr>
        <p:spPr>
          <a:xfrm>
            <a:off x="3423600" y="2688513"/>
            <a:ext cx="2296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7" name="Google Shape;307;p53"/>
          <p:cNvSpPr txBox="1"/>
          <p:nvPr>
            <p:ph idx="3" type="title"/>
          </p:nvPr>
        </p:nvSpPr>
        <p:spPr>
          <a:xfrm>
            <a:off x="3423750" y="2150202"/>
            <a:ext cx="2296500" cy="4572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08" name="Google Shape;308;p53"/>
          <p:cNvSpPr txBox="1"/>
          <p:nvPr>
            <p:ph idx="4" type="subTitle"/>
          </p:nvPr>
        </p:nvSpPr>
        <p:spPr>
          <a:xfrm>
            <a:off x="3423750" y="3904025"/>
            <a:ext cx="2296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9" name="Google Shape;309;p53"/>
          <p:cNvSpPr txBox="1"/>
          <p:nvPr>
            <p:ph idx="5" type="title"/>
          </p:nvPr>
        </p:nvSpPr>
        <p:spPr>
          <a:xfrm>
            <a:off x="3423750" y="3365703"/>
            <a:ext cx="2296500" cy="4572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10" name="Google Shape;310;p53"/>
          <p:cNvSpPr/>
          <p:nvPr/>
        </p:nvSpPr>
        <p:spPr>
          <a:xfrm>
            <a:off x="7377200" y="2089950"/>
            <a:ext cx="1766704" cy="356851"/>
          </a:xfrm>
          <a:custGeom>
            <a:rect b="b" l="l" r="r" t="t"/>
            <a:pathLst>
              <a:path extrusionOk="0" h="2775" w="15325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53"/>
          <p:cNvSpPr/>
          <p:nvPr/>
        </p:nvSpPr>
        <p:spPr>
          <a:xfrm>
            <a:off x="357025" y="2089950"/>
            <a:ext cx="2071751" cy="356851"/>
          </a:xfrm>
          <a:custGeom>
            <a:rect b="b" l="l" r="r" t="t"/>
            <a:pathLst>
              <a:path extrusionOk="0" h="2775" w="430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56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53"/>
          <p:cNvSpPr/>
          <p:nvPr/>
        </p:nvSpPr>
        <p:spPr>
          <a:xfrm>
            <a:off x="6810278" y="1500450"/>
            <a:ext cx="1104154" cy="356872"/>
          </a:xfrm>
          <a:custGeom>
            <a:rect b="b" l="l" r="r" t="t"/>
            <a:pathLst>
              <a:path extrusionOk="0" h="2775" w="18027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53"/>
          <p:cNvSpPr/>
          <p:nvPr/>
        </p:nvSpPr>
        <p:spPr>
          <a:xfrm>
            <a:off x="6896029" y="2679300"/>
            <a:ext cx="2247805" cy="355450"/>
          </a:xfrm>
          <a:custGeom>
            <a:rect b="b" l="l" r="r" t="t"/>
            <a:pathLst>
              <a:path extrusionOk="0" h="2764" w="12872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53"/>
          <p:cNvSpPr/>
          <p:nvPr/>
        </p:nvSpPr>
        <p:spPr>
          <a:xfrm>
            <a:off x="8105579" y="1500450"/>
            <a:ext cx="1038298" cy="356872"/>
          </a:xfrm>
          <a:custGeom>
            <a:rect b="b" l="l" r="r" t="t"/>
            <a:pathLst>
              <a:path extrusionOk="0" h="2775" w="2882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FFFFFF">
              <a:alpha val="5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53"/>
          <p:cNvSpPr/>
          <p:nvPr/>
        </p:nvSpPr>
        <p:spPr>
          <a:xfrm>
            <a:off x="6739789" y="3268775"/>
            <a:ext cx="1104128" cy="355450"/>
          </a:xfrm>
          <a:custGeom>
            <a:rect b="b" l="l" r="r" t="t"/>
            <a:pathLst>
              <a:path extrusionOk="0" h="2764" w="18396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53"/>
          <p:cNvSpPr/>
          <p:nvPr/>
        </p:nvSpPr>
        <p:spPr>
          <a:xfrm>
            <a:off x="18" y="3268775"/>
            <a:ext cx="1038298" cy="355450"/>
          </a:xfrm>
          <a:custGeom>
            <a:rect b="b" l="l" r="r" t="t"/>
            <a:pathLst>
              <a:path extrusionOk="0" h="2764" w="2882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rgbClr val="FFFFFF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53"/>
          <p:cNvSpPr/>
          <p:nvPr/>
        </p:nvSpPr>
        <p:spPr>
          <a:xfrm>
            <a:off x="10" y="1500456"/>
            <a:ext cx="1104138" cy="356858"/>
          </a:xfrm>
          <a:custGeom>
            <a:rect b="b" l="l" r="r" t="t"/>
            <a:pathLst>
              <a:path extrusionOk="0" h="2775" w="8586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53"/>
          <p:cNvSpPr/>
          <p:nvPr/>
        </p:nvSpPr>
        <p:spPr>
          <a:xfrm>
            <a:off x="1299972" y="1500450"/>
            <a:ext cx="490621" cy="356872"/>
          </a:xfrm>
          <a:custGeom>
            <a:rect b="b" l="l" r="r" t="t"/>
            <a:pathLst>
              <a:path extrusionOk="0" h="2775" w="18396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24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1B212C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 Mono"/>
              <a:buNone/>
              <a:defRPr b="1" i="0" sz="2800" u="none" cap="none" strike="noStrike">
                <a:solidFill>
                  <a:schemeClr val="lt1"/>
                </a:solidFill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●"/>
              <a:defRPr b="0" i="0" sz="18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 b="0" i="0" sz="14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■"/>
              <a:defRPr b="0" i="0" sz="14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●"/>
              <a:defRPr b="0" i="0" sz="14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 b="0" i="0" sz="14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■"/>
              <a:defRPr b="0" i="0" sz="14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●"/>
              <a:defRPr b="0" i="0" sz="14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 b="0" i="0" sz="14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Anaheim"/>
              <a:buChar char="■"/>
              <a:defRPr b="0" i="0" sz="14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54">
          <p15:clr>
            <a:srgbClr val="EA4335"/>
          </p15:clr>
        </p15:guide>
        <p15:guide id="2" pos="5306">
          <p15:clr>
            <a:srgbClr val="EA4335"/>
          </p15:clr>
        </p15:guide>
        <p15:guide id="3" orient="horz" pos="340">
          <p15:clr>
            <a:srgbClr val="EA4335"/>
          </p15:clr>
        </p15:guide>
        <p15:guide id="4" orient="horz" pos="2898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gif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gif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1.gif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1.gif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6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6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0.gif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"/>
          <p:cNvSpPr txBox="1"/>
          <p:nvPr>
            <p:ph type="ctrTitle"/>
          </p:nvPr>
        </p:nvSpPr>
        <p:spPr>
          <a:xfrm>
            <a:off x="596100" y="1222370"/>
            <a:ext cx="8520600" cy="1910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6900"/>
              <a:buNone/>
            </a:pPr>
            <a:r>
              <a:rPr lang="pt-BR" sz="5600"/>
              <a:t>ARA0110</a:t>
            </a:r>
            <a:endParaRPr sz="5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6900"/>
              <a:buNone/>
            </a:pPr>
            <a:r>
              <a:rPr lang="pt-BR" sz="5600"/>
              <a:t>PADRÕES DE PROJETO</a:t>
            </a:r>
            <a:endParaRPr/>
          </a:p>
        </p:txBody>
      </p:sp>
      <p:sp>
        <p:nvSpPr>
          <p:cNvPr id="324" name="Google Shape;324;p1"/>
          <p:cNvSpPr txBox="1"/>
          <p:nvPr>
            <p:ph idx="1" type="subTitle"/>
          </p:nvPr>
        </p:nvSpPr>
        <p:spPr>
          <a:xfrm>
            <a:off x="769050" y="3396100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pt-BR"/>
              <a:t>Aula 09: Padrões de projeto comportamentais - parte 4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d9e5e64954_0_0"/>
          <p:cNvSpPr txBox="1"/>
          <p:nvPr>
            <p:ph type="title"/>
          </p:nvPr>
        </p:nvSpPr>
        <p:spPr>
          <a:xfrm>
            <a:off x="3762375" y="1012300"/>
            <a:ext cx="4915200" cy="19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pt-BR"/>
              <a:t>RECAPITULANDO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d9e5e64954_0_4"/>
          <p:cNvSpPr txBox="1"/>
          <p:nvPr>
            <p:ph idx="1" type="body"/>
          </p:nvPr>
        </p:nvSpPr>
        <p:spPr>
          <a:xfrm>
            <a:off x="4579525" y="2540600"/>
            <a:ext cx="3932700" cy="21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Os padrões de projeto comportamentais focam em algoritmos e atribuição de responsabilidades entre objetos, descrevendo padrões de comunicação entre eles.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Nesses padrões, encontramos uso intensivo de polimorfismo.</a:t>
            </a:r>
            <a:endParaRPr/>
          </a:p>
        </p:txBody>
      </p:sp>
      <p:sp>
        <p:nvSpPr>
          <p:cNvPr id="335" name="Google Shape;335;g3d9e5e64954_0_4"/>
          <p:cNvSpPr txBox="1"/>
          <p:nvPr>
            <p:ph type="title"/>
          </p:nvPr>
        </p:nvSpPr>
        <p:spPr>
          <a:xfrm>
            <a:off x="3205550" y="1714800"/>
            <a:ext cx="5337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500"/>
              <a:t>PADRÕES COMPORTAMENTAIS</a:t>
            </a:r>
            <a:endParaRPr sz="2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20a6dd2528c_0_40"/>
          <p:cNvSpPr txBox="1"/>
          <p:nvPr>
            <p:ph type="title"/>
          </p:nvPr>
        </p:nvSpPr>
        <p:spPr>
          <a:xfrm>
            <a:off x="3762375" y="1012300"/>
            <a:ext cx="4915200" cy="19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pt-BR"/>
              <a:t>TEMPLATE METHOD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d9e5e64954_0_327"/>
          <p:cNvSpPr txBox="1"/>
          <p:nvPr>
            <p:ph idx="1" type="body"/>
          </p:nvPr>
        </p:nvSpPr>
        <p:spPr>
          <a:xfrm>
            <a:off x="4401425" y="1997200"/>
            <a:ext cx="4187100" cy="26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Definir o esqueleto de um algoritmo em uma operação, postergando alguns passos para as subclasses. Template Method permite que subclasses redefinam certos passos de um algoritmo sem mudar a estrutura do mesmo.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GoF, Padrões de Projetos. p.301</a:t>
            </a:r>
            <a:endParaRPr/>
          </a:p>
        </p:txBody>
      </p:sp>
      <p:sp>
        <p:nvSpPr>
          <p:cNvPr id="346" name="Google Shape;346;g3d9e5e64954_0_327"/>
          <p:cNvSpPr txBox="1"/>
          <p:nvPr>
            <p:ph type="title"/>
          </p:nvPr>
        </p:nvSpPr>
        <p:spPr>
          <a:xfrm>
            <a:off x="4655731" y="1323800"/>
            <a:ext cx="3963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DEFINIÇÃO</a:t>
            </a:r>
            <a:endParaRPr/>
          </a:p>
        </p:txBody>
      </p:sp>
      <p:sp>
        <p:nvSpPr>
          <p:cNvPr id="347" name="Google Shape;347;g3d9e5e64954_0_327"/>
          <p:cNvSpPr/>
          <p:nvPr/>
        </p:nvSpPr>
        <p:spPr>
          <a:xfrm>
            <a:off x="0" y="1429100"/>
            <a:ext cx="3224400" cy="276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g3d9e5e64954_0_327"/>
          <p:cNvSpPr/>
          <p:nvPr/>
        </p:nvSpPr>
        <p:spPr>
          <a:xfrm>
            <a:off x="1849175" y="1204300"/>
            <a:ext cx="808200" cy="3240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g3d9e5e64954_0_327"/>
          <p:cNvSpPr/>
          <p:nvPr/>
        </p:nvSpPr>
        <p:spPr>
          <a:xfrm>
            <a:off x="1434400" y="4195100"/>
            <a:ext cx="1160700" cy="3240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0" name="Google Shape;350;g3d9e5e64954_0_327"/>
          <p:cNvPicPr preferRelativeResize="0"/>
          <p:nvPr/>
        </p:nvPicPr>
        <p:blipFill rotWithShape="1">
          <a:blip r:embed="rId3">
            <a:alphaModFix/>
          </a:blip>
          <a:srcRect b="0" l="4890" r="4890" t="0"/>
          <a:stretch/>
        </p:blipFill>
        <p:spPr>
          <a:xfrm>
            <a:off x="0" y="1611088"/>
            <a:ext cx="3224401" cy="2402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d9e5e64954_0_650"/>
          <p:cNvSpPr txBox="1"/>
          <p:nvPr>
            <p:ph idx="1" type="body"/>
          </p:nvPr>
        </p:nvSpPr>
        <p:spPr>
          <a:xfrm>
            <a:off x="4401425" y="1997200"/>
            <a:ext cx="4187100" cy="26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A ideia é evitarmos duplicação de código com algoritmos que compartilham uma lógica comum, mas que possuem variações em passos específicos. Por exemplo, a ação de almoçar compartilha passos em comum (pegar um prato, servir, sentar, comer, lavar a louça suja) mas que pode sofrer variações em alguns passos (cozinhar ou pedir delivery).</a:t>
            </a:r>
            <a:endParaRPr/>
          </a:p>
        </p:txBody>
      </p:sp>
      <p:sp>
        <p:nvSpPr>
          <p:cNvPr id="356" name="Google Shape;356;g3d9e5e64954_0_650"/>
          <p:cNvSpPr txBox="1"/>
          <p:nvPr>
            <p:ph type="title"/>
          </p:nvPr>
        </p:nvSpPr>
        <p:spPr>
          <a:xfrm>
            <a:off x="4655731" y="1323800"/>
            <a:ext cx="3963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MOTIVAÇÃO</a:t>
            </a:r>
            <a:endParaRPr/>
          </a:p>
        </p:txBody>
      </p:sp>
      <p:sp>
        <p:nvSpPr>
          <p:cNvPr id="357" name="Google Shape;357;g3d9e5e64954_0_650"/>
          <p:cNvSpPr/>
          <p:nvPr/>
        </p:nvSpPr>
        <p:spPr>
          <a:xfrm>
            <a:off x="0" y="1429100"/>
            <a:ext cx="3224400" cy="276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g3d9e5e64954_0_650"/>
          <p:cNvSpPr/>
          <p:nvPr/>
        </p:nvSpPr>
        <p:spPr>
          <a:xfrm>
            <a:off x="1849175" y="1204300"/>
            <a:ext cx="808200" cy="3240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g3d9e5e64954_0_650"/>
          <p:cNvSpPr/>
          <p:nvPr/>
        </p:nvSpPr>
        <p:spPr>
          <a:xfrm>
            <a:off x="1434400" y="4195100"/>
            <a:ext cx="1160700" cy="3240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0" name="Google Shape;360;g3d9e5e64954_0_650"/>
          <p:cNvPicPr preferRelativeResize="0"/>
          <p:nvPr/>
        </p:nvPicPr>
        <p:blipFill rotWithShape="1">
          <a:blip r:embed="rId3">
            <a:alphaModFix/>
          </a:blip>
          <a:srcRect b="0" l="4890" r="4890" t="0"/>
          <a:stretch/>
        </p:blipFill>
        <p:spPr>
          <a:xfrm>
            <a:off x="0" y="1611088"/>
            <a:ext cx="3224401" cy="2402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d9e5e64954_0_975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DIAGRAMA</a:t>
            </a:r>
            <a:endParaRPr/>
          </a:p>
        </p:txBody>
      </p:sp>
      <p:pic>
        <p:nvPicPr>
          <p:cNvPr id="366" name="Google Shape;366;g3d9e5e64954_0_9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0100" y="1012200"/>
            <a:ext cx="7343775" cy="352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d9e5e64954_0_1295"/>
          <p:cNvSpPr txBox="1"/>
          <p:nvPr>
            <p:ph idx="1" type="body"/>
          </p:nvPr>
        </p:nvSpPr>
        <p:spPr>
          <a:xfrm>
            <a:off x="4579525" y="2383800"/>
            <a:ext cx="3932700" cy="27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pt-BR"/>
              <a:t>AbstractClass</a:t>
            </a:r>
            <a:r>
              <a:rPr lang="pt-BR"/>
              <a:t>: classe abstrata que define os passos de um algoritmo e declara operações abstratas que variam no fluxo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pt-BR"/>
              <a:t>ConcreteClass</a:t>
            </a:r>
            <a:r>
              <a:rPr lang="pt-BR"/>
              <a:t>: implementação das operações que variam no fluxo, para cada caso particular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pt-BR"/>
              <a:t>Cliente</a:t>
            </a:r>
            <a:r>
              <a:rPr lang="pt-BR"/>
              <a:t>: elemento que utiliza o algoritmo a partir das classes concretas das operações</a:t>
            </a:r>
            <a:endParaRPr/>
          </a:p>
        </p:txBody>
      </p:sp>
      <p:sp>
        <p:nvSpPr>
          <p:cNvPr id="372" name="Google Shape;372;g3d9e5e64954_0_1295"/>
          <p:cNvSpPr txBox="1"/>
          <p:nvPr>
            <p:ph type="title"/>
          </p:nvPr>
        </p:nvSpPr>
        <p:spPr>
          <a:xfrm>
            <a:off x="3205550" y="1714800"/>
            <a:ext cx="5337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500"/>
              <a:t>PARTICIPANTES</a:t>
            </a:r>
            <a:endParaRPr sz="25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d9e5e64954_0_1614"/>
          <p:cNvSpPr txBox="1"/>
          <p:nvPr>
            <p:ph idx="1" type="body"/>
          </p:nvPr>
        </p:nvSpPr>
        <p:spPr>
          <a:xfrm>
            <a:off x="4579525" y="2540600"/>
            <a:ext cx="3932700" cy="24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Cada subclasse implementa os trechos do algoritmo que variam para cada cenário. O cliente utiliza a operação completa a partir das subclasses que implementam a abstração (uma vez que não é possível utilizar o algoritmo a partir da abstração somente).</a:t>
            </a:r>
            <a:endParaRPr/>
          </a:p>
        </p:txBody>
      </p:sp>
      <p:sp>
        <p:nvSpPr>
          <p:cNvPr id="378" name="Google Shape;378;g3d9e5e64954_0_1614"/>
          <p:cNvSpPr txBox="1"/>
          <p:nvPr>
            <p:ph type="title"/>
          </p:nvPr>
        </p:nvSpPr>
        <p:spPr>
          <a:xfrm>
            <a:off x="3205550" y="1714800"/>
            <a:ext cx="5337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500"/>
              <a:t>UTILIZAÇÃO</a:t>
            </a:r>
            <a:endParaRPr sz="25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d9e5e64954_0_1933"/>
          <p:cNvSpPr txBox="1"/>
          <p:nvPr>
            <p:ph idx="1" type="body"/>
          </p:nvPr>
        </p:nvSpPr>
        <p:spPr>
          <a:xfrm>
            <a:off x="4401425" y="1997200"/>
            <a:ext cx="4187100" cy="25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Um dashboard de visualização pode processar arquivos de diferentes formatos (CSV, JSON) para alimentar uma base de visualização de métricas. O processo de importação dos dados segue o mesmo fluxo independente do formato: abrir o arquivo, extrair os dados, validar, salvar no banco e fechar o arquivo.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Vamos implementar esse sistema.</a:t>
            </a:r>
            <a:endParaRPr/>
          </a:p>
        </p:txBody>
      </p:sp>
      <p:sp>
        <p:nvSpPr>
          <p:cNvPr id="384" name="Google Shape;384;g3d9e5e64954_0_1933"/>
          <p:cNvSpPr txBox="1"/>
          <p:nvPr>
            <p:ph type="title"/>
          </p:nvPr>
        </p:nvSpPr>
        <p:spPr>
          <a:xfrm>
            <a:off x="4431925" y="1323800"/>
            <a:ext cx="41871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HORA DE EXERCÍCIO</a:t>
            </a:r>
            <a:endParaRPr/>
          </a:p>
        </p:txBody>
      </p:sp>
      <p:sp>
        <p:nvSpPr>
          <p:cNvPr id="385" name="Google Shape;385;g3d9e5e64954_0_1933"/>
          <p:cNvSpPr/>
          <p:nvPr/>
        </p:nvSpPr>
        <p:spPr>
          <a:xfrm>
            <a:off x="0" y="1476225"/>
            <a:ext cx="3224400" cy="276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g3d9e5e64954_0_1933"/>
          <p:cNvSpPr/>
          <p:nvPr/>
        </p:nvSpPr>
        <p:spPr>
          <a:xfrm>
            <a:off x="1849175" y="1204300"/>
            <a:ext cx="808200" cy="3240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g3d9e5e64954_0_1933"/>
          <p:cNvSpPr/>
          <p:nvPr/>
        </p:nvSpPr>
        <p:spPr>
          <a:xfrm>
            <a:off x="1434400" y="4195100"/>
            <a:ext cx="1160700" cy="3240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8" name="Google Shape;388;g3d9e5e64954_0_1933"/>
          <p:cNvPicPr preferRelativeResize="0"/>
          <p:nvPr/>
        </p:nvPicPr>
        <p:blipFill rotWithShape="1">
          <a:blip r:embed="rId3">
            <a:alphaModFix/>
          </a:blip>
          <a:srcRect b="0" l="24517" r="0" t="0"/>
          <a:stretch/>
        </p:blipFill>
        <p:spPr>
          <a:xfrm>
            <a:off x="0" y="1596176"/>
            <a:ext cx="3224400" cy="2551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d9e5e64954_0_1942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DIAGRAMA</a:t>
            </a:r>
            <a:endParaRPr/>
          </a:p>
        </p:txBody>
      </p:sp>
      <p:pic>
        <p:nvPicPr>
          <p:cNvPr id="394" name="Google Shape;394;g3d9e5e64954_0_19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399" y="1164600"/>
            <a:ext cx="8839203" cy="30164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d9e5e64954_0_1948"/>
          <p:cNvSpPr txBox="1"/>
          <p:nvPr>
            <p:ph idx="1" type="body"/>
          </p:nvPr>
        </p:nvSpPr>
        <p:spPr>
          <a:xfrm>
            <a:off x="4401425" y="1997200"/>
            <a:ext cx="4187100" cy="25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Em um jogo, diferentes tipos de inimigos (Orc, Mago) podem ter comportamentos baseados na mesma lógica de decisão: detectar o inimigo, avaliar distância, executar ação e retornar ao estado base. Um Orc pode correr até o inimigo e atacá-lo fisicamente; Um mago mantém distância do inimigo e lança magias para atingi-lo.</a:t>
            </a:r>
            <a:endParaRPr/>
          </a:p>
        </p:txBody>
      </p:sp>
      <p:sp>
        <p:nvSpPr>
          <p:cNvPr id="400" name="Google Shape;400;g3d9e5e64954_0_1948"/>
          <p:cNvSpPr txBox="1"/>
          <p:nvPr>
            <p:ph type="title"/>
          </p:nvPr>
        </p:nvSpPr>
        <p:spPr>
          <a:xfrm>
            <a:off x="4431925" y="1323800"/>
            <a:ext cx="41871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HORA DE EXERCÍCIO</a:t>
            </a:r>
            <a:endParaRPr/>
          </a:p>
        </p:txBody>
      </p:sp>
      <p:sp>
        <p:nvSpPr>
          <p:cNvPr id="401" name="Google Shape;401;g3d9e5e64954_0_1948"/>
          <p:cNvSpPr/>
          <p:nvPr/>
        </p:nvSpPr>
        <p:spPr>
          <a:xfrm>
            <a:off x="0" y="1476225"/>
            <a:ext cx="3224400" cy="276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g3d9e5e64954_0_1948"/>
          <p:cNvSpPr/>
          <p:nvPr/>
        </p:nvSpPr>
        <p:spPr>
          <a:xfrm>
            <a:off x="1849175" y="1204300"/>
            <a:ext cx="808200" cy="3240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g3d9e5e64954_0_1948"/>
          <p:cNvSpPr/>
          <p:nvPr/>
        </p:nvSpPr>
        <p:spPr>
          <a:xfrm>
            <a:off x="1434400" y="4195100"/>
            <a:ext cx="1160700" cy="3240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4" name="Google Shape;404;g3d9e5e64954_0_1948"/>
          <p:cNvPicPr preferRelativeResize="0"/>
          <p:nvPr/>
        </p:nvPicPr>
        <p:blipFill rotWithShape="1">
          <a:blip r:embed="rId3">
            <a:alphaModFix/>
          </a:blip>
          <a:srcRect b="0" l="24517" r="0" t="0"/>
          <a:stretch/>
        </p:blipFill>
        <p:spPr>
          <a:xfrm>
            <a:off x="0" y="1596176"/>
            <a:ext cx="3224400" cy="2551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d9e5e64954_0_1957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DIAGRAMA?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d9e5e64954_0_1962"/>
          <p:cNvSpPr txBox="1"/>
          <p:nvPr>
            <p:ph idx="1" type="body"/>
          </p:nvPr>
        </p:nvSpPr>
        <p:spPr>
          <a:xfrm>
            <a:off x="4579525" y="2540600"/>
            <a:ext cx="3932700" cy="23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pt-BR"/>
              <a:t>Implementar partes invariantes de um algoritmos só uma vez, e delegar às subclasses a implementação do comportamento variante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pt-BR"/>
              <a:t>Quando se quer controlar extensões de subclasses, com o intuito de evitar duplicação de código</a:t>
            </a:r>
            <a:endParaRPr/>
          </a:p>
        </p:txBody>
      </p:sp>
      <p:sp>
        <p:nvSpPr>
          <p:cNvPr id="415" name="Google Shape;415;g3d9e5e64954_0_1962"/>
          <p:cNvSpPr txBox="1"/>
          <p:nvPr>
            <p:ph type="title"/>
          </p:nvPr>
        </p:nvSpPr>
        <p:spPr>
          <a:xfrm>
            <a:off x="3205550" y="1714800"/>
            <a:ext cx="5337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500"/>
              <a:t>APLICABILIDADE</a:t>
            </a:r>
            <a:endParaRPr sz="25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d9e5e64954_0_2281"/>
          <p:cNvSpPr txBox="1"/>
          <p:nvPr>
            <p:ph idx="1" type="body"/>
          </p:nvPr>
        </p:nvSpPr>
        <p:spPr>
          <a:xfrm>
            <a:off x="4579525" y="2476484"/>
            <a:ext cx="3932700" cy="23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pt-BR"/>
              <a:t>Controle na duplicação de partes comuns de um algoritmo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pt-BR"/>
              <a:t>Subclasses implementam somente o necessário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pt-BR"/>
              <a:t>Atenção na chamada dos métodos herdados, evitando esquecê-los</a:t>
            </a:r>
            <a:endParaRPr/>
          </a:p>
        </p:txBody>
      </p:sp>
      <p:sp>
        <p:nvSpPr>
          <p:cNvPr id="421" name="Google Shape;421;g3d9e5e64954_0_2281"/>
          <p:cNvSpPr txBox="1"/>
          <p:nvPr>
            <p:ph type="title"/>
          </p:nvPr>
        </p:nvSpPr>
        <p:spPr>
          <a:xfrm>
            <a:off x="3205550" y="1714800"/>
            <a:ext cx="5337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500"/>
              <a:t>CONSEQUÊNCIAS</a:t>
            </a:r>
            <a:endParaRPr sz="25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d9e5e64954_0_323"/>
          <p:cNvSpPr txBox="1"/>
          <p:nvPr>
            <p:ph type="title"/>
          </p:nvPr>
        </p:nvSpPr>
        <p:spPr>
          <a:xfrm>
            <a:off x="3762375" y="1012300"/>
            <a:ext cx="4915200" cy="19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pt-BR"/>
              <a:t>VISITOR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d9e5e64954_0_2604"/>
          <p:cNvSpPr txBox="1"/>
          <p:nvPr>
            <p:ph idx="1" type="body"/>
          </p:nvPr>
        </p:nvSpPr>
        <p:spPr>
          <a:xfrm>
            <a:off x="4401425" y="1997200"/>
            <a:ext cx="4187100" cy="26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Representar uma operação a ser executada nos elementos de uma estrutura de objetos. Visitor permite definir uma nova operação sem mudar as classes dos elementos sobre os quais opera.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GoF, Padrões de Projetos. p.305</a:t>
            </a:r>
            <a:endParaRPr/>
          </a:p>
        </p:txBody>
      </p:sp>
      <p:sp>
        <p:nvSpPr>
          <p:cNvPr id="432" name="Google Shape;432;g3d9e5e64954_0_2604"/>
          <p:cNvSpPr txBox="1"/>
          <p:nvPr>
            <p:ph type="title"/>
          </p:nvPr>
        </p:nvSpPr>
        <p:spPr>
          <a:xfrm>
            <a:off x="4655731" y="1323800"/>
            <a:ext cx="3963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DEFINIÇÃO</a:t>
            </a:r>
            <a:endParaRPr/>
          </a:p>
        </p:txBody>
      </p:sp>
      <p:sp>
        <p:nvSpPr>
          <p:cNvPr id="433" name="Google Shape;433;g3d9e5e64954_0_2604"/>
          <p:cNvSpPr/>
          <p:nvPr/>
        </p:nvSpPr>
        <p:spPr>
          <a:xfrm>
            <a:off x="0" y="1429100"/>
            <a:ext cx="3224400" cy="276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g3d9e5e64954_0_2604"/>
          <p:cNvSpPr/>
          <p:nvPr/>
        </p:nvSpPr>
        <p:spPr>
          <a:xfrm>
            <a:off x="1849175" y="1204300"/>
            <a:ext cx="808200" cy="3240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g3d9e5e64954_0_2604"/>
          <p:cNvSpPr/>
          <p:nvPr/>
        </p:nvSpPr>
        <p:spPr>
          <a:xfrm>
            <a:off x="1434400" y="4195100"/>
            <a:ext cx="1160700" cy="3240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6" name="Google Shape;436;g3d9e5e64954_0_2604"/>
          <p:cNvPicPr preferRelativeResize="0"/>
          <p:nvPr/>
        </p:nvPicPr>
        <p:blipFill rotWithShape="1">
          <a:blip r:embed="rId3">
            <a:alphaModFix/>
          </a:blip>
          <a:srcRect b="0" l="6883" r="5994" t="0"/>
          <a:stretch/>
        </p:blipFill>
        <p:spPr>
          <a:xfrm>
            <a:off x="0" y="1623600"/>
            <a:ext cx="3224400" cy="2376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d9e5e64954_0_2613"/>
          <p:cNvSpPr txBox="1"/>
          <p:nvPr>
            <p:ph type="title"/>
          </p:nvPr>
        </p:nvSpPr>
        <p:spPr>
          <a:xfrm>
            <a:off x="4655731" y="1323800"/>
            <a:ext cx="3963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MOTIVAÇÃO</a:t>
            </a:r>
            <a:endParaRPr/>
          </a:p>
        </p:txBody>
      </p:sp>
      <p:sp>
        <p:nvSpPr>
          <p:cNvPr id="442" name="Google Shape;442;g3d9e5e64954_0_2613"/>
          <p:cNvSpPr/>
          <p:nvPr/>
        </p:nvSpPr>
        <p:spPr>
          <a:xfrm>
            <a:off x="0" y="1429100"/>
            <a:ext cx="3224400" cy="276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g3d9e5e64954_0_2613"/>
          <p:cNvSpPr/>
          <p:nvPr/>
        </p:nvSpPr>
        <p:spPr>
          <a:xfrm>
            <a:off x="1849175" y="1204300"/>
            <a:ext cx="808200" cy="3240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g3d9e5e64954_0_2613"/>
          <p:cNvSpPr/>
          <p:nvPr/>
        </p:nvSpPr>
        <p:spPr>
          <a:xfrm>
            <a:off x="1434400" y="4195100"/>
            <a:ext cx="1160700" cy="3240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5" name="Google Shape;445;g3d9e5e64954_0_2613"/>
          <p:cNvPicPr preferRelativeResize="0"/>
          <p:nvPr/>
        </p:nvPicPr>
        <p:blipFill rotWithShape="1">
          <a:blip r:embed="rId3">
            <a:alphaModFix/>
          </a:blip>
          <a:srcRect b="0" l="6883" r="5994" t="0"/>
          <a:stretch/>
        </p:blipFill>
        <p:spPr>
          <a:xfrm>
            <a:off x="0" y="1623600"/>
            <a:ext cx="3224400" cy="2376990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g3d9e5e64954_0_2613"/>
          <p:cNvSpPr txBox="1"/>
          <p:nvPr>
            <p:ph idx="1" type="body"/>
          </p:nvPr>
        </p:nvSpPr>
        <p:spPr>
          <a:xfrm>
            <a:off x="4401425" y="1997200"/>
            <a:ext cx="4187100" cy="26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Em um sistema de relatórios, temos os dados visualizados podendo ser exportados em diferentes formatos (PDF, XLSX, CSV etc). Com um visitor, conseguimos adicionar novas operações a esse processo de exportação sem modificar as classes existentes, impedindo a violação do Princípio Aberto/Fechado.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d9e5e64954_0_2624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DIAGRAMA</a:t>
            </a:r>
            <a:endParaRPr/>
          </a:p>
        </p:txBody>
      </p:sp>
      <p:pic>
        <p:nvPicPr>
          <p:cNvPr id="452" name="Google Shape;452;g3d9e5e64954_0_26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93038" y="1012200"/>
            <a:ext cx="4557924" cy="395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d9e5e64954_0_2630"/>
          <p:cNvSpPr txBox="1"/>
          <p:nvPr>
            <p:ph idx="1" type="body"/>
          </p:nvPr>
        </p:nvSpPr>
        <p:spPr>
          <a:xfrm>
            <a:off x="4579525" y="2383800"/>
            <a:ext cx="3932700" cy="27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pt-BR"/>
              <a:t>Visitor</a:t>
            </a:r>
            <a:r>
              <a:rPr lang="pt-BR"/>
              <a:t>: </a:t>
            </a:r>
            <a:r>
              <a:rPr lang="pt-BR"/>
              <a:t>interface</a:t>
            </a:r>
            <a:r>
              <a:rPr lang="pt-BR"/>
              <a:t> que declara uma operação </a:t>
            </a:r>
            <a:r>
              <a:rPr i="1" lang="pt-BR"/>
              <a:t>visit</a:t>
            </a:r>
            <a:r>
              <a:rPr lang="pt-BR"/>
              <a:t> para cada classe ConcreteElement na estrutura do objeto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pt-BR"/>
              <a:t>ConcreteVisitorX</a:t>
            </a:r>
            <a:r>
              <a:rPr lang="pt-BR"/>
              <a:t>: implementação da operação </a:t>
            </a:r>
            <a:r>
              <a:rPr i="1" lang="pt-BR"/>
              <a:t>visit</a:t>
            </a:r>
            <a:r>
              <a:rPr lang="pt-BR"/>
              <a:t> para cada classe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pt-BR"/>
              <a:t>Element</a:t>
            </a:r>
            <a:r>
              <a:rPr lang="pt-BR"/>
              <a:t>: interface que declara uma operação </a:t>
            </a:r>
            <a:r>
              <a:rPr i="1" lang="pt-BR"/>
              <a:t>accept</a:t>
            </a:r>
            <a:r>
              <a:rPr lang="pt-BR"/>
              <a:t> que recebe um objeto Visitor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pt-BR"/>
              <a:t>ConcreteElementX</a:t>
            </a:r>
            <a:r>
              <a:rPr lang="pt-BR"/>
              <a:t>: implementação da operação </a:t>
            </a:r>
            <a:r>
              <a:rPr i="1" lang="pt-BR"/>
              <a:t>accept</a:t>
            </a:r>
            <a:r>
              <a:rPr lang="pt-BR"/>
              <a:t> para receber um Visitor</a:t>
            </a:r>
            <a:endParaRPr/>
          </a:p>
        </p:txBody>
      </p:sp>
      <p:sp>
        <p:nvSpPr>
          <p:cNvPr id="458" name="Google Shape;458;g3d9e5e64954_0_2630"/>
          <p:cNvSpPr txBox="1"/>
          <p:nvPr>
            <p:ph type="title"/>
          </p:nvPr>
        </p:nvSpPr>
        <p:spPr>
          <a:xfrm>
            <a:off x="3205550" y="1714800"/>
            <a:ext cx="5337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500"/>
              <a:t>PARTICIPANTES</a:t>
            </a:r>
            <a:endParaRPr sz="25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d9e5e64954_0_2635"/>
          <p:cNvSpPr txBox="1"/>
          <p:nvPr>
            <p:ph idx="1" type="body"/>
          </p:nvPr>
        </p:nvSpPr>
        <p:spPr>
          <a:xfrm>
            <a:off x="4579525" y="2383800"/>
            <a:ext cx="3932700" cy="27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pt-BR"/>
              <a:t>ObjectStructure</a:t>
            </a:r>
            <a:r>
              <a:rPr lang="pt-BR"/>
              <a:t>: estrutura de objetos que enumera cada elemento presente no programa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pt-BR"/>
              <a:t>Cliente</a:t>
            </a:r>
            <a:r>
              <a:rPr lang="pt-BR"/>
              <a:t>: elemento que acessa os objetos Element registrados e repassa os objetos Visitor para cada um</a:t>
            </a:r>
            <a:endParaRPr/>
          </a:p>
        </p:txBody>
      </p:sp>
      <p:sp>
        <p:nvSpPr>
          <p:cNvPr id="464" name="Google Shape;464;g3d9e5e64954_0_2635"/>
          <p:cNvSpPr txBox="1"/>
          <p:nvPr>
            <p:ph type="title"/>
          </p:nvPr>
        </p:nvSpPr>
        <p:spPr>
          <a:xfrm>
            <a:off x="3205550" y="1714800"/>
            <a:ext cx="5337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500"/>
              <a:t>PARTICIPANTES</a:t>
            </a:r>
            <a:endParaRPr sz="25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3d9e5e64954_0_2645"/>
          <p:cNvSpPr txBox="1"/>
          <p:nvPr>
            <p:ph idx="1" type="body"/>
          </p:nvPr>
        </p:nvSpPr>
        <p:spPr>
          <a:xfrm>
            <a:off x="4579525" y="2540600"/>
            <a:ext cx="3932700" cy="24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Listamos todos os objetos de elementos da aplicação em uma estrutura que pode ser acessada na sua execução. Ao acessar um elemento, o cliente repassa um objeto Visitor para a instância, que irá executar a operação de visita de acordo com a implementação de cada método no visitante.</a:t>
            </a:r>
            <a:endParaRPr/>
          </a:p>
        </p:txBody>
      </p:sp>
      <p:sp>
        <p:nvSpPr>
          <p:cNvPr id="470" name="Google Shape;470;g3d9e5e64954_0_2645"/>
          <p:cNvSpPr txBox="1"/>
          <p:nvPr>
            <p:ph type="title"/>
          </p:nvPr>
        </p:nvSpPr>
        <p:spPr>
          <a:xfrm>
            <a:off x="3205550" y="1714800"/>
            <a:ext cx="5337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500"/>
              <a:t>UTILIZAÇÃO</a:t>
            </a:r>
            <a:endParaRPr sz="25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d9e5e64954_0_2650"/>
          <p:cNvSpPr txBox="1"/>
          <p:nvPr>
            <p:ph idx="1" type="body"/>
          </p:nvPr>
        </p:nvSpPr>
        <p:spPr>
          <a:xfrm>
            <a:off x="4401425" y="1997200"/>
            <a:ext cx="4187100" cy="27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Em um e-commerce, o carrinho pode ter produtos de vários tipos (eletrônicos, vestuário, alimentos) em uma compra. Na finalização da compra, precisamos calcular o total, aplicar descontos específicos e calcular impostos. O imposto para um produto eletrônico possui uma dinâmica diferente em relação a um produto alimentício.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Vamos implementar essa operação.</a:t>
            </a:r>
            <a:endParaRPr/>
          </a:p>
        </p:txBody>
      </p:sp>
      <p:sp>
        <p:nvSpPr>
          <p:cNvPr id="476" name="Google Shape;476;g3d9e5e64954_0_2650"/>
          <p:cNvSpPr txBox="1"/>
          <p:nvPr>
            <p:ph type="title"/>
          </p:nvPr>
        </p:nvSpPr>
        <p:spPr>
          <a:xfrm>
            <a:off x="4431925" y="1323800"/>
            <a:ext cx="41871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HORA DE EXERCÍCIO</a:t>
            </a:r>
            <a:endParaRPr/>
          </a:p>
        </p:txBody>
      </p:sp>
      <p:sp>
        <p:nvSpPr>
          <p:cNvPr id="477" name="Google Shape;477;g3d9e5e64954_0_2650"/>
          <p:cNvSpPr/>
          <p:nvPr/>
        </p:nvSpPr>
        <p:spPr>
          <a:xfrm>
            <a:off x="0" y="1476225"/>
            <a:ext cx="3224400" cy="276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g3d9e5e64954_0_2650"/>
          <p:cNvSpPr/>
          <p:nvPr/>
        </p:nvSpPr>
        <p:spPr>
          <a:xfrm>
            <a:off x="1849175" y="1204300"/>
            <a:ext cx="808200" cy="3240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g3d9e5e64954_0_2650"/>
          <p:cNvSpPr/>
          <p:nvPr/>
        </p:nvSpPr>
        <p:spPr>
          <a:xfrm>
            <a:off x="1434400" y="4195100"/>
            <a:ext cx="1160700" cy="3240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0" name="Google Shape;480;g3d9e5e64954_0_2650"/>
          <p:cNvPicPr preferRelativeResize="0"/>
          <p:nvPr/>
        </p:nvPicPr>
        <p:blipFill rotWithShape="1">
          <a:blip r:embed="rId3">
            <a:alphaModFix/>
          </a:blip>
          <a:srcRect b="0" l="8323" r="11728" t="0"/>
          <a:stretch/>
        </p:blipFill>
        <p:spPr>
          <a:xfrm>
            <a:off x="0" y="1614502"/>
            <a:ext cx="3224401" cy="24943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d9e5e64954_0_2659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DIAGRAMA</a:t>
            </a:r>
            <a:endParaRPr/>
          </a:p>
        </p:txBody>
      </p:sp>
      <p:pic>
        <p:nvPicPr>
          <p:cNvPr id="486" name="Google Shape;486;g3d9e5e64954_0_26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2788" y="1012200"/>
            <a:ext cx="6118424" cy="395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d9e5e64954_0_2667"/>
          <p:cNvSpPr txBox="1"/>
          <p:nvPr>
            <p:ph idx="1" type="body"/>
          </p:nvPr>
        </p:nvSpPr>
        <p:spPr>
          <a:xfrm>
            <a:off x="4401425" y="1997200"/>
            <a:ext cx="4187100" cy="27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Em uma estrutura hierárquica de arquivos e pastas, você precisa realizar operações como calcular o tamanho total ocupado, encontrar arquivos duplicados ou alterar permissões.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Implemente uma solução para executar essas operações sobre a hierarquia do disco.</a:t>
            </a:r>
            <a:endParaRPr/>
          </a:p>
        </p:txBody>
      </p:sp>
      <p:sp>
        <p:nvSpPr>
          <p:cNvPr id="492" name="Google Shape;492;g3d9e5e64954_0_2667"/>
          <p:cNvSpPr txBox="1"/>
          <p:nvPr>
            <p:ph type="title"/>
          </p:nvPr>
        </p:nvSpPr>
        <p:spPr>
          <a:xfrm>
            <a:off x="4431925" y="1323800"/>
            <a:ext cx="41871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HORA DE EXERCÍCIO</a:t>
            </a:r>
            <a:endParaRPr/>
          </a:p>
        </p:txBody>
      </p:sp>
      <p:sp>
        <p:nvSpPr>
          <p:cNvPr id="493" name="Google Shape;493;g3d9e5e64954_0_2667"/>
          <p:cNvSpPr/>
          <p:nvPr/>
        </p:nvSpPr>
        <p:spPr>
          <a:xfrm>
            <a:off x="0" y="1476225"/>
            <a:ext cx="3224400" cy="276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g3d9e5e64954_0_2667"/>
          <p:cNvSpPr/>
          <p:nvPr/>
        </p:nvSpPr>
        <p:spPr>
          <a:xfrm>
            <a:off x="1849175" y="1204300"/>
            <a:ext cx="808200" cy="3240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g3d9e5e64954_0_2667"/>
          <p:cNvSpPr/>
          <p:nvPr/>
        </p:nvSpPr>
        <p:spPr>
          <a:xfrm>
            <a:off x="1434400" y="4195100"/>
            <a:ext cx="1160700" cy="3240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96" name="Google Shape;496;g3d9e5e64954_0_2667"/>
          <p:cNvPicPr preferRelativeResize="0"/>
          <p:nvPr/>
        </p:nvPicPr>
        <p:blipFill rotWithShape="1">
          <a:blip r:embed="rId3">
            <a:alphaModFix/>
          </a:blip>
          <a:srcRect b="0" l="8323" r="11728" t="0"/>
          <a:stretch/>
        </p:blipFill>
        <p:spPr>
          <a:xfrm>
            <a:off x="0" y="1614502"/>
            <a:ext cx="3224401" cy="24943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d9e5e64954_0_2676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DIAGRAMA?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3d9e5e64954_0_2680"/>
          <p:cNvSpPr txBox="1"/>
          <p:nvPr>
            <p:ph idx="1" type="body"/>
          </p:nvPr>
        </p:nvSpPr>
        <p:spPr>
          <a:xfrm>
            <a:off x="4579525" y="2540600"/>
            <a:ext cx="3932700" cy="23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pt-BR"/>
              <a:t>Manter uma estrutura de objetos que possuem muitas classes de objetos com interfaces divergentes que precisam executar operações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pt-BR"/>
              <a:t>As classes da estrutura de objetos raramente mudam, enquanto as operações sobre a estrutura variam bastante</a:t>
            </a:r>
            <a:endParaRPr/>
          </a:p>
        </p:txBody>
      </p:sp>
      <p:sp>
        <p:nvSpPr>
          <p:cNvPr id="507" name="Google Shape;507;g3d9e5e64954_0_2680"/>
          <p:cNvSpPr txBox="1"/>
          <p:nvPr>
            <p:ph type="title"/>
          </p:nvPr>
        </p:nvSpPr>
        <p:spPr>
          <a:xfrm>
            <a:off x="3205550" y="1714800"/>
            <a:ext cx="5337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500"/>
              <a:t>APLICABILIDADE</a:t>
            </a:r>
            <a:endParaRPr sz="25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d9e5e64954_0_2685"/>
          <p:cNvSpPr txBox="1"/>
          <p:nvPr>
            <p:ph idx="1" type="body"/>
          </p:nvPr>
        </p:nvSpPr>
        <p:spPr>
          <a:xfrm>
            <a:off x="4579525" y="2476484"/>
            <a:ext cx="3932700" cy="23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pt-BR"/>
              <a:t>Tornar fácil a adição de novas operações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pt-BR"/>
              <a:t>Um visitante reúne operações relacionadas e separa as não relacionadas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pt-BR"/>
              <a:t>É difícil acrescentar novas classes ConcreteElement</a:t>
            </a:r>
            <a:endParaRPr/>
          </a:p>
        </p:txBody>
      </p:sp>
      <p:sp>
        <p:nvSpPr>
          <p:cNvPr id="513" name="Google Shape;513;g3d9e5e64954_0_2685"/>
          <p:cNvSpPr txBox="1"/>
          <p:nvPr>
            <p:ph type="title"/>
          </p:nvPr>
        </p:nvSpPr>
        <p:spPr>
          <a:xfrm>
            <a:off x="3205550" y="1714800"/>
            <a:ext cx="5337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500"/>
              <a:t>CONSEQUÊNCIAS</a:t>
            </a:r>
            <a:endParaRPr sz="25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d9e5e64954_0_2690"/>
          <p:cNvSpPr txBox="1"/>
          <p:nvPr>
            <p:ph idx="1" type="body"/>
          </p:nvPr>
        </p:nvSpPr>
        <p:spPr>
          <a:xfrm>
            <a:off x="4401425" y="1997200"/>
            <a:ext cx="4187100" cy="26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Ao longo dos exemplos, vimos que as estruturas de objetos podem ser bastante complexas de manter sem um planejamento prévio. Usar os padrões comportamentais nos dão organização e flexibilidade nas operações realizadas pelas aplicações.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Combinadas a outros padrões, enriquecemos a aplicação com uma boa estrutura de componentes.</a:t>
            </a:r>
            <a:endParaRPr/>
          </a:p>
        </p:txBody>
      </p:sp>
      <p:sp>
        <p:nvSpPr>
          <p:cNvPr id="519" name="Google Shape;519;g3d9e5e64954_0_2690"/>
          <p:cNvSpPr txBox="1"/>
          <p:nvPr>
            <p:ph type="title"/>
          </p:nvPr>
        </p:nvSpPr>
        <p:spPr>
          <a:xfrm>
            <a:off x="3726250" y="1323800"/>
            <a:ext cx="48924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600"/>
              <a:t>PADRÕES COMPORTAMENTAIS</a:t>
            </a:r>
            <a:endParaRPr sz="2600"/>
          </a:p>
        </p:txBody>
      </p:sp>
      <p:sp>
        <p:nvSpPr>
          <p:cNvPr id="520" name="Google Shape;520;g3d9e5e64954_0_2690"/>
          <p:cNvSpPr/>
          <p:nvPr/>
        </p:nvSpPr>
        <p:spPr>
          <a:xfrm>
            <a:off x="0" y="1429100"/>
            <a:ext cx="3224400" cy="276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g3d9e5e64954_0_2690"/>
          <p:cNvSpPr/>
          <p:nvPr/>
        </p:nvSpPr>
        <p:spPr>
          <a:xfrm>
            <a:off x="1849175" y="1204300"/>
            <a:ext cx="808200" cy="3240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g3d9e5e64954_0_2690"/>
          <p:cNvSpPr/>
          <p:nvPr/>
        </p:nvSpPr>
        <p:spPr>
          <a:xfrm>
            <a:off x="1434400" y="4195100"/>
            <a:ext cx="1160700" cy="3240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3" name="Google Shape;523;g3d9e5e64954_0_26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051" y="1510400"/>
            <a:ext cx="3120300" cy="260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3d9e5e64954_0_3013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PADRÕES</a:t>
            </a:r>
            <a:endParaRPr/>
          </a:p>
        </p:txBody>
      </p:sp>
      <p:pic>
        <p:nvPicPr>
          <p:cNvPr id="529" name="Google Shape;529;g3d9e5e64954_0_3013"/>
          <p:cNvPicPr preferRelativeResize="0"/>
          <p:nvPr/>
        </p:nvPicPr>
        <p:blipFill rotWithShape="1">
          <a:blip r:embed="rId3">
            <a:alphaModFix/>
          </a:blip>
          <a:srcRect b="0" l="61241" r="15108" t="0"/>
          <a:stretch/>
        </p:blipFill>
        <p:spPr>
          <a:xfrm>
            <a:off x="0" y="0"/>
            <a:ext cx="1823175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30" name="Google Shape;530;g3d9e5e64954_0_3013"/>
          <p:cNvGrpSpPr/>
          <p:nvPr/>
        </p:nvGrpSpPr>
        <p:grpSpPr>
          <a:xfrm>
            <a:off x="1223348" y="4553184"/>
            <a:ext cx="1015032" cy="325196"/>
            <a:chOff x="1156673" y="4600809"/>
            <a:chExt cx="1015032" cy="325196"/>
          </a:xfrm>
        </p:grpSpPr>
        <p:sp>
          <p:nvSpPr>
            <p:cNvPr id="531" name="Google Shape;531;g3d9e5e64954_0_3013"/>
            <p:cNvSpPr/>
            <p:nvPr/>
          </p:nvSpPr>
          <p:spPr>
            <a:xfrm>
              <a:off x="1937576" y="4600809"/>
              <a:ext cx="234129" cy="75728"/>
            </a:xfrm>
            <a:custGeom>
              <a:rect b="b" l="l" r="r" t="t"/>
              <a:pathLst>
                <a:path extrusionOk="0" h="1941" w="6001">
                  <a:moveTo>
                    <a:pt x="0" y="0"/>
                  </a:moveTo>
                  <a:lnTo>
                    <a:pt x="0" y="1941"/>
                  </a:lnTo>
                  <a:lnTo>
                    <a:pt x="6001" y="1941"/>
                  </a:lnTo>
                  <a:lnTo>
                    <a:pt x="600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" name="Google Shape;532;g3d9e5e64954_0_3013"/>
            <p:cNvSpPr/>
            <p:nvPr/>
          </p:nvSpPr>
          <p:spPr>
            <a:xfrm>
              <a:off x="1394514" y="4600809"/>
              <a:ext cx="440869" cy="75728"/>
            </a:xfrm>
            <a:custGeom>
              <a:rect b="b" l="l" r="r" t="t"/>
              <a:pathLst>
                <a:path extrusionOk="0" h="1941" w="11300">
                  <a:moveTo>
                    <a:pt x="1" y="0"/>
                  </a:moveTo>
                  <a:lnTo>
                    <a:pt x="1" y="1941"/>
                  </a:lnTo>
                  <a:lnTo>
                    <a:pt x="11300" y="1941"/>
                  </a:lnTo>
                  <a:lnTo>
                    <a:pt x="113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3" name="Google Shape;533;g3d9e5e64954_0_3013"/>
            <p:cNvSpPr/>
            <p:nvPr/>
          </p:nvSpPr>
          <p:spPr>
            <a:xfrm>
              <a:off x="1156673" y="4725738"/>
              <a:ext cx="474774" cy="75767"/>
            </a:xfrm>
            <a:custGeom>
              <a:rect b="b" l="l" r="r" t="t"/>
              <a:pathLst>
                <a:path extrusionOk="0" h="1942" w="12169">
                  <a:moveTo>
                    <a:pt x="1" y="1"/>
                  </a:moveTo>
                  <a:lnTo>
                    <a:pt x="1" y="1942"/>
                  </a:lnTo>
                  <a:lnTo>
                    <a:pt x="12169" y="1942"/>
                  </a:lnTo>
                  <a:lnTo>
                    <a:pt x="121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4" name="Google Shape;534;g3d9e5e64954_0_3013"/>
            <p:cNvSpPr/>
            <p:nvPr/>
          </p:nvSpPr>
          <p:spPr>
            <a:xfrm>
              <a:off x="1718307" y="4725738"/>
              <a:ext cx="453393" cy="75767"/>
            </a:xfrm>
            <a:custGeom>
              <a:rect b="b" l="l" r="r" t="t"/>
              <a:pathLst>
                <a:path extrusionOk="0" h="1942" w="11621">
                  <a:moveTo>
                    <a:pt x="0" y="1"/>
                  </a:moveTo>
                  <a:lnTo>
                    <a:pt x="0" y="1942"/>
                  </a:lnTo>
                  <a:lnTo>
                    <a:pt x="11621" y="1942"/>
                  </a:lnTo>
                  <a:lnTo>
                    <a:pt x="1162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5" name="Google Shape;535;g3d9e5e64954_0_3013"/>
            <p:cNvSpPr/>
            <p:nvPr/>
          </p:nvSpPr>
          <p:spPr>
            <a:xfrm>
              <a:off x="1536688" y="4850706"/>
              <a:ext cx="635008" cy="75299"/>
            </a:xfrm>
            <a:custGeom>
              <a:rect b="b" l="l" r="r" t="t"/>
              <a:pathLst>
                <a:path extrusionOk="0" h="1930" w="16276">
                  <a:moveTo>
                    <a:pt x="0" y="1"/>
                  </a:moveTo>
                  <a:lnTo>
                    <a:pt x="0" y="1930"/>
                  </a:lnTo>
                  <a:lnTo>
                    <a:pt x="16276" y="1930"/>
                  </a:lnTo>
                  <a:lnTo>
                    <a:pt x="1627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36" name="Google Shape;536;g3d9e5e64954_0_3013"/>
          <p:cNvSpPr txBox="1"/>
          <p:nvPr/>
        </p:nvSpPr>
        <p:spPr>
          <a:xfrm>
            <a:off x="1984300" y="1054350"/>
            <a:ext cx="6881400" cy="34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-"/>
            </a:pPr>
            <a:r>
              <a:rPr b="1"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Chain of Responsibility</a:t>
            </a:r>
            <a:r>
              <a:rPr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: encadear objetos para atender uma solicitação quando for possível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-"/>
            </a:pPr>
            <a:r>
              <a:rPr b="1"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Command</a:t>
            </a:r>
            <a:r>
              <a:rPr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: parametrizar clientes com diferentes solicitações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-"/>
            </a:pPr>
            <a:r>
              <a:rPr b="1"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Interpreter</a:t>
            </a:r>
            <a:r>
              <a:rPr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: definir um interpretador de sentenças em uma linguagem padrão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-"/>
            </a:pPr>
            <a:r>
              <a:rPr b="1"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Iterator</a:t>
            </a:r>
            <a:r>
              <a:rPr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: prover funcionalidades para acesso sequencial, sem expor o estado interno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-"/>
            </a:pPr>
            <a:r>
              <a:rPr b="1"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Mediator</a:t>
            </a:r>
            <a:r>
              <a:rPr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: definir um objeto que encapsula a forma como um conjunto de objetos interage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-"/>
            </a:pPr>
            <a:r>
              <a:rPr b="1"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Memento</a:t>
            </a:r>
            <a:r>
              <a:rPr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: externalizar o estado interno de um objeto, sem ferir o encapsulamento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3d9e5e64954_0_3340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PADRÕES</a:t>
            </a:r>
            <a:endParaRPr/>
          </a:p>
        </p:txBody>
      </p:sp>
      <p:pic>
        <p:nvPicPr>
          <p:cNvPr id="542" name="Google Shape;542;g3d9e5e64954_0_3340"/>
          <p:cNvPicPr preferRelativeResize="0"/>
          <p:nvPr/>
        </p:nvPicPr>
        <p:blipFill rotWithShape="1">
          <a:blip r:embed="rId3">
            <a:alphaModFix/>
          </a:blip>
          <a:srcRect b="0" l="61241" r="15108" t="0"/>
          <a:stretch/>
        </p:blipFill>
        <p:spPr>
          <a:xfrm>
            <a:off x="0" y="0"/>
            <a:ext cx="1823175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43" name="Google Shape;543;g3d9e5e64954_0_3340"/>
          <p:cNvGrpSpPr/>
          <p:nvPr/>
        </p:nvGrpSpPr>
        <p:grpSpPr>
          <a:xfrm>
            <a:off x="1223348" y="4553184"/>
            <a:ext cx="1015032" cy="325196"/>
            <a:chOff x="1156673" y="4600809"/>
            <a:chExt cx="1015032" cy="325196"/>
          </a:xfrm>
        </p:grpSpPr>
        <p:sp>
          <p:nvSpPr>
            <p:cNvPr id="544" name="Google Shape;544;g3d9e5e64954_0_3340"/>
            <p:cNvSpPr/>
            <p:nvPr/>
          </p:nvSpPr>
          <p:spPr>
            <a:xfrm>
              <a:off x="1937576" y="4600809"/>
              <a:ext cx="234129" cy="75728"/>
            </a:xfrm>
            <a:custGeom>
              <a:rect b="b" l="l" r="r" t="t"/>
              <a:pathLst>
                <a:path extrusionOk="0" h="1941" w="6001">
                  <a:moveTo>
                    <a:pt x="0" y="0"/>
                  </a:moveTo>
                  <a:lnTo>
                    <a:pt x="0" y="1941"/>
                  </a:lnTo>
                  <a:lnTo>
                    <a:pt x="6001" y="1941"/>
                  </a:lnTo>
                  <a:lnTo>
                    <a:pt x="600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5" name="Google Shape;545;g3d9e5e64954_0_3340"/>
            <p:cNvSpPr/>
            <p:nvPr/>
          </p:nvSpPr>
          <p:spPr>
            <a:xfrm>
              <a:off x="1394514" y="4600809"/>
              <a:ext cx="440869" cy="75728"/>
            </a:xfrm>
            <a:custGeom>
              <a:rect b="b" l="l" r="r" t="t"/>
              <a:pathLst>
                <a:path extrusionOk="0" h="1941" w="11300">
                  <a:moveTo>
                    <a:pt x="1" y="0"/>
                  </a:moveTo>
                  <a:lnTo>
                    <a:pt x="1" y="1941"/>
                  </a:lnTo>
                  <a:lnTo>
                    <a:pt x="11300" y="1941"/>
                  </a:lnTo>
                  <a:lnTo>
                    <a:pt x="113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6" name="Google Shape;546;g3d9e5e64954_0_3340"/>
            <p:cNvSpPr/>
            <p:nvPr/>
          </p:nvSpPr>
          <p:spPr>
            <a:xfrm>
              <a:off x="1156673" y="4725738"/>
              <a:ext cx="474774" cy="75767"/>
            </a:xfrm>
            <a:custGeom>
              <a:rect b="b" l="l" r="r" t="t"/>
              <a:pathLst>
                <a:path extrusionOk="0" h="1942" w="12169">
                  <a:moveTo>
                    <a:pt x="1" y="1"/>
                  </a:moveTo>
                  <a:lnTo>
                    <a:pt x="1" y="1942"/>
                  </a:lnTo>
                  <a:lnTo>
                    <a:pt x="12169" y="1942"/>
                  </a:lnTo>
                  <a:lnTo>
                    <a:pt x="121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7" name="Google Shape;547;g3d9e5e64954_0_3340"/>
            <p:cNvSpPr/>
            <p:nvPr/>
          </p:nvSpPr>
          <p:spPr>
            <a:xfrm>
              <a:off x="1718307" y="4725738"/>
              <a:ext cx="453393" cy="75767"/>
            </a:xfrm>
            <a:custGeom>
              <a:rect b="b" l="l" r="r" t="t"/>
              <a:pathLst>
                <a:path extrusionOk="0" h="1942" w="11621">
                  <a:moveTo>
                    <a:pt x="0" y="1"/>
                  </a:moveTo>
                  <a:lnTo>
                    <a:pt x="0" y="1942"/>
                  </a:lnTo>
                  <a:lnTo>
                    <a:pt x="11621" y="1942"/>
                  </a:lnTo>
                  <a:lnTo>
                    <a:pt x="1162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" name="Google Shape;548;g3d9e5e64954_0_3340"/>
            <p:cNvSpPr/>
            <p:nvPr/>
          </p:nvSpPr>
          <p:spPr>
            <a:xfrm>
              <a:off x="1536688" y="4850706"/>
              <a:ext cx="635008" cy="75299"/>
            </a:xfrm>
            <a:custGeom>
              <a:rect b="b" l="l" r="r" t="t"/>
              <a:pathLst>
                <a:path extrusionOk="0" h="1930" w="16276">
                  <a:moveTo>
                    <a:pt x="0" y="1"/>
                  </a:moveTo>
                  <a:lnTo>
                    <a:pt x="0" y="1930"/>
                  </a:lnTo>
                  <a:lnTo>
                    <a:pt x="16276" y="1930"/>
                  </a:lnTo>
                  <a:lnTo>
                    <a:pt x="1627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49" name="Google Shape;549;g3d9e5e64954_0_3340"/>
          <p:cNvSpPr txBox="1"/>
          <p:nvPr/>
        </p:nvSpPr>
        <p:spPr>
          <a:xfrm>
            <a:off x="1984300" y="1054350"/>
            <a:ext cx="6881400" cy="34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-"/>
            </a:pPr>
            <a:r>
              <a:rPr b="1"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Observer</a:t>
            </a:r>
            <a:r>
              <a:rPr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: atualizar objetos interessados na mudança do estado interno de um outro objeto alvo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-"/>
            </a:pPr>
            <a:r>
              <a:rPr b="1"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State</a:t>
            </a:r>
            <a:r>
              <a:rPr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: alterar o comportamento de um objeto quando o seu estado interno mudar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-"/>
            </a:pPr>
            <a:r>
              <a:rPr b="1"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Strategy</a:t>
            </a:r>
            <a:r>
              <a:rPr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: variar algoritmos de uma família, encapsulando-os independentemente dos clientes que o utilizam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-"/>
            </a:pPr>
            <a:r>
              <a:rPr b="1"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Template Method</a:t>
            </a:r>
            <a:r>
              <a:rPr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: definir o esqueleto de um algoritmo, concentrando partes comuns e abstraindo passos variantes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-"/>
            </a:pPr>
            <a:r>
              <a:rPr b="1"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Visitor</a:t>
            </a:r>
            <a:r>
              <a:rPr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: definir operações sem modificar os elementos sobre os quais executam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3d9e5e64954_0_3352"/>
          <p:cNvSpPr txBox="1"/>
          <p:nvPr>
            <p:ph idx="1" type="body"/>
          </p:nvPr>
        </p:nvSpPr>
        <p:spPr>
          <a:xfrm>
            <a:off x="4401425" y="1997200"/>
            <a:ext cx="4187100" cy="26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/>
              <a:t>Padrões de projeto comportamentais</a:t>
            </a:r>
            <a:endParaRPr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/>
              <a:t>Padrão Template Method</a:t>
            </a:r>
            <a:endParaRPr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/>
              <a:t>Padrão Visitor</a:t>
            </a:r>
            <a:endParaRPr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/>
              <a:t>Revisão dos padrões de projeto comportamentais</a:t>
            </a:r>
            <a:endParaRPr/>
          </a:p>
        </p:txBody>
      </p:sp>
      <p:sp>
        <p:nvSpPr>
          <p:cNvPr id="555" name="Google Shape;555;g3d9e5e64954_0_3352"/>
          <p:cNvSpPr txBox="1"/>
          <p:nvPr>
            <p:ph type="title"/>
          </p:nvPr>
        </p:nvSpPr>
        <p:spPr>
          <a:xfrm>
            <a:off x="4655731" y="1323800"/>
            <a:ext cx="3963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RECAPITULANDO</a:t>
            </a:r>
            <a:endParaRPr/>
          </a:p>
        </p:txBody>
      </p:sp>
      <p:sp>
        <p:nvSpPr>
          <p:cNvPr id="556" name="Google Shape;556;g3d9e5e64954_0_3352"/>
          <p:cNvSpPr/>
          <p:nvPr/>
        </p:nvSpPr>
        <p:spPr>
          <a:xfrm>
            <a:off x="0" y="1429100"/>
            <a:ext cx="3224400" cy="276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g3d9e5e64954_0_3352"/>
          <p:cNvSpPr/>
          <p:nvPr/>
        </p:nvSpPr>
        <p:spPr>
          <a:xfrm>
            <a:off x="1849175" y="1204300"/>
            <a:ext cx="808200" cy="3240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g3d9e5e64954_0_3352"/>
          <p:cNvSpPr/>
          <p:nvPr/>
        </p:nvSpPr>
        <p:spPr>
          <a:xfrm>
            <a:off x="1434400" y="4195100"/>
            <a:ext cx="1160700" cy="3240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9" name="Google Shape;559;g3d9e5e64954_0_3352"/>
          <p:cNvPicPr preferRelativeResize="0"/>
          <p:nvPr/>
        </p:nvPicPr>
        <p:blipFill rotWithShape="1">
          <a:blip r:embed="rId3">
            <a:alphaModFix/>
          </a:blip>
          <a:srcRect b="7843" l="0" r="5357" t="0"/>
          <a:stretch/>
        </p:blipFill>
        <p:spPr>
          <a:xfrm>
            <a:off x="0" y="1566675"/>
            <a:ext cx="3224400" cy="2590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3dab311b749_0_0"/>
          <p:cNvSpPr txBox="1"/>
          <p:nvPr>
            <p:ph type="title"/>
          </p:nvPr>
        </p:nvSpPr>
        <p:spPr>
          <a:xfrm>
            <a:off x="2951850" y="700250"/>
            <a:ext cx="3240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pt-BR"/>
              <a:t>OBRIGADO!</a:t>
            </a:r>
            <a:endParaRPr/>
          </a:p>
        </p:txBody>
      </p:sp>
      <p:sp>
        <p:nvSpPr>
          <p:cNvPr id="565" name="Google Shape;565;g3dab311b749_0_0"/>
          <p:cNvSpPr txBox="1"/>
          <p:nvPr/>
        </p:nvSpPr>
        <p:spPr>
          <a:xfrm>
            <a:off x="288350" y="4506400"/>
            <a:ext cx="6203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“</a:t>
            </a:r>
            <a:r>
              <a:rPr b="1" lang="pt-BR" sz="16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TOMA AQUI, Ó! TOMA AQUI!</a:t>
            </a:r>
            <a:r>
              <a:rPr b="1" i="0" lang="pt-BR" sz="16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”</a:t>
            </a:r>
            <a:endParaRPr b="1" i="0" sz="1600" u="none" cap="none" strike="noStrike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pt-BR" sz="16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Galerito vs Gil da Esfirra</a:t>
            </a:r>
            <a:endParaRPr b="1" i="0" sz="1600" u="none" cap="none" strike="noStrike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566" name="Google Shape;566;g3dab311b749_0_0"/>
          <p:cNvSpPr/>
          <p:nvPr/>
        </p:nvSpPr>
        <p:spPr>
          <a:xfrm>
            <a:off x="135950" y="1566450"/>
            <a:ext cx="2097600" cy="2743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67" name="Google Shape;567;g3dab311b749_0_0"/>
          <p:cNvPicPr preferRelativeResize="0"/>
          <p:nvPr/>
        </p:nvPicPr>
        <p:blipFill rotWithShape="1">
          <a:blip r:embed="rId3">
            <a:alphaModFix/>
          </a:blip>
          <a:srcRect b="10640" l="0" r="0" t="10781"/>
          <a:stretch/>
        </p:blipFill>
        <p:spPr>
          <a:xfrm>
            <a:off x="169888" y="1608388"/>
            <a:ext cx="2029725" cy="265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rogramming Lesson by Slidesgo">
  <a:themeElements>
    <a:clrScheme name="Simple Light">
      <a:dk1>
        <a:srgbClr val="1B1464"/>
      </a:dk1>
      <a:lt1>
        <a:srgbClr val="FFFFFF"/>
      </a:lt1>
      <a:dk2>
        <a:srgbClr val="00FFC5"/>
      </a:dk2>
      <a:lt2>
        <a:srgbClr val="EC008C"/>
      </a:lt2>
      <a:accent1>
        <a:srgbClr val="1B1464"/>
      </a:accent1>
      <a:accent2>
        <a:srgbClr val="00FFC5"/>
      </a:accent2>
      <a:accent3>
        <a:srgbClr val="EC008C"/>
      </a:accent3>
      <a:accent4>
        <a:srgbClr val="1B1464"/>
      </a:accent4>
      <a:accent5>
        <a:srgbClr val="00FFC5"/>
      </a:accent5>
      <a:accent6>
        <a:srgbClr val="EC008C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