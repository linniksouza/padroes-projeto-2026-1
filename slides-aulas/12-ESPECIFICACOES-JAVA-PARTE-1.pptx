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y="5143500" cx="9144000"/>
  <p:notesSz cx="6858000" cy="9144000"/>
  <p:embeddedFontLst>
    <p:embeddedFont>
      <p:font typeface="Proxima Nova"/>
      <p:regular r:id="rId55"/>
      <p:bold r:id="rId56"/>
      <p:italic r:id="rId57"/>
      <p:boldItalic r:id="rId58"/>
    </p:embeddedFont>
    <p:embeddedFont>
      <p:font typeface="Anaheim"/>
      <p:regular r:id="rId59"/>
      <p:bold r:id="rId60"/>
    </p:embeddedFont>
    <p:embeddedFont>
      <p:font typeface="Barlow Condensed ExtraBold"/>
      <p:bold r:id="rId61"/>
      <p:boldItalic r:id="rId62"/>
    </p:embeddedFont>
    <p:embeddedFont>
      <p:font typeface="Proxima Nova Semibold"/>
      <p:regular r:id="rId63"/>
      <p:bold r:id="rId64"/>
      <p:boldItalic r:id="rId65"/>
    </p:embeddedFont>
    <p:embeddedFont>
      <p:font typeface="Overpass Mono"/>
      <p:regular r:id="rId66"/>
      <p:bold r:id="rId67"/>
    </p:embeddedFont>
    <p:embeddedFont>
      <p:font typeface="Barlow"/>
      <p:regular r:id="rId68"/>
      <p:bold r:id="rId69"/>
      <p:italic r:id="rId70"/>
      <p:boldItalic r:id="rId7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2" roundtripDataSignature="AMtx7mjtwT20sWOm46V+77su1mftxUcN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9464E70-7AB7-44C3-9E0B-E66EDD96AA64}">
  <a:tblStyle styleId="{29464E70-7AB7-44C3-9E0B-E66EDD96AA6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2" Type="http://customschemas.google.com/relationships/presentationmetadata" Target="meta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Barlow-boldItalic.fntdata"/><Relationship Id="rId70" Type="http://schemas.openxmlformats.org/officeDocument/2006/relationships/font" Target="fonts/Barlow-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BarlowCondensedExtraBold-boldItalic.fntdata"/><Relationship Id="rId61" Type="http://schemas.openxmlformats.org/officeDocument/2006/relationships/font" Target="fonts/BarlowCondensedExtraBold-bold.fntdata"/><Relationship Id="rId20" Type="http://schemas.openxmlformats.org/officeDocument/2006/relationships/slide" Target="slides/slide14.xml"/><Relationship Id="rId64" Type="http://schemas.openxmlformats.org/officeDocument/2006/relationships/font" Target="fonts/ProximaNovaSemibold-bold.fntdata"/><Relationship Id="rId63" Type="http://schemas.openxmlformats.org/officeDocument/2006/relationships/font" Target="fonts/ProximaNovaSemibold-regular.fntdata"/><Relationship Id="rId22" Type="http://schemas.openxmlformats.org/officeDocument/2006/relationships/slide" Target="slides/slide16.xml"/><Relationship Id="rId66" Type="http://schemas.openxmlformats.org/officeDocument/2006/relationships/font" Target="fonts/OverpassMono-regular.fntdata"/><Relationship Id="rId21" Type="http://schemas.openxmlformats.org/officeDocument/2006/relationships/slide" Target="slides/slide15.xml"/><Relationship Id="rId65" Type="http://schemas.openxmlformats.org/officeDocument/2006/relationships/font" Target="fonts/ProximaNovaSemibold-boldItalic.fntdata"/><Relationship Id="rId24" Type="http://schemas.openxmlformats.org/officeDocument/2006/relationships/slide" Target="slides/slide18.xml"/><Relationship Id="rId68" Type="http://schemas.openxmlformats.org/officeDocument/2006/relationships/font" Target="fonts/Barlow-regular.fntdata"/><Relationship Id="rId23" Type="http://schemas.openxmlformats.org/officeDocument/2006/relationships/slide" Target="slides/slide17.xml"/><Relationship Id="rId67" Type="http://schemas.openxmlformats.org/officeDocument/2006/relationships/font" Target="fonts/OverpassMono-bold.fntdata"/><Relationship Id="rId60" Type="http://schemas.openxmlformats.org/officeDocument/2006/relationships/font" Target="fonts/Anaheim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Barlow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ProximaNova-regular.fntdata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font" Target="fonts/ProximaNova-italic.fntdata"/><Relationship Id="rId12" Type="http://schemas.openxmlformats.org/officeDocument/2006/relationships/slide" Target="slides/slide6.xml"/><Relationship Id="rId56" Type="http://schemas.openxmlformats.org/officeDocument/2006/relationships/font" Target="fonts/ProximaNova-bold.fntdata"/><Relationship Id="rId15" Type="http://schemas.openxmlformats.org/officeDocument/2006/relationships/slide" Target="slides/slide9.xml"/><Relationship Id="rId59" Type="http://schemas.openxmlformats.org/officeDocument/2006/relationships/font" Target="fonts/Anaheim-regular.fntdata"/><Relationship Id="rId14" Type="http://schemas.openxmlformats.org/officeDocument/2006/relationships/slide" Target="slides/slide8.xml"/><Relationship Id="rId58" Type="http://schemas.openxmlformats.org/officeDocument/2006/relationships/font" Target="fonts/ProximaNova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e37205208a_0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3e37205208a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e37205208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g3e37205208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e37205208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g3e37205208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e37205208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g3e37205208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e37205208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g3e37205208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e37205208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g3e37205208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e37205208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g3e37205208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e37205208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g3e37205208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e37205208a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g3e37205208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e37205208a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g3e37205208a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e37205208a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g3e37205208a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e37205208a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g3e37205208a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e37205208a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g3e37205208a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e37205208a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g3e37205208a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e37205208a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g3e37205208a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e37205208a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g3e37205208a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e37205208a_0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g3e37205208a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e37205208a_0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g3e37205208a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e37205208a_0_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g3e37205208a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e37205208a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g3e37205208a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e37205208a_0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g3e37205208a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e37205208a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" name="Google Shape;542;g3e37205208a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e37205208a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g3e37205208a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253300b8278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g253300b8278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e37205208a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g3e37205208a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e37205208a_0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g3e37205208a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e37205208a_0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g3e37205208a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e37205208a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6" name="Google Shape;596;g3e37205208a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e37205208a_0_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" name="Google Shape;606;g3e37205208a_0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e37205208a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3" name="Google Shape;613;g3e37205208a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e37205208a_0_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8" name="Google Shape;618;g3e37205208a_0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e37205208a_0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" name="Google Shape;628;g3e37205208a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e37205208a_0_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" name="Google Shape;634;g3e37205208a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e37205208a_0_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7" name="Google Shape;647;g3e37205208a_0_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e37205208a_0_6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0" name="Google Shape;660;g3e37205208a_0_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e37205208a_0_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0" name="Google Shape;670;g3e37205208a_0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e37205208a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6" name="Google Shape;676;g3e37205208a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e37205208a_0_6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2" name="Google Shape;682;g3e37205208a_0_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e37205208a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2" name="Google Shape;692;g3e37205208a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e37205208a_0_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8" name="Google Shape;698;g3e37205208a_0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e37205208a_0_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1" name="Google Shape;711;g3e37205208a_0_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e37205208a_0_7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4" name="Google Shape;724;g3e37205208a_0_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e37205208a_0_7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4" name="Google Shape;734;g3e37205208a_0_7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e37205208a_0_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4" name="Google Shape;744;g3e37205208a_0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3e37205208a_0_7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7" name="Google Shape;757;g3e37205208a_0_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20a70d3dc02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0" name="Google Shape;770;g20a70d3dc02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0" name="Google Shape;78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9"/>
          <p:cNvGrpSpPr/>
          <p:nvPr/>
        </p:nvGrpSpPr>
        <p:grpSpPr>
          <a:xfrm>
            <a:off x="7362284" y="1723643"/>
            <a:ext cx="1781706" cy="3419867"/>
            <a:chOff x="7397009" y="1731193"/>
            <a:chExt cx="1781706" cy="3419867"/>
          </a:xfrm>
        </p:grpSpPr>
        <p:sp>
          <p:nvSpPr>
            <p:cNvPr id="10" name="Google Shape;10;p29"/>
            <p:cNvSpPr/>
            <p:nvPr/>
          </p:nvSpPr>
          <p:spPr>
            <a:xfrm>
              <a:off x="7858529" y="1731193"/>
              <a:ext cx="1320185" cy="132176"/>
            </a:xfrm>
            <a:custGeom>
              <a:rect b="b" l="l" r="r" t="t"/>
              <a:pathLst>
                <a:path extrusionOk="0" h="1930" w="19277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29"/>
            <p:cNvSpPr/>
            <p:nvPr/>
          </p:nvSpPr>
          <p:spPr>
            <a:xfrm>
              <a:off x="7784360" y="1950550"/>
              <a:ext cx="865993" cy="132176"/>
            </a:xfrm>
            <a:custGeom>
              <a:rect b="b" l="l" r="r" t="t"/>
              <a:pathLst>
                <a:path extrusionOk="0" h="1930" w="12645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9"/>
            <p:cNvSpPr/>
            <p:nvPr/>
          </p:nvSpPr>
          <p:spPr>
            <a:xfrm>
              <a:off x="8855808" y="1950550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9"/>
            <p:cNvSpPr/>
            <p:nvPr/>
          </p:nvSpPr>
          <p:spPr>
            <a:xfrm>
              <a:off x="8445651" y="2169086"/>
              <a:ext cx="733063" cy="132998"/>
            </a:xfrm>
            <a:custGeom>
              <a:rect b="b" l="l" r="r" t="t"/>
              <a:pathLst>
                <a:path extrusionOk="0" h="1942" w="10704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9"/>
            <p:cNvSpPr/>
            <p:nvPr/>
          </p:nvSpPr>
          <p:spPr>
            <a:xfrm>
              <a:off x="8738356" y="2388443"/>
              <a:ext cx="440359" cy="132929"/>
            </a:xfrm>
            <a:custGeom>
              <a:rect b="b" l="l" r="r" t="t"/>
              <a:pathLst>
                <a:path extrusionOk="0" h="1941" w="643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9"/>
            <p:cNvSpPr/>
            <p:nvPr/>
          </p:nvSpPr>
          <p:spPr>
            <a:xfrm>
              <a:off x="7990637" y="2388443"/>
              <a:ext cx="597737" cy="132929"/>
            </a:xfrm>
            <a:custGeom>
              <a:rect b="b" l="l" r="r" t="t"/>
              <a:pathLst>
                <a:path extrusionOk="0" h="1941" w="8728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9"/>
            <p:cNvSpPr/>
            <p:nvPr/>
          </p:nvSpPr>
          <p:spPr>
            <a:xfrm>
              <a:off x="7683208" y="2607801"/>
              <a:ext cx="1495507" cy="132108"/>
            </a:xfrm>
            <a:custGeom>
              <a:rect b="b" l="l" r="r" t="t"/>
              <a:pathLst>
                <a:path extrusionOk="0" h="1929" w="21837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9"/>
            <p:cNvSpPr/>
            <p:nvPr/>
          </p:nvSpPr>
          <p:spPr>
            <a:xfrm>
              <a:off x="8298888" y="2827090"/>
              <a:ext cx="879827" cy="132176"/>
            </a:xfrm>
            <a:custGeom>
              <a:rect b="b" l="l" r="r" t="t"/>
              <a:pathLst>
                <a:path extrusionOk="0" h="1930" w="12847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9"/>
            <p:cNvSpPr/>
            <p:nvPr/>
          </p:nvSpPr>
          <p:spPr>
            <a:xfrm>
              <a:off x="8855808" y="3046447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9"/>
            <p:cNvSpPr/>
            <p:nvPr/>
          </p:nvSpPr>
          <p:spPr>
            <a:xfrm>
              <a:off x="7784360" y="2169086"/>
              <a:ext cx="499050" cy="132998"/>
            </a:xfrm>
            <a:custGeom>
              <a:rect b="b" l="l" r="r" t="t"/>
              <a:pathLst>
                <a:path extrusionOk="0" h="1942" w="7287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9"/>
            <p:cNvSpPr/>
            <p:nvPr/>
          </p:nvSpPr>
          <p:spPr>
            <a:xfrm>
              <a:off x="8020017" y="4142344"/>
              <a:ext cx="322975" cy="132176"/>
            </a:xfrm>
            <a:custGeom>
              <a:rect b="b" l="l" r="r" t="t"/>
              <a:pathLst>
                <a:path extrusionOk="0" h="1930" w="4716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9"/>
            <p:cNvSpPr/>
            <p:nvPr/>
          </p:nvSpPr>
          <p:spPr>
            <a:xfrm>
              <a:off x="7521789" y="4142344"/>
              <a:ext cx="322153" cy="132176"/>
            </a:xfrm>
            <a:custGeom>
              <a:rect b="b" l="l" r="r" t="t"/>
              <a:pathLst>
                <a:path extrusionOk="0" h="1930" w="4704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9"/>
            <p:cNvSpPr/>
            <p:nvPr/>
          </p:nvSpPr>
          <p:spPr>
            <a:xfrm>
              <a:off x="8152056" y="3264983"/>
              <a:ext cx="1026659" cy="132998"/>
            </a:xfrm>
            <a:custGeom>
              <a:rect b="b" l="l" r="r" t="t"/>
              <a:pathLst>
                <a:path extrusionOk="0" h="1942" w="14991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9"/>
            <p:cNvSpPr/>
            <p:nvPr/>
          </p:nvSpPr>
          <p:spPr>
            <a:xfrm>
              <a:off x="7784360" y="3484340"/>
              <a:ext cx="807301" cy="132929"/>
            </a:xfrm>
            <a:custGeom>
              <a:rect b="b" l="l" r="r" t="t"/>
              <a:pathLst>
                <a:path extrusionOk="0" h="1941" w="11788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9"/>
            <p:cNvSpPr/>
            <p:nvPr/>
          </p:nvSpPr>
          <p:spPr>
            <a:xfrm>
              <a:off x="8738356" y="3484340"/>
              <a:ext cx="440359" cy="132929"/>
            </a:xfrm>
            <a:custGeom>
              <a:rect b="b" l="l" r="r" t="t"/>
              <a:pathLst>
                <a:path extrusionOk="0" h="1941" w="643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9"/>
            <p:cNvSpPr/>
            <p:nvPr/>
          </p:nvSpPr>
          <p:spPr>
            <a:xfrm>
              <a:off x="7931945" y="3046447"/>
              <a:ext cx="733063" cy="132176"/>
            </a:xfrm>
            <a:custGeom>
              <a:rect b="b" l="l" r="r" t="t"/>
              <a:pathLst>
                <a:path extrusionOk="0" h="1930" w="10704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9"/>
            <p:cNvSpPr/>
            <p:nvPr/>
          </p:nvSpPr>
          <p:spPr>
            <a:xfrm>
              <a:off x="8445651" y="3703698"/>
              <a:ext cx="733063" cy="132108"/>
            </a:xfrm>
            <a:custGeom>
              <a:rect b="b" l="l" r="r" t="t"/>
              <a:pathLst>
                <a:path extrusionOk="0" h="1929" w="10704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9"/>
            <p:cNvSpPr/>
            <p:nvPr/>
          </p:nvSpPr>
          <p:spPr>
            <a:xfrm>
              <a:off x="8855808" y="3922987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9"/>
            <p:cNvSpPr/>
            <p:nvPr/>
          </p:nvSpPr>
          <p:spPr>
            <a:xfrm>
              <a:off x="7990637" y="3703698"/>
              <a:ext cx="322975" cy="132108"/>
            </a:xfrm>
            <a:custGeom>
              <a:rect b="b" l="l" r="r" t="t"/>
              <a:pathLst>
                <a:path extrusionOk="0" h="1929" w="4716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9"/>
            <p:cNvSpPr/>
            <p:nvPr/>
          </p:nvSpPr>
          <p:spPr>
            <a:xfrm>
              <a:off x="8445651" y="4142344"/>
              <a:ext cx="733063" cy="132176"/>
            </a:xfrm>
            <a:custGeom>
              <a:rect b="b" l="l" r="r" t="t"/>
              <a:pathLst>
                <a:path extrusionOk="0" h="1930" w="10704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9"/>
            <p:cNvSpPr/>
            <p:nvPr/>
          </p:nvSpPr>
          <p:spPr>
            <a:xfrm>
              <a:off x="7858529" y="3922987"/>
              <a:ext cx="862774" cy="132176"/>
            </a:xfrm>
            <a:custGeom>
              <a:rect b="b" l="l" r="r" t="t"/>
              <a:pathLst>
                <a:path extrusionOk="0" h="1930" w="12598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9"/>
            <p:cNvSpPr/>
            <p:nvPr/>
          </p:nvSpPr>
          <p:spPr>
            <a:xfrm>
              <a:off x="7683208" y="4361702"/>
              <a:ext cx="1495507" cy="132176"/>
            </a:xfrm>
            <a:custGeom>
              <a:rect b="b" l="l" r="r" t="t"/>
              <a:pathLst>
                <a:path extrusionOk="0" h="1930" w="21837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9"/>
            <p:cNvSpPr/>
            <p:nvPr/>
          </p:nvSpPr>
          <p:spPr>
            <a:xfrm>
              <a:off x="8767736" y="4580237"/>
              <a:ext cx="410978" cy="132929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9"/>
            <p:cNvSpPr/>
            <p:nvPr/>
          </p:nvSpPr>
          <p:spPr>
            <a:xfrm>
              <a:off x="7814494" y="4580237"/>
              <a:ext cx="773880" cy="132929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9"/>
            <p:cNvSpPr/>
            <p:nvPr/>
          </p:nvSpPr>
          <p:spPr>
            <a:xfrm>
              <a:off x="7397009" y="4799526"/>
              <a:ext cx="833394" cy="132998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9"/>
            <p:cNvSpPr/>
            <p:nvPr/>
          </p:nvSpPr>
          <p:spPr>
            <a:xfrm>
              <a:off x="8382851" y="4799526"/>
              <a:ext cx="795864" cy="132998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9"/>
            <p:cNvSpPr/>
            <p:nvPr/>
          </p:nvSpPr>
          <p:spPr>
            <a:xfrm>
              <a:off x="8064053" y="5018884"/>
              <a:ext cx="1114662" cy="132176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Google Shape;37;p29"/>
          <p:cNvSpPr/>
          <p:nvPr/>
        </p:nvSpPr>
        <p:spPr>
          <a:xfrm>
            <a:off x="1962382" y="0"/>
            <a:ext cx="2721868" cy="387420"/>
          </a:xfrm>
          <a:custGeom>
            <a:rect b="b" l="l" r="r" t="t"/>
            <a:pathLst>
              <a:path extrusionOk="0" h="5657" w="39744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9"/>
          <p:cNvSpPr/>
          <p:nvPr/>
        </p:nvSpPr>
        <p:spPr>
          <a:xfrm>
            <a:off x="873813" y="0"/>
            <a:ext cx="664647" cy="387420"/>
          </a:xfrm>
          <a:custGeom>
            <a:rect b="b" l="l" r="r" t="t"/>
            <a:pathLst>
              <a:path extrusionOk="0" h="5657" w="9705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9"/>
          <p:cNvSpPr/>
          <p:nvPr/>
        </p:nvSpPr>
        <p:spPr>
          <a:xfrm>
            <a:off x="3516020" y="4983597"/>
            <a:ext cx="1054395" cy="159912"/>
          </a:xfrm>
          <a:custGeom>
            <a:rect b="b" l="l" r="r" t="t"/>
            <a:pathLst>
              <a:path extrusionOk="0" h="2335" w="15396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9"/>
          <p:cNvSpPr/>
          <p:nvPr/>
        </p:nvSpPr>
        <p:spPr>
          <a:xfrm>
            <a:off x="1160341" y="4983597"/>
            <a:ext cx="2152689" cy="159912"/>
          </a:xfrm>
          <a:custGeom>
            <a:rect b="b" l="l" r="r" t="t"/>
            <a:pathLst>
              <a:path extrusionOk="0" h="2335" w="31433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9"/>
          <p:cNvSpPr/>
          <p:nvPr/>
        </p:nvSpPr>
        <p:spPr>
          <a:xfrm>
            <a:off x="1805333" y="4452017"/>
            <a:ext cx="3750923" cy="160666"/>
          </a:xfrm>
          <a:custGeom>
            <a:rect b="b" l="l" r="r" t="t"/>
            <a:pathLst>
              <a:path extrusionOk="0" h="2346" w="5477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9"/>
          <p:cNvSpPr/>
          <p:nvPr/>
        </p:nvSpPr>
        <p:spPr>
          <a:xfrm>
            <a:off x="0" y="4452017"/>
            <a:ext cx="1490645" cy="160666"/>
          </a:xfrm>
          <a:custGeom>
            <a:rect b="b" l="l" r="r" t="t"/>
            <a:pathLst>
              <a:path extrusionOk="0" h="2346" w="21766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9"/>
          <p:cNvSpPr/>
          <p:nvPr/>
        </p:nvSpPr>
        <p:spPr>
          <a:xfrm>
            <a:off x="596093" y="4717807"/>
            <a:ext cx="3218453" cy="160734"/>
          </a:xfrm>
          <a:custGeom>
            <a:rect b="b" l="l" r="r" t="t"/>
            <a:pathLst>
              <a:path extrusionOk="0" h="2347" w="46995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9"/>
          <p:cNvSpPr/>
          <p:nvPr/>
        </p:nvSpPr>
        <p:spPr>
          <a:xfrm>
            <a:off x="0" y="4717807"/>
            <a:ext cx="364546" cy="160734"/>
          </a:xfrm>
          <a:custGeom>
            <a:rect b="b" l="l" r="r" t="t"/>
            <a:pathLst>
              <a:path extrusionOk="0" h="2347" w="5323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9"/>
          <p:cNvSpPr/>
          <p:nvPr/>
        </p:nvSpPr>
        <p:spPr>
          <a:xfrm>
            <a:off x="0" y="4983597"/>
            <a:ext cx="828532" cy="159912"/>
          </a:xfrm>
          <a:custGeom>
            <a:rect b="b" l="l" r="r" t="t"/>
            <a:pathLst>
              <a:path extrusionOk="0" h="2335" w="12098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9"/>
          <p:cNvSpPr txBox="1"/>
          <p:nvPr>
            <p:ph type="ctrTitle"/>
          </p:nvPr>
        </p:nvSpPr>
        <p:spPr>
          <a:xfrm>
            <a:off x="596100" y="1222370"/>
            <a:ext cx="8520600" cy="19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/>
        </p:txBody>
      </p:sp>
      <p:sp>
        <p:nvSpPr>
          <p:cNvPr id="47" name="Google Shape;47;p29"/>
          <p:cNvSpPr txBox="1"/>
          <p:nvPr>
            <p:ph idx="1" type="subTitle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ta al pie">
  <p:cSld name="CAPTION_ONLY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2"/>
          <p:cNvSpPr/>
          <p:nvPr/>
        </p:nvSpPr>
        <p:spPr>
          <a:xfrm>
            <a:off x="7928639" y="1"/>
            <a:ext cx="1215355" cy="402011"/>
          </a:xfrm>
          <a:custGeom>
            <a:rect b="b" l="l" r="r" t="t"/>
            <a:pathLst>
              <a:path extrusionOk="0" h="5002" w="15122">
                <a:moveTo>
                  <a:pt x="0" y="1"/>
                </a:moveTo>
                <a:lnTo>
                  <a:pt x="0" y="5001"/>
                </a:lnTo>
                <a:lnTo>
                  <a:pt x="15121" y="5001"/>
                </a:lnTo>
                <a:lnTo>
                  <a:pt x="1512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2"/>
          <p:cNvSpPr/>
          <p:nvPr/>
        </p:nvSpPr>
        <p:spPr>
          <a:xfrm>
            <a:off x="3511525" y="783700"/>
            <a:ext cx="5632410" cy="2353867"/>
          </a:xfrm>
          <a:custGeom>
            <a:rect b="b" l="l" r="r" t="t"/>
            <a:pathLst>
              <a:path extrusionOk="0" h="27529" w="70081">
                <a:moveTo>
                  <a:pt x="0" y="1"/>
                </a:moveTo>
                <a:lnTo>
                  <a:pt x="0" y="27528"/>
                </a:lnTo>
                <a:lnTo>
                  <a:pt x="70080" y="27528"/>
                </a:lnTo>
                <a:lnTo>
                  <a:pt x="70080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2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None/>
              <a:defRPr sz="35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2" name="Google Shape;52;p32"/>
          <p:cNvSpPr/>
          <p:nvPr/>
        </p:nvSpPr>
        <p:spPr>
          <a:xfrm>
            <a:off x="5865073" y="3429550"/>
            <a:ext cx="1215342" cy="259665"/>
          </a:xfrm>
          <a:custGeom>
            <a:rect b="b" l="l" r="r" t="t"/>
            <a:pathLst>
              <a:path extrusionOk="0" h="8298" w="30813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2"/>
          <p:cNvSpPr/>
          <p:nvPr/>
        </p:nvSpPr>
        <p:spPr>
          <a:xfrm>
            <a:off x="8018936" y="3429550"/>
            <a:ext cx="1124989" cy="259686"/>
          </a:xfrm>
          <a:custGeom>
            <a:rect b="b" l="l" r="r" t="t"/>
            <a:pathLst>
              <a:path extrusionOk="0" h="8298" w="35945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2"/>
          <p:cNvSpPr/>
          <p:nvPr/>
        </p:nvSpPr>
        <p:spPr>
          <a:xfrm>
            <a:off x="7083824" y="3429550"/>
            <a:ext cx="259727" cy="259665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2"/>
          <p:cNvSpPr/>
          <p:nvPr/>
        </p:nvSpPr>
        <p:spPr>
          <a:xfrm>
            <a:off x="7496607" y="3429550"/>
            <a:ext cx="259707" cy="259686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3">
  <p:cSld name="CUSTOM_5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3"/>
          <p:cNvSpPr/>
          <p:nvPr/>
        </p:nvSpPr>
        <p:spPr>
          <a:xfrm>
            <a:off x="1817725" y="0"/>
            <a:ext cx="7326300" cy="3906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3"/>
          <p:cNvSpPr txBox="1"/>
          <p:nvPr>
            <p:ph idx="1" type="body"/>
          </p:nvPr>
        </p:nvSpPr>
        <p:spPr>
          <a:xfrm>
            <a:off x="4579525" y="23882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11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33"/>
          <p:cNvSpPr txBox="1"/>
          <p:nvPr>
            <p:ph type="title"/>
          </p:nvPr>
        </p:nvSpPr>
        <p:spPr>
          <a:xfrm>
            <a:off x="4579531" y="1714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60" name="Google Shape;60;p33"/>
          <p:cNvSpPr/>
          <p:nvPr/>
        </p:nvSpPr>
        <p:spPr>
          <a:xfrm>
            <a:off x="0" y="2156637"/>
            <a:ext cx="2107897" cy="128764"/>
          </a:xfrm>
          <a:custGeom>
            <a:rect b="b" l="l" r="r" t="t"/>
            <a:pathLst>
              <a:path extrusionOk="0" h="8298" w="13584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3"/>
          <p:cNvSpPr/>
          <p:nvPr/>
        </p:nvSpPr>
        <p:spPr>
          <a:xfrm>
            <a:off x="2107970" y="2156637"/>
            <a:ext cx="1115538" cy="128764"/>
          </a:xfrm>
          <a:custGeom>
            <a:rect b="b" l="l" r="r" t="t"/>
            <a:pathLst>
              <a:path extrusionOk="0" h="8298" w="71889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3"/>
          <p:cNvSpPr/>
          <p:nvPr/>
        </p:nvSpPr>
        <p:spPr>
          <a:xfrm>
            <a:off x="430892" y="2369856"/>
            <a:ext cx="1645026" cy="128764"/>
          </a:xfrm>
          <a:custGeom>
            <a:rect b="b" l="l" r="r" t="t"/>
            <a:pathLst>
              <a:path extrusionOk="0" h="8298" w="106011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3"/>
          <p:cNvSpPr/>
          <p:nvPr/>
        </p:nvSpPr>
        <p:spPr>
          <a:xfrm>
            <a:off x="1597826" y="2369856"/>
            <a:ext cx="478141" cy="128764"/>
          </a:xfrm>
          <a:custGeom>
            <a:rect b="b" l="l" r="r" t="t"/>
            <a:pathLst>
              <a:path extrusionOk="0" h="8298" w="30813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3"/>
          <p:cNvSpPr/>
          <p:nvPr/>
        </p:nvSpPr>
        <p:spPr>
          <a:xfrm>
            <a:off x="2665754" y="2369856"/>
            <a:ext cx="557777" cy="128764"/>
          </a:xfrm>
          <a:custGeom>
            <a:rect b="b" l="l" r="r" t="t"/>
            <a:pathLst>
              <a:path extrusionOk="0" h="8298" w="35945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3"/>
          <p:cNvSpPr/>
          <p:nvPr/>
        </p:nvSpPr>
        <p:spPr>
          <a:xfrm>
            <a:off x="0" y="3222713"/>
            <a:ext cx="1472750" cy="128392"/>
          </a:xfrm>
          <a:custGeom>
            <a:rect b="b" l="l" r="r" t="t"/>
            <a:pathLst>
              <a:path extrusionOk="0" h="8274" w="94909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3"/>
          <p:cNvSpPr/>
          <p:nvPr/>
        </p:nvSpPr>
        <p:spPr>
          <a:xfrm>
            <a:off x="2202118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3"/>
          <p:cNvSpPr/>
          <p:nvPr/>
        </p:nvSpPr>
        <p:spPr>
          <a:xfrm>
            <a:off x="2406772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3"/>
          <p:cNvSpPr/>
          <p:nvPr/>
        </p:nvSpPr>
        <p:spPr>
          <a:xfrm>
            <a:off x="2061089" y="2796292"/>
            <a:ext cx="128764" cy="128749"/>
          </a:xfrm>
          <a:custGeom>
            <a:rect b="b" l="l" r="r" t="t"/>
            <a:pathLst>
              <a:path extrusionOk="0" h="8297" w="8298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3"/>
          <p:cNvSpPr/>
          <p:nvPr/>
        </p:nvSpPr>
        <p:spPr>
          <a:xfrm>
            <a:off x="1856436" y="2796292"/>
            <a:ext cx="128376" cy="128749"/>
          </a:xfrm>
          <a:custGeom>
            <a:rect b="b" l="l" r="r" t="t"/>
            <a:pathLst>
              <a:path extrusionOk="0" h="8297" w="8273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3"/>
          <p:cNvSpPr/>
          <p:nvPr/>
        </p:nvSpPr>
        <p:spPr>
          <a:xfrm>
            <a:off x="641505" y="2796292"/>
            <a:ext cx="128764" cy="128749"/>
          </a:xfrm>
          <a:custGeom>
            <a:rect b="b" l="l" r="r" t="t"/>
            <a:pathLst>
              <a:path extrusionOk="0" h="8297" w="8298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3"/>
          <p:cNvSpPr/>
          <p:nvPr/>
        </p:nvSpPr>
        <p:spPr>
          <a:xfrm>
            <a:off x="3094800" y="2583074"/>
            <a:ext cx="128749" cy="128764"/>
          </a:xfrm>
          <a:custGeom>
            <a:rect b="b" l="l" r="r" t="t"/>
            <a:pathLst>
              <a:path extrusionOk="0" h="8298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3"/>
          <p:cNvSpPr/>
          <p:nvPr/>
        </p:nvSpPr>
        <p:spPr>
          <a:xfrm>
            <a:off x="191634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3"/>
          <p:cNvSpPr/>
          <p:nvPr/>
        </p:nvSpPr>
        <p:spPr>
          <a:xfrm>
            <a:off x="1339573" y="3009138"/>
            <a:ext cx="1644653" cy="128749"/>
          </a:xfrm>
          <a:custGeom>
            <a:rect b="b" l="l" r="r" t="t"/>
            <a:pathLst>
              <a:path extrusionOk="0" h="8297" w="105987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3"/>
          <p:cNvSpPr/>
          <p:nvPr/>
        </p:nvSpPr>
        <p:spPr>
          <a:xfrm>
            <a:off x="1339573" y="3009138"/>
            <a:ext cx="478156" cy="128749"/>
          </a:xfrm>
          <a:custGeom>
            <a:rect b="b" l="l" r="r" t="t"/>
            <a:pathLst>
              <a:path extrusionOk="0" h="8297" w="30814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3"/>
          <p:cNvSpPr/>
          <p:nvPr/>
        </p:nvSpPr>
        <p:spPr>
          <a:xfrm>
            <a:off x="0" y="3009510"/>
            <a:ext cx="749775" cy="128376"/>
          </a:xfrm>
          <a:custGeom>
            <a:rect b="b" l="l" r="r" t="t"/>
            <a:pathLst>
              <a:path extrusionOk="0" h="8273" w="48318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3"/>
          <p:cNvSpPr/>
          <p:nvPr/>
        </p:nvSpPr>
        <p:spPr>
          <a:xfrm>
            <a:off x="1084687" y="3009138"/>
            <a:ext cx="128764" cy="128749"/>
          </a:xfrm>
          <a:custGeom>
            <a:rect b="b" l="l" r="r" t="t"/>
            <a:pathLst>
              <a:path extrusionOk="0" h="8297" w="8298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3"/>
          <p:cNvSpPr/>
          <p:nvPr/>
        </p:nvSpPr>
        <p:spPr>
          <a:xfrm>
            <a:off x="879662" y="3009138"/>
            <a:ext cx="128749" cy="128749"/>
          </a:xfrm>
          <a:custGeom>
            <a:rect b="b" l="l" r="r" t="t"/>
            <a:pathLst>
              <a:path extrusionOk="0" h="8297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3"/>
          <p:cNvSpPr/>
          <p:nvPr/>
        </p:nvSpPr>
        <p:spPr>
          <a:xfrm>
            <a:off x="533979" y="3435558"/>
            <a:ext cx="128749" cy="128764"/>
          </a:xfrm>
          <a:custGeom>
            <a:rect b="b" l="l" r="r" t="t"/>
            <a:pathLst>
              <a:path extrusionOk="0" h="8298" w="8297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3"/>
          <p:cNvSpPr/>
          <p:nvPr/>
        </p:nvSpPr>
        <p:spPr>
          <a:xfrm>
            <a:off x="338622" y="3435558"/>
            <a:ext cx="128749" cy="128764"/>
          </a:xfrm>
          <a:custGeom>
            <a:rect b="b" l="l" r="r" t="t"/>
            <a:pathLst>
              <a:path extrusionOk="0" h="8298" w="8297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3"/>
          <p:cNvSpPr/>
          <p:nvPr/>
        </p:nvSpPr>
        <p:spPr>
          <a:xfrm>
            <a:off x="142891" y="3435558"/>
            <a:ext cx="128764" cy="128764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3"/>
          <p:cNvSpPr/>
          <p:nvPr/>
        </p:nvSpPr>
        <p:spPr>
          <a:xfrm>
            <a:off x="3094800" y="3009138"/>
            <a:ext cx="128749" cy="128749"/>
          </a:xfrm>
          <a:custGeom>
            <a:rect b="b" l="l" r="r" t="t"/>
            <a:pathLst>
              <a:path extrusionOk="0" h="8297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3"/>
          <p:cNvSpPr/>
          <p:nvPr/>
        </p:nvSpPr>
        <p:spPr>
          <a:xfrm>
            <a:off x="1676332" y="2583074"/>
            <a:ext cx="1314984" cy="128764"/>
          </a:xfrm>
          <a:custGeom>
            <a:rect b="b" l="l" r="r" t="t"/>
            <a:pathLst>
              <a:path extrusionOk="0" h="8298" w="84742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3"/>
          <p:cNvSpPr/>
          <p:nvPr/>
        </p:nvSpPr>
        <p:spPr>
          <a:xfrm>
            <a:off x="2267232" y="2796292"/>
            <a:ext cx="956281" cy="128749"/>
          </a:xfrm>
          <a:custGeom>
            <a:rect b="b" l="l" r="r" t="t"/>
            <a:pathLst>
              <a:path extrusionOk="0" h="8297" w="61626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3"/>
          <p:cNvSpPr/>
          <p:nvPr/>
        </p:nvSpPr>
        <p:spPr>
          <a:xfrm>
            <a:off x="641505" y="2796292"/>
            <a:ext cx="896384" cy="128749"/>
          </a:xfrm>
          <a:custGeom>
            <a:rect b="b" l="l" r="r" t="t"/>
            <a:pathLst>
              <a:path extrusionOk="0" h="8297" w="57766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3"/>
          <p:cNvSpPr/>
          <p:nvPr/>
        </p:nvSpPr>
        <p:spPr>
          <a:xfrm>
            <a:off x="0" y="2796292"/>
            <a:ext cx="449495" cy="128749"/>
          </a:xfrm>
          <a:custGeom>
            <a:rect b="b" l="l" r="r" t="t"/>
            <a:pathLst>
              <a:path extrusionOk="0" h="8297" w="28967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3"/>
          <p:cNvSpPr/>
          <p:nvPr/>
        </p:nvSpPr>
        <p:spPr>
          <a:xfrm>
            <a:off x="1676332" y="3222340"/>
            <a:ext cx="1547157" cy="128764"/>
          </a:xfrm>
          <a:custGeom>
            <a:rect b="b" l="l" r="r" t="t"/>
            <a:pathLst>
              <a:path extrusionOk="0" h="8298" w="99704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3"/>
          <p:cNvSpPr/>
          <p:nvPr/>
        </p:nvSpPr>
        <p:spPr>
          <a:xfrm>
            <a:off x="2522506" y="3435558"/>
            <a:ext cx="701019" cy="128764"/>
          </a:xfrm>
          <a:custGeom>
            <a:rect b="b" l="l" r="r" t="t"/>
            <a:pathLst>
              <a:path extrusionOk="0" h="8298" w="45176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3"/>
          <p:cNvSpPr/>
          <p:nvPr/>
        </p:nvSpPr>
        <p:spPr>
          <a:xfrm>
            <a:off x="0" y="2583074"/>
            <a:ext cx="1277773" cy="128764"/>
          </a:xfrm>
          <a:custGeom>
            <a:rect b="b" l="l" r="r" t="t"/>
            <a:pathLst>
              <a:path extrusionOk="0" h="8298" w="82344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3"/>
          <p:cNvSpPr/>
          <p:nvPr/>
        </p:nvSpPr>
        <p:spPr>
          <a:xfrm>
            <a:off x="812313" y="3435558"/>
            <a:ext cx="1562783" cy="128764"/>
          </a:xfrm>
          <a:custGeom>
            <a:rect b="b" l="l" r="r" t="t"/>
            <a:pathLst>
              <a:path extrusionOk="0" h="8298" w="100711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3"/>
          <p:cNvSpPr/>
          <p:nvPr/>
        </p:nvSpPr>
        <p:spPr>
          <a:xfrm>
            <a:off x="3223538" y="1474200"/>
            <a:ext cx="1086520" cy="2772465"/>
          </a:xfrm>
          <a:custGeom>
            <a:rect b="b" l="l" r="r" t="t"/>
            <a:pathLst>
              <a:path extrusionOk="0" h="178667" w="70019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3"/>
          <p:cNvSpPr/>
          <p:nvPr/>
        </p:nvSpPr>
        <p:spPr>
          <a:xfrm>
            <a:off x="-12" y="4446900"/>
            <a:ext cx="1086600" cy="6966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5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94" name="Google Shape;94;p35"/>
          <p:cNvSpPr txBox="1"/>
          <p:nvPr>
            <p:ph idx="1" type="subTitle"/>
          </p:nvPr>
        </p:nvSpPr>
        <p:spPr>
          <a:xfrm>
            <a:off x="2773575" y="3109000"/>
            <a:ext cx="22266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35"/>
          <p:cNvSpPr txBox="1"/>
          <p:nvPr>
            <p:ph idx="2" type="title"/>
          </p:nvPr>
        </p:nvSpPr>
        <p:spPr>
          <a:xfrm>
            <a:off x="2646050" y="2523698"/>
            <a:ext cx="2481300" cy="5244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96" name="Google Shape;96;p35"/>
          <p:cNvSpPr txBox="1"/>
          <p:nvPr>
            <p:ph idx="3" type="subTitle"/>
          </p:nvPr>
        </p:nvSpPr>
        <p:spPr>
          <a:xfrm>
            <a:off x="6070225" y="3109000"/>
            <a:ext cx="22266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35"/>
          <p:cNvSpPr txBox="1"/>
          <p:nvPr>
            <p:ph idx="4" type="title"/>
          </p:nvPr>
        </p:nvSpPr>
        <p:spPr>
          <a:xfrm>
            <a:off x="5942650" y="2523676"/>
            <a:ext cx="2481300" cy="5244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98" name="Google Shape;98;p35"/>
          <p:cNvSpPr/>
          <p:nvPr/>
        </p:nvSpPr>
        <p:spPr>
          <a:xfrm flipH="1">
            <a:off x="7772389" y="0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CUSTOM_10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4"/>
          <p:cNvSpPr txBox="1"/>
          <p:nvPr>
            <p:ph idx="1" type="subTitle"/>
          </p:nvPr>
        </p:nvSpPr>
        <p:spPr>
          <a:xfrm flipH="1">
            <a:off x="720000" y="1132375"/>
            <a:ext cx="77040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AutoNum type="arabicPeriod"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9pPr>
          </a:lstStyle>
          <a:p/>
        </p:txBody>
      </p:sp>
      <p:sp>
        <p:nvSpPr>
          <p:cNvPr id="101" name="Google Shape;101;p34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CUSTOM_8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0"/>
          <p:cNvSpPr/>
          <p:nvPr/>
        </p:nvSpPr>
        <p:spPr>
          <a:xfrm>
            <a:off x="5445850" y="1359975"/>
            <a:ext cx="3697248" cy="1208576"/>
          </a:xfrm>
          <a:custGeom>
            <a:rect b="b" l="l" r="r" t="t"/>
            <a:pathLst>
              <a:path extrusionOk="0" h="37768" w="115539">
                <a:moveTo>
                  <a:pt x="1" y="0"/>
                </a:moveTo>
                <a:lnTo>
                  <a:pt x="115539" y="0"/>
                </a:lnTo>
                <a:lnTo>
                  <a:pt x="115539" y="37767"/>
                </a:lnTo>
                <a:lnTo>
                  <a:pt x="1" y="37767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0"/>
          <p:cNvSpPr/>
          <p:nvPr/>
        </p:nvSpPr>
        <p:spPr>
          <a:xfrm>
            <a:off x="-899" y="2568525"/>
            <a:ext cx="3697248" cy="1208544"/>
          </a:xfrm>
          <a:custGeom>
            <a:rect b="b" l="l" r="r" t="t"/>
            <a:pathLst>
              <a:path extrusionOk="0" h="37767" w="115539">
                <a:moveTo>
                  <a:pt x="0" y="0"/>
                </a:moveTo>
                <a:lnTo>
                  <a:pt x="115538" y="0"/>
                </a:lnTo>
                <a:lnTo>
                  <a:pt x="115538" y="37767"/>
                </a:lnTo>
                <a:lnTo>
                  <a:pt x="0" y="37767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0"/>
          <p:cNvSpPr/>
          <p:nvPr/>
        </p:nvSpPr>
        <p:spPr>
          <a:xfrm>
            <a:off x="-905" y="-3217"/>
            <a:ext cx="3697248" cy="357024"/>
          </a:xfrm>
          <a:custGeom>
            <a:rect b="b" l="l" r="r" t="t"/>
            <a:pathLst>
              <a:path extrusionOk="0" h="11157" w="115539">
                <a:moveTo>
                  <a:pt x="0" y="0"/>
                </a:moveTo>
                <a:lnTo>
                  <a:pt x="115538" y="0"/>
                </a:lnTo>
                <a:lnTo>
                  <a:pt x="115538" y="11156"/>
                </a:lnTo>
                <a:lnTo>
                  <a:pt x="0" y="11156"/>
                </a:lnTo>
                <a:close/>
              </a:path>
            </a:pathLst>
          </a:custGeom>
          <a:solidFill>
            <a:srgbClr val="FFFFFF">
              <a:alpha val="1843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0"/>
          <p:cNvSpPr/>
          <p:nvPr/>
        </p:nvSpPr>
        <p:spPr>
          <a:xfrm>
            <a:off x="-905" y="3584623"/>
            <a:ext cx="417216" cy="384864"/>
          </a:xfrm>
          <a:custGeom>
            <a:rect b="b" l="l" r="r" t="t"/>
            <a:pathLst>
              <a:path extrusionOk="0" h="12027" w="13038">
                <a:moveTo>
                  <a:pt x="0" y="1"/>
                </a:moveTo>
                <a:lnTo>
                  <a:pt x="13037" y="1"/>
                </a:lnTo>
                <a:lnTo>
                  <a:pt x="13037" y="12026"/>
                </a:lnTo>
                <a:lnTo>
                  <a:pt x="0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0"/>
          <p:cNvSpPr/>
          <p:nvPr/>
        </p:nvSpPr>
        <p:spPr>
          <a:xfrm>
            <a:off x="8017591" y="1161103"/>
            <a:ext cx="1125504" cy="384832"/>
          </a:xfrm>
          <a:custGeom>
            <a:rect b="b" l="l" r="r" t="t"/>
            <a:pathLst>
              <a:path extrusionOk="0" h="12026" w="35172">
                <a:moveTo>
                  <a:pt x="1" y="0"/>
                </a:moveTo>
                <a:lnTo>
                  <a:pt x="35172" y="0"/>
                </a:lnTo>
                <a:lnTo>
                  <a:pt x="35172" y="12026"/>
                </a:lnTo>
                <a:lnTo>
                  <a:pt x="1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0"/>
          <p:cNvSpPr txBox="1"/>
          <p:nvPr>
            <p:ph idx="1" type="subTitle"/>
          </p:nvPr>
        </p:nvSpPr>
        <p:spPr>
          <a:xfrm>
            <a:off x="5626675" y="1941426"/>
            <a:ext cx="23916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50"/>
          <p:cNvSpPr txBox="1"/>
          <p:nvPr>
            <p:ph idx="2" type="subTitle"/>
          </p:nvPr>
        </p:nvSpPr>
        <p:spPr>
          <a:xfrm>
            <a:off x="1129300" y="3151101"/>
            <a:ext cx="23916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10" name="Google Shape;110;p50"/>
          <p:cNvSpPr txBox="1"/>
          <p:nvPr>
            <p:ph type="title"/>
          </p:nvPr>
        </p:nvSpPr>
        <p:spPr>
          <a:xfrm>
            <a:off x="1125100" y="2794025"/>
            <a:ext cx="2395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1" name="Google Shape;111;p50"/>
          <p:cNvSpPr txBox="1"/>
          <p:nvPr>
            <p:ph idx="3" type="title"/>
          </p:nvPr>
        </p:nvSpPr>
        <p:spPr>
          <a:xfrm>
            <a:off x="5626675" y="1582550"/>
            <a:ext cx="23958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6"/>
          <p:cNvSpPr/>
          <p:nvPr/>
        </p:nvSpPr>
        <p:spPr>
          <a:xfrm>
            <a:off x="0" y="3268775"/>
            <a:ext cx="667651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6"/>
          <p:cNvSpPr/>
          <p:nvPr/>
        </p:nvSpPr>
        <p:spPr>
          <a:xfrm>
            <a:off x="7960123" y="323033"/>
            <a:ext cx="1183740" cy="355315"/>
          </a:xfrm>
          <a:custGeom>
            <a:rect b="b" l="l" r="r" t="t"/>
            <a:pathLst>
              <a:path extrusionOk="0" h="2763" w="9205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6"/>
          <p:cNvSpPr/>
          <p:nvPr/>
        </p:nvSpPr>
        <p:spPr>
          <a:xfrm>
            <a:off x="7173125" y="912516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6"/>
          <p:cNvSpPr/>
          <p:nvPr/>
        </p:nvSpPr>
        <p:spPr>
          <a:xfrm>
            <a:off x="7173125" y="2089940"/>
            <a:ext cx="1970757" cy="356858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6"/>
          <p:cNvSpPr/>
          <p:nvPr/>
        </p:nvSpPr>
        <p:spPr>
          <a:xfrm>
            <a:off x="0" y="2089940"/>
            <a:ext cx="552969" cy="356858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6"/>
          <p:cNvSpPr/>
          <p:nvPr/>
        </p:nvSpPr>
        <p:spPr>
          <a:xfrm>
            <a:off x="8773245" y="1500456"/>
            <a:ext cx="370618" cy="356858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6"/>
          <p:cNvSpPr/>
          <p:nvPr/>
        </p:nvSpPr>
        <p:spPr>
          <a:xfrm>
            <a:off x="8039723" y="3268778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6"/>
          <p:cNvSpPr/>
          <p:nvPr/>
        </p:nvSpPr>
        <p:spPr>
          <a:xfrm>
            <a:off x="7555951" y="3858262"/>
            <a:ext cx="1587922" cy="355315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6"/>
          <p:cNvSpPr/>
          <p:nvPr/>
        </p:nvSpPr>
        <p:spPr>
          <a:xfrm>
            <a:off x="0" y="4446202"/>
            <a:ext cx="1183740" cy="356858"/>
          </a:xfrm>
          <a:custGeom>
            <a:rect b="b" l="l" r="r" t="t"/>
            <a:pathLst>
              <a:path extrusionOk="0" h="2775" w="9205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6"/>
          <p:cNvSpPr/>
          <p:nvPr/>
        </p:nvSpPr>
        <p:spPr>
          <a:xfrm>
            <a:off x="0" y="3858262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6"/>
          <p:cNvSpPr/>
          <p:nvPr/>
        </p:nvSpPr>
        <p:spPr>
          <a:xfrm>
            <a:off x="2325759" y="3858262"/>
            <a:ext cx="866747" cy="355315"/>
          </a:xfrm>
          <a:custGeom>
            <a:rect b="b" l="l" r="r" t="t"/>
            <a:pathLst>
              <a:path extrusionOk="0" h="2763" w="674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6"/>
          <p:cNvSpPr/>
          <p:nvPr/>
        </p:nvSpPr>
        <p:spPr>
          <a:xfrm>
            <a:off x="0" y="2679300"/>
            <a:ext cx="1485912" cy="355450"/>
          </a:xfrm>
          <a:custGeom>
            <a:rect b="b" l="l" r="r" t="t"/>
            <a:pathLst>
              <a:path extrusionOk="0" h="2764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6"/>
          <p:cNvSpPr/>
          <p:nvPr/>
        </p:nvSpPr>
        <p:spPr>
          <a:xfrm>
            <a:off x="896262" y="3268778"/>
            <a:ext cx="370618" cy="355443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6"/>
          <p:cNvSpPr/>
          <p:nvPr/>
        </p:nvSpPr>
        <p:spPr>
          <a:xfrm>
            <a:off x="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6"/>
          <p:cNvSpPr/>
          <p:nvPr/>
        </p:nvSpPr>
        <p:spPr>
          <a:xfrm>
            <a:off x="359324" y="912525"/>
            <a:ext cx="1228595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6"/>
          <p:cNvSpPr/>
          <p:nvPr/>
        </p:nvSpPr>
        <p:spPr>
          <a:xfrm>
            <a:off x="5395565" y="323033"/>
            <a:ext cx="2171240" cy="355315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6"/>
          <p:cNvSpPr/>
          <p:nvPr/>
        </p:nvSpPr>
        <p:spPr>
          <a:xfrm>
            <a:off x="5729396" y="3858262"/>
            <a:ext cx="1600139" cy="355315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6"/>
          <p:cNvSpPr/>
          <p:nvPr/>
        </p:nvSpPr>
        <p:spPr>
          <a:xfrm>
            <a:off x="1577072" y="4446200"/>
            <a:ext cx="3118770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6"/>
          <p:cNvSpPr txBox="1"/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2" name="Google Shape;132;p36"/>
          <p:cNvSpPr txBox="1"/>
          <p:nvPr>
            <p:ph idx="2" type="title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7ED"/>
              </a:buClr>
              <a:buSzPts val="8000"/>
              <a:buNone/>
              <a:defRPr sz="8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0"/>
          <p:cNvSpPr/>
          <p:nvPr/>
        </p:nvSpPr>
        <p:spPr>
          <a:xfrm>
            <a:off x="0" y="1515825"/>
            <a:ext cx="2943127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0"/>
          <p:cNvSpPr txBox="1"/>
          <p:nvPr>
            <p:ph idx="1" type="body"/>
          </p:nvPr>
        </p:nvSpPr>
        <p:spPr>
          <a:xfrm>
            <a:off x="609499" y="1973025"/>
            <a:ext cx="351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 sz="1600"/>
            </a:lvl9pPr>
          </a:lstStyle>
          <a:p/>
        </p:txBody>
      </p:sp>
      <p:sp>
        <p:nvSpPr>
          <p:cNvPr id="136" name="Google Shape;136;p30"/>
          <p:cNvSpPr txBox="1"/>
          <p:nvPr>
            <p:ph type="title"/>
          </p:nvPr>
        </p:nvSpPr>
        <p:spPr>
          <a:xfrm>
            <a:off x="560825" y="1168325"/>
            <a:ext cx="3561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 principal">
  <p:cSld name="MAIN_POINT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1"/>
          <p:cNvSpPr/>
          <p:nvPr/>
        </p:nvSpPr>
        <p:spPr>
          <a:xfrm flipH="1">
            <a:off x="27" y="323033"/>
            <a:ext cx="1183740" cy="355315"/>
          </a:xfrm>
          <a:custGeom>
            <a:rect b="b" l="l" r="r" t="t"/>
            <a:pathLst>
              <a:path extrusionOk="0" h="2763" w="9205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1"/>
          <p:cNvSpPr/>
          <p:nvPr/>
        </p:nvSpPr>
        <p:spPr>
          <a:xfrm flipH="1">
            <a:off x="3" y="912525"/>
            <a:ext cx="3076570" cy="355301"/>
          </a:xfrm>
          <a:custGeom>
            <a:rect b="b" l="l" r="r" t="t"/>
            <a:pathLst>
              <a:path extrusionOk="0" h="2763" w="15325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1"/>
          <p:cNvSpPr/>
          <p:nvPr/>
        </p:nvSpPr>
        <p:spPr>
          <a:xfrm flipH="1">
            <a:off x="-4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1"/>
          <p:cNvSpPr/>
          <p:nvPr/>
        </p:nvSpPr>
        <p:spPr>
          <a:xfrm flipH="1">
            <a:off x="67151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1"/>
          <p:cNvSpPr/>
          <p:nvPr/>
        </p:nvSpPr>
        <p:spPr>
          <a:xfrm flipH="1">
            <a:off x="1229469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1"/>
          <p:cNvSpPr/>
          <p:nvPr/>
        </p:nvSpPr>
        <p:spPr>
          <a:xfrm flipH="1">
            <a:off x="66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1"/>
          <p:cNvSpPr/>
          <p:nvPr/>
        </p:nvSpPr>
        <p:spPr>
          <a:xfrm flipH="1">
            <a:off x="23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1"/>
          <p:cNvSpPr/>
          <p:nvPr/>
        </p:nvSpPr>
        <p:spPr>
          <a:xfrm flipH="1">
            <a:off x="29" y="3268778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1"/>
          <p:cNvSpPr/>
          <p:nvPr/>
        </p:nvSpPr>
        <p:spPr>
          <a:xfrm flipH="1">
            <a:off x="1299941" y="3268775"/>
            <a:ext cx="490759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1"/>
          <p:cNvSpPr/>
          <p:nvPr/>
        </p:nvSpPr>
        <p:spPr>
          <a:xfrm flipH="1">
            <a:off x="13" y="3858250"/>
            <a:ext cx="1457311" cy="355322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1"/>
          <p:cNvSpPr/>
          <p:nvPr/>
        </p:nvSpPr>
        <p:spPr>
          <a:xfrm flipH="1">
            <a:off x="7377202" y="3858250"/>
            <a:ext cx="1766704" cy="355322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1"/>
          <p:cNvSpPr/>
          <p:nvPr/>
        </p:nvSpPr>
        <p:spPr>
          <a:xfrm flipH="1">
            <a:off x="7488607" y="2679300"/>
            <a:ext cx="1655292" cy="355450"/>
          </a:xfrm>
          <a:custGeom>
            <a:rect b="b" l="l" r="r" t="t"/>
            <a:pathLst>
              <a:path extrusionOk="0" h="2764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1"/>
          <p:cNvSpPr/>
          <p:nvPr/>
        </p:nvSpPr>
        <p:spPr>
          <a:xfrm flipH="1">
            <a:off x="8105584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1"/>
          <p:cNvSpPr/>
          <p:nvPr/>
        </p:nvSpPr>
        <p:spPr>
          <a:xfrm flipH="1">
            <a:off x="8039752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1"/>
          <p:cNvSpPr/>
          <p:nvPr/>
        </p:nvSpPr>
        <p:spPr>
          <a:xfrm flipH="1">
            <a:off x="5478250" y="1500456"/>
            <a:ext cx="2365680" cy="356858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1"/>
          <p:cNvSpPr/>
          <p:nvPr/>
        </p:nvSpPr>
        <p:spPr>
          <a:xfrm flipH="1">
            <a:off x="6896105" y="912525"/>
            <a:ext cx="2247799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1"/>
          <p:cNvSpPr/>
          <p:nvPr/>
        </p:nvSpPr>
        <p:spPr>
          <a:xfrm flipH="1">
            <a:off x="3895732" y="323025"/>
            <a:ext cx="4819643" cy="355322"/>
          </a:xfrm>
          <a:custGeom>
            <a:rect b="b" l="l" r="r" t="t"/>
            <a:pathLst>
              <a:path extrusionOk="0" h="2763" w="18087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1"/>
          <p:cNvSpPr/>
          <p:nvPr/>
        </p:nvSpPr>
        <p:spPr>
          <a:xfrm flipH="1">
            <a:off x="2611243" y="4446200"/>
            <a:ext cx="6532757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1"/>
          <p:cNvSpPr/>
          <p:nvPr/>
        </p:nvSpPr>
        <p:spPr>
          <a:xfrm>
            <a:off x="2094068" y="1123143"/>
            <a:ext cx="4955589" cy="3012341"/>
          </a:xfrm>
          <a:custGeom>
            <a:rect b="b" l="l" r="r" t="t"/>
            <a:pathLst>
              <a:path extrusionOk="0" h="92191" w="151663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1"/>
          <p:cNvSpPr/>
          <p:nvPr/>
        </p:nvSpPr>
        <p:spPr>
          <a:xfrm flipH="1">
            <a:off x="1647812" y="3858250"/>
            <a:ext cx="1766688" cy="355322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1"/>
          <p:cNvSpPr/>
          <p:nvPr/>
        </p:nvSpPr>
        <p:spPr>
          <a:xfrm flipH="1">
            <a:off x="6667517" y="3268775"/>
            <a:ext cx="1246883" cy="355450"/>
          </a:xfrm>
          <a:custGeom>
            <a:rect b="b" l="l" r="r" t="t"/>
            <a:pathLst>
              <a:path extrusionOk="0" h="2764" w="18027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1"/>
          <p:cNvSpPr/>
          <p:nvPr/>
        </p:nvSpPr>
        <p:spPr>
          <a:xfrm flipH="1">
            <a:off x="5729417" y="912525"/>
            <a:ext cx="985703" cy="355301"/>
          </a:xfrm>
          <a:custGeom>
            <a:rect b="b" l="l" r="r" t="t"/>
            <a:pathLst>
              <a:path extrusionOk="0" h="2763" w="12443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1"/>
          <p:cNvSpPr txBox="1"/>
          <p:nvPr>
            <p:ph idx="1" type="subTitle"/>
          </p:nvPr>
        </p:nvSpPr>
        <p:spPr>
          <a:xfrm flipH="1">
            <a:off x="2521800" y="2340324"/>
            <a:ext cx="41004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b="1" sz="160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31"/>
          <p:cNvSpPr txBox="1"/>
          <p:nvPr>
            <p:ph type="title"/>
          </p:nvPr>
        </p:nvSpPr>
        <p:spPr>
          <a:xfrm>
            <a:off x="2521800" y="3221225"/>
            <a:ext cx="41004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2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!">
  <p:cSld name="CUSTOM_13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9"/>
          <p:cNvSpPr/>
          <p:nvPr/>
        </p:nvSpPr>
        <p:spPr>
          <a:xfrm>
            <a:off x="0" y="4357775"/>
            <a:ext cx="6633906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9"/>
          <p:cNvSpPr/>
          <p:nvPr/>
        </p:nvSpPr>
        <p:spPr>
          <a:xfrm>
            <a:off x="8355575" y="4357775"/>
            <a:ext cx="788431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9"/>
          <p:cNvSpPr/>
          <p:nvPr/>
        </p:nvSpPr>
        <p:spPr>
          <a:xfrm>
            <a:off x="1923700" y="0"/>
            <a:ext cx="7220221" cy="2724140"/>
          </a:xfrm>
          <a:custGeom>
            <a:rect b="b" l="l" r="r" t="t"/>
            <a:pathLst>
              <a:path extrusionOk="0" h="24170" w="52686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9"/>
          <p:cNvSpPr txBox="1"/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39"/>
          <p:cNvSpPr txBox="1"/>
          <p:nvPr>
            <p:ph idx="1" type="subTitle"/>
          </p:nvPr>
        </p:nvSpPr>
        <p:spPr>
          <a:xfrm>
            <a:off x="2951850" y="1515875"/>
            <a:ext cx="32403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39"/>
          <p:cNvSpPr/>
          <p:nvPr/>
        </p:nvSpPr>
        <p:spPr>
          <a:xfrm>
            <a:off x="7377200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9"/>
          <p:cNvSpPr/>
          <p:nvPr/>
        </p:nvSpPr>
        <p:spPr>
          <a:xfrm>
            <a:off x="3570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9"/>
          <p:cNvSpPr/>
          <p:nvPr/>
        </p:nvSpPr>
        <p:spPr>
          <a:xfrm>
            <a:off x="6810278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9"/>
          <p:cNvSpPr/>
          <p:nvPr/>
        </p:nvSpPr>
        <p:spPr>
          <a:xfrm>
            <a:off x="6896029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9"/>
          <p:cNvSpPr/>
          <p:nvPr/>
        </p:nvSpPr>
        <p:spPr>
          <a:xfrm>
            <a:off x="8105579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9"/>
          <p:cNvSpPr/>
          <p:nvPr/>
        </p:nvSpPr>
        <p:spPr>
          <a:xfrm>
            <a:off x="6739789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9"/>
          <p:cNvSpPr/>
          <p:nvPr/>
        </p:nvSpPr>
        <p:spPr>
          <a:xfrm>
            <a:off x="18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9"/>
          <p:cNvSpPr/>
          <p:nvPr/>
        </p:nvSpPr>
        <p:spPr>
          <a:xfrm>
            <a:off x="1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9"/>
          <p:cNvSpPr/>
          <p:nvPr/>
        </p:nvSpPr>
        <p:spPr>
          <a:xfrm>
            <a:off x="1299972" y="1500450"/>
            <a:ext cx="490621" cy="356872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0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1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181" name="Google Shape;181;p41"/>
          <p:cNvSpPr txBox="1"/>
          <p:nvPr>
            <p:ph idx="1" type="subTitle"/>
          </p:nvPr>
        </p:nvSpPr>
        <p:spPr>
          <a:xfrm flipH="1">
            <a:off x="1456725" y="1617100"/>
            <a:ext cx="1960800" cy="10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41"/>
          <p:cNvSpPr/>
          <p:nvPr/>
        </p:nvSpPr>
        <p:spPr>
          <a:xfrm>
            <a:off x="0" y="2689849"/>
            <a:ext cx="2770896" cy="1033530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1"/>
          <p:cNvSpPr/>
          <p:nvPr/>
        </p:nvSpPr>
        <p:spPr>
          <a:xfrm>
            <a:off x="0" y="0"/>
            <a:ext cx="1278158" cy="442823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2"/>
          <p:cNvSpPr txBox="1"/>
          <p:nvPr>
            <p:ph idx="1" type="subTitle"/>
          </p:nvPr>
        </p:nvSpPr>
        <p:spPr>
          <a:xfrm flipH="1">
            <a:off x="5247750" y="2169550"/>
            <a:ext cx="2467500" cy="14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42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187" name="Google Shape;187;p42"/>
          <p:cNvSpPr/>
          <p:nvPr/>
        </p:nvSpPr>
        <p:spPr>
          <a:xfrm>
            <a:off x="6419025" y="1575200"/>
            <a:ext cx="2725105" cy="240896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2"/>
          <p:cNvSpPr/>
          <p:nvPr/>
        </p:nvSpPr>
        <p:spPr>
          <a:xfrm>
            <a:off x="0" y="4700673"/>
            <a:ext cx="1675636" cy="442823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3"/>
          <p:cNvSpPr txBox="1"/>
          <p:nvPr>
            <p:ph idx="1" type="body"/>
          </p:nvPr>
        </p:nvSpPr>
        <p:spPr>
          <a:xfrm>
            <a:off x="311700" y="3306869"/>
            <a:ext cx="85206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91" name="Google Shape;191;p43"/>
          <p:cNvSpPr/>
          <p:nvPr/>
        </p:nvSpPr>
        <p:spPr>
          <a:xfrm rot="10800000">
            <a:off x="2751806" y="4243474"/>
            <a:ext cx="6391269" cy="904876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3"/>
          <p:cNvSpPr/>
          <p:nvPr/>
        </p:nvSpPr>
        <p:spPr>
          <a:xfrm rot="10800000">
            <a:off x="1361250" y="1501127"/>
            <a:ext cx="7781825" cy="1525098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3"/>
          <p:cNvSpPr/>
          <p:nvPr/>
        </p:nvSpPr>
        <p:spPr>
          <a:xfrm rot="10800000">
            <a:off x="2" y="1"/>
            <a:ext cx="5791098" cy="505550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3"/>
          <p:cNvSpPr/>
          <p:nvPr/>
        </p:nvSpPr>
        <p:spPr>
          <a:xfrm rot="10800000">
            <a:off x="21" y="1501871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3"/>
          <p:cNvSpPr/>
          <p:nvPr/>
        </p:nvSpPr>
        <p:spPr>
          <a:xfrm rot="10800000">
            <a:off x="532482" y="912524"/>
            <a:ext cx="1055445" cy="355301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3"/>
          <p:cNvSpPr/>
          <p:nvPr/>
        </p:nvSpPr>
        <p:spPr>
          <a:xfrm rot="10800000">
            <a:off x="7173125" y="912516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3"/>
          <p:cNvSpPr/>
          <p:nvPr/>
        </p:nvSpPr>
        <p:spPr>
          <a:xfrm rot="10800000">
            <a:off x="1814348" y="912516"/>
            <a:ext cx="1600139" cy="355315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3"/>
          <p:cNvSpPr/>
          <p:nvPr/>
        </p:nvSpPr>
        <p:spPr>
          <a:xfrm rot="10800000">
            <a:off x="4523560" y="323049"/>
            <a:ext cx="2095515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3"/>
          <p:cNvSpPr/>
          <p:nvPr/>
        </p:nvSpPr>
        <p:spPr>
          <a:xfrm rot="10800000">
            <a:off x="7381057" y="3345678"/>
            <a:ext cx="1762943" cy="355322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3"/>
          <p:cNvSpPr/>
          <p:nvPr/>
        </p:nvSpPr>
        <p:spPr>
          <a:xfrm rot="10800000">
            <a:off x="-4" y="2084924"/>
            <a:ext cx="178555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3"/>
          <p:cNvSpPr/>
          <p:nvPr/>
        </p:nvSpPr>
        <p:spPr>
          <a:xfrm rot="10800000">
            <a:off x="656319" y="4788199"/>
            <a:ext cx="2628881" cy="355301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3"/>
          <p:cNvSpPr txBox="1"/>
          <p:nvPr>
            <p:ph hasCustomPrompt="1" type="title"/>
          </p:nvPr>
        </p:nvSpPr>
        <p:spPr>
          <a:xfrm>
            <a:off x="311700" y="1847850"/>
            <a:ext cx="8520600" cy="138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">
  <p:cSld name="CUSTOM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45"/>
          <p:cNvGrpSpPr/>
          <p:nvPr/>
        </p:nvGrpSpPr>
        <p:grpSpPr>
          <a:xfrm>
            <a:off x="-25" y="2816286"/>
            <a:ext cx="9144046" cy="948350"/>
            <a:chOff x="-25" y="2816286"/>
            <a:chExt cx="9144046" cy="948350"/>
          </a:xfrm>
        </p:grpSpPr>
        <p:sp>
          <p:nvSpPr>
            <p:cNvPr id="206" name="Google Shape;206;p45"/>
            <p:cNvSpPr/>
            <p:nvPr/>
          </p:nvSpPr>
          <p:spPr>
            <a:xfrm>
              <a:off x="5439453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45"/>
            <p:cNvSpPr/>
            <p:nvPr/>
          </p:nvSpPr>
          <p:spPr>
            <a:xfrm>
              <a:off x="5723675" y="3632754"/>
              <a:ext cx="2948838" cy="131882"/>
            </a:xfrm>
            <a:custGeom>
              <a:rect b="b" l="l" r="r" t="t"/>
              <a:pathLst>
                <a:path extrusionOk="0" h="4121" w="92144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45"/>
            <p:cNvSpPr/>
            <p:nvPr/>
          </p:nvSpPr>
          <p:spPr>
            <a:xfrm>
              <a:off x="4574596" y="3360726"/>
              <a:ext cx="1353834" cy="131882"/>
            </a:xfrm>
            <a:custGeom>
              <a:rect b="b" l="l" r="r" t="t"/>
              <a:pathLst>
                <a:path extrusionOk="0" h="4121" w="42304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45"/>
            <p:cNvSpPr/>
            <p:nvPr/>
          </p:nvSpPr>
          <p:spPr>
            <a:xfrm>
              <a:off x="5129312" y="2816286"/>
              <a:ext cx="1148858" cy="131498"/>
            </a:xfrm>
            <a:custGeom>
              <a:rect b="b" l="l" r="r" t="t"/>
              <a:pathLst>
                <a:path extrusionOk="0" h="4109" w="35899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45"/>
            <p:cNvSpPr/>
            <p:nvPr/>
          </p:nvSpPr>
          <p:spPr>
            <a:xfrm>
              <a:off x="3376749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45"/>
            <p:cNvSpPr/>
            <p:nvPr/>
          </p:nvSpPr>
          <p:spPr>
            <a:xfrm>
              <a:off x="3077647" y="2816286"/>
              <a:ext cx="370397" cy="131498"/>
            </a:xfrm>
            <a:custGeom>
              <a:rect b="b" l="l" r="r" t="t"/>
              <a:pathLst>
                <a:path extrusionOk="0" h="4109" w="11574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45"/>
            <p:cNvSpPr/>
            <p:nvPr/>
          </p:nvSpPr>
          <p:spPr>
            <a:xfrm>
              <a:off x="3542860" y="2816286"/>
              <a:ext cx="139467" cy="131498"/>
            </a:xfrm>
            <a:custGeom>
              <a:rect b="b" l="l" r="r" t="t"/>
              <a:pathLst>
                <a:path extrusionOk="0" h="4109" w="4358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45"/>
            <p:cNvSpPr/>
            <p:nvPr/>
          </p:nvSpPr>
          <p:spPr>
            <a:xfrm>
              <a:off x="3723818" y="3088314"/>
              <a:ext cx="366205" cy="131882"/>
            </a:xfrm>
            <a:custGeom>
              <a:rect b="b" l="l" r="r" t="t"/>
              <a:pathLst>
                <a:path extrusionOk="0" h="4121" w="11443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45"/>
            <p:cNvSpPr/>
            <p:nvPr/>
          </p:nvSpPr>
          <p:spPr>
            <a:xfrm>
              <a:off x="2734770" y="3088314"/>
              <a:ext cx="891622" cy="131882"/>
            </a:xfrm>
            <a:custGeom>
              <a:rect b="b" l="l" r="r" t="t"/>
              <a:pathLst>
                <a:path extrusionOk="0" h="4121" w="27861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45"/>
            <p:cNvSpPr/>
            <p:nvPr/>
          </p:nvSpPr>
          <p:spPr>
            <a:xfrm>
              <a:off x="864832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45"/>
            <p:cNvSpPr/>
            <p:nvPr/>
          </p:nvSpPr>
          <p:spPr>
            <a:xfrm>
              <a:off x="1149054" y="3632754"/>
              <a:ext cx="2031679" cy="131882"/>
            </a:xfrm>
            <a:custGeom>
              <a:rect b="b" l="l" r="r" t="t"/>
              <a:pathLst>
                <a:path extrusionOk="0" h="4121" w="63485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45"/>
            <p:cNvSpPr/>
            <p:nvPr/>
          </p:nvSpPr>
          <p:spPr>
            <a:xfrm>
              <a:off x="-25" y="3360726"/>
              <a:ext cx="1353802" cy="131882"/>
            </a:xfrm>
            <a:custGeom>
              <a:rect b="b" l="l" r="r" t="t"/>
              <a:pathLst>
                <a:path extrusionOk="0" h="4121" w="42303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45"/>
            <p:cNvSpPr/>
            <p:nvPr/>
          </p:nvSpPr>
          <p:spPr>
            <a:xfrm>
              <a:off x="824064" y="2816286"/>
              <a:ext cx="1337833" cy="131498"/>
            </a:xfrm>
            <a:custGeom>
              <a:rect b="b" l="l" r="r" t="t"/>
              <a:pathLst>
                <a:path extrusionOk="0" h="4109" w="41804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45"/>
            <p:cNvSpPr/>
            <p:nvPr/>
          </p:nvSpPr>
          <p:spPr>
            <a:xfrm>
              <a:off x="582114" y="2816286"/>
              <a:ext cx="139499" cy="131498"/>
            </a:xfrm>
            <a:custGeom>
              <a:rect b="b" l="l" r="r" t="t"/>
              <a:pathLst>
                <a:path extrusionOk="0" h="4109" w="4359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45"/>
            <p:cNvSpPr/>
            <p:nvPr/>
          </p:nvSpPr>
          <p:spPr>
            <a:xfrm>
              <a:off x="8756420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45"/>
            <p:cNvSpPr/>
            <p:nvPr/>
          </p:nvSpPr>
          <p:spPr>
            <a:xfrm>
              <a:off x="7790219" y="3360726"/>
              <a:ext cx="1353802" cy="131882"/>
            </a:xfrm>
            <a:custGeom>
              <a:rect b="b" l="l" r="r" t="t"/>
              <a:pathLst>
                <a:path extrusionOk="0" h="4121" w="42303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45"/>
            <p:cNvSpPr/>
            <p:nvPr/>
          </p:nvSpPr>
          <p:spPr>
            <a:xfrm>
              <a:off x="6982098" y="2816286"/>
              <a:ext cx="1154938" cy="131498"/>
            </a:xfrm>
            <a:custGeom>
              <a:rect b="b" l="l" r="r" t="t"/>
              <a:pathLst>
                <a:path extrusionOk="0" h="4109" w="36089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45"/>
            <p:cNvSpPr/>
            <p:nvPr/>
          </p:nvSpPr>
          <p:spPr>
            <a:xfrm>
              <a:off x="8279016" y="2816286"/>
              <a:ext cx="139883" cy="131498"/>
            </a:xfrm>
            <a:custGeom>
              <a:rect b="b" l="l" r="r" t="t"/>
              <a:pathLst>
                <a:path extrusionOk="0" h="4109" w="4371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4" name="Google Shape;224;p45"/>
          <p:cNvSpPr txBox="1"/>
          <p:nvPr>
            <p:ph type="ctrTitle"/>
          </p:nvPr>
        </p:nvSpPr>
        <p:spPr>
          <a:xfrm flipH="1">
            <a:off x="6355375" y="-142871"/>
            <a:ext cx="14358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p45"/>
          <p:cNvSpPr txBox="1"/>
          <p:nvPr>
            <p:ph idx="1" type="subTitle"/>
          </p:nvPr>
        </p:nvSpPr>
        <p:spPr>
          <a:xfrm flipH="1">
            <a:off x="6040625" y="1928650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26" name="Google Shape;226;p45"/>
          <p:cNvSpPr txBox="1"/>
          <p:nvPr>
            <p:ph idx="2" type="ctrTitle"/>
          </p:nvPr>
        </p:nvSpPr>
        <p:spPr>
          <a:xfrm flipH="1">
            <a:off x="1037600" y="1428754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7" name="Google Shape;227;p45"/>
          <p:cNvSpPr txBox="1"/>
          <p:nvPr>
            <p:ph idx="3" type="subTitle"/>
          </p:nvPr>
        </p:nvSpPr>
        <p:spPr>
          <a:xfrm flipH="1">
            <a:off x="1037000" y="1928650"/>
            <a:ext cx="20670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28" name="Google Shape;228;p45"/>
          <p:cNvSpPr txBox="1"/>
          <p:nvPr>
            <p:ph idx="4" type="ctrTitle"/>
          </p:nvPr>
        </p:nvSpPr>
        <p:spPr>
          <a:xfrm flipH="1">
            <a:off x="3829056" y="-219071"/>
            <a:ext cx="14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9" name="Google Shape;229;p45"/>
          <p:cNvSpPr txBox="1"/>
          <p:nvPr>
            <p:ph idx="5" type="subTitle"/>
          </p:nvPr>
        </p:nvSpPr>
        <p:spPr>
          <a:xfrm flipH="1">
            <a:off x="3539465" y="1928650"/>
            <a:ext cx="20670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30" name="Google Shape;230;p45"/>
          <p:cNvSpPr txBox="1"/>
          <p:nvPr>
            <p:ph idx="6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31" name="Google Shape;231;p45"/>
          <p:cNvSpPr txBox="1"/>
          <p:nvPr>
            <p:ph idx="7" type="ctrTitle"/>
          </p:nvPr>
        </p:nvSpPr>
        <p:spPr>
          <a:xfrm flipH="1">
            <a:off x="3539112" y="1428754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2" name="Google Shape;232;p45"/>
          <p:cNvSpPr txBox="1"/>
          <p:nvPr>
            <p:ph idx="8" type="ctrTitle"/>
          </p:nvPr>
        </p:nvSpPr>
        <p:spPr>
          <a:xfrm flipH="1">
            <a:off x="6041962" y="1428754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6"/>
          <p:cNvSpPr/>
          <p:nvPr/>
        </p:nvSpPr>
        <p:spPr>
          <a:xfrm>
            <a:off x="0" y="1584850"/>
            <a:ext cx="4361919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6"/>
          <p:cNvSpPr/>
          <p:nvPr/>
        </p:nvSpPr>
        <p:spPr>
          <a:xfrm>
            <a:off x="6076300" y="1584850"/>
            <a:ext cx="1243658" cy="241393"/>
          </a:xfrm>
          <a:custGeom>
            <a:rect b="b" l="l" r="r" t="t"/>
            <a:pathLst>
              <a:path extrusionOk="0" h="5847" w="19503">
                <a:moveTo>
                  <a:pt x="0" y="1"/>
                </a:moveTo>
                <a:lnTo>
                  <a:pt x="0" y="5847"/>
                </a:lnTo>
                <a:lnTo>
                  <a:pt x="19503" y="5847"/>
                </a:lnTo>
                <a:lnTo>
                  <a:pt x="1950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6"/>
          <p:cNvSpPr/>
          <p:nvPr/>
        </p:nvSpPr>
        <p:spPr>
          <a:xfrm>
            <a:off x="2172024" y="3002644"/>
            <a:ext cx="1243656" cy="240911"/>
          </a:xfrm>
          <a:custGeom>
            <a:rect b="b" l="l" r="r" t="t"/>
            <a:pathLst>
              <a:path extrusionOk="0" h="5847" w="30184">
                <a:moveTo>
                  <a:pt x="1" y="0"/>
                </a:moveTo>
                <a:lnTo>
                  <a:pt x="1" y="5846"/>
                </a:lnTo>
                <a:lnTo>
                  <a:pt x="30183" y="5846"/>
                </a:lnTo>
                <a:lnTo>
                  <a:pt x="30183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6"/>
          <p:cNvSpPr/>
          <p:nvPr/>
        </p:nvSpPr>
        <p:spPr>
          <a:xfrm>
            <a:off x="4667250" y="3002650"/>
            <a:ext cx="4476882" cy="240896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6"/>
          <p:cNvSpPr/>
          <p:nvPr/>
        </p:nvSpPr>
        <p:spPr>
          <a:xfrm>
            <a:off x="4552950" y="1584850"/>
            <a:ext cx="1342466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6"/>
          <p:cNvSpPr txBox="1"/>
          <p:nvPr>
            <p:ph type="ctrTitle"/>
          </p:nvPr>
        </p:nvSpPr>
        <p:spPr>
          <a:xfrm flipH="1">
            <a:off x="2189800" y="1848349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0" name="Google Shape;240;p46"/>
          <p:cNvSpPr txBox="1"/>
          <p:nvPr>
            <p:ph idx="1" type="subTitle"/>
          </p:nvPr>
        </p:nvSpPr>
        <p:spPr>
          <a:xfrm flipH="1">
            <a:off x="2189801" y="2162325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41" name="Google Shape;241;p46"/>
          <p:cNvSpPr txBox="1"/>
          <p:nvPr>
            <p:ph idx="2" type="ctrTitle"/>
          </p:nvPr>
        </p:nvSpPr>
        <p:spPr>
          <a:xfrm flipH="1">
            <a:off x="4811675" y="1848401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2" name="Google Shape;242;p46"/>
          <p:cNvSpPr txBox="1"/>
          <p:nvPr>
            <p:ph idx="3" type="subTitle"/>
          </p:nvPr>
        </p:nvSpPr>
        <p:spPr>
          <a:xfrm flipH="1">
            <a:off x="4811675" y="2163531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43" name="Google Shape;243;p46"/>
          <p:cNvSpPr txBox="1"/>
          <p:nvPr>
            <p:ph idx="4" type="ctrTitle"/>
          </p:nvPr>
        </p:nvSpPr>
        <p:spPr>
          <a:xfrm flipH="1">
            <a:off x="2189796" y="3103412"/>
            <a:ext cx="2163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4" name="Google Shape;244;p46"/>
          <p:cNvSpPr txBox="1"/>
          <p:nvPr>
            <p:ph idx="5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5" name="Google Shape;245;p46"/>
          <p:cNvSpPr txBox="1"/>
          <p:nvPr>
            <p:ph idx="6" type="ctrTitle"/>
          </p:nvPr>
        </p:nvSpPr>
        <p:spPr>
          <a:xfrm flipH="1">
            <a:off x="2189800" y="3258286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6" name="Google Shape;246;p46"/>
          <p:cNvSpPr txBox="1"/>
          <p:nvPr>
            <p:ph idx="7" type="subTitle"/>
          </p:nvPr>
        </p:nvSpPr>
        <p:spPr>
          <a:xfrm flipH="1">
            <a:off x="2189801" y="3572262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47" name="Google Shape;247;p46"/>
          <p:cNvSpPr txBox="1"/>
          <p:nvPr>
            <p:ph idx="8" type="ctrTitle"/>
          </p:nvPr>
        </p:nvSpPr>
        <p:spPr>
          <a:xfrm flipH="1">
            <a:off x="4811675" y="3258338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8" name="Google Shape;248;p46"/>
          <p:cNvSpPr txBox="1"/>
          <p:nvPr>
            <p:ph idx="9" type="subTitle"/>
          </p:nvPr>
        </p:nvSpPr>
        <p:spPr>
          <a:xfrm flipH="1">
            <a:off x="4811675" y="3573468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">
  <p:cSld name="CUSTOM_6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7"/>
          <p:cNvSpPr txBox="1"/>
          <p:nvPr>
            <p:ph type="ctrTitle"/>
          </p:nvPr>
        </p:nvSpPr>
        <p:spPr>
          <a:xfrm flipH="1">
            <a:off x="2266008" y="1775350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1" name="Google Shape;251;p47"/>
          <p:cNvSpPr txBox="1"/>
          <p:nvPr>
            <p:ph idx="2" type="ctrTitle"/>
          </p:nvPr>
        </p:nvSpPr>
        <p:spPr>
          <a:xfrm flipH="1">
            <a:off x="4714188" y="1775427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2" name="Google Shape;252;p47"/>
          <p:cNvSpPr txBox="1"/>
          <p:nvPr>
            <p:ph idx="1" type="subTitle"/>
          </p:nvPr>
        </p:nvSpPr>
        <p:spPr>
          <a:xfrm flipH="1">
            <a:off x="4714175" y="2208199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3" name="Google Shape;253;p47"/>
          <p:cNvSpPr txBox="1"/>
          <p:nvPr>
            <p:ph idx="3" type="ctrTitle"/>
          </p:nvPr>
        </p:nvSpPr>
        <p:spPr>
          <a:xfrm flipH="1">
            <a:off x="2266001" y="3155675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4" name="Google Shape;254;p47"/>
          <p:cNvSpPr txBox="1"/>
          <p:nvPr>
            <p:ph idx="4" type="subTitle"/>
          </p:nvPr>
        </p:nvSpPr>
        <p:spPr>
          <a:xfrm flipH="1">
            <a:off x="2266000" y="3585925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5" name="Google Shape;255;p47"/>
          <p:cNvSpPr txBox="1"/>
          <p:nvPr>
            <p:ph idx="5" type="ctrTitle"/>
          </p:nvPr>
        </p:nvSpPr>
        <p:spPr>
          <a:xfrm flipH="1">
            <a:off x="4714200" y="3155754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6" name="Google Shape;256;p47"/>
          <p:cNvSpPr txBox="1"/>
          <p:nvPr>
            <p:ph idx="6" type="subTitle"/>
          </p:nvPr>
        </p:nvSpPr>
        <p:spPr>
          <a:xfrm flipH="1">
            <a:off x="4714175" y="3585925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7" name="Google Shape;257;p47"/>
          <p:cNvSpPr txBox="1"/>
          <p:nvPr>
            <p:ph idx="7"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8" name="Google Shape;258;p47"/>
          <p:cNvSpPr txBox="1"/>
          <p:nvPr>
            <p:ph idx="8" type="subTitle"/>
          </p:nvPr>
        </p:nvSpPr>
        <p:spPr>
          <a:xfrm flipH="1">
            <a:off x="2266008" y="2208197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CUSTOM_14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8"/>
          <p:cNvSpPr/>
          <p:nvPr/>
        </p:nvSpPr>
        <p:spPr>
          <a:xfrm>
            <a:off x="6200875" y="1515825"/>
            <a:ext cx="2943127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FFFFFF">
              <a:alpha val="1843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48"/>
          <p:cNvSpPr txBox="1"/>
          <p:nvPr>
            <p:ph idx="1" type="body"/>
          </p:nvPr>
        </p:nvSpPr>
        <p:spPr>
          <a:xfrm>
            <a:off x="5438700" y="1973025"/>
            <a:ext cx="31242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1600"/>
            </a:lvl1pPr>
            <a:lvl2pPr indent="-330200" lvl="1" marL="9144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indent="-330200" lvl="2" marL="13716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indent="-330200" lvl="3" marL="18288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indent="-330200" lvl="4" marL="22860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indent="-330200" lvl="5" marL="27432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indent="-330200" lvl="6" marL="32004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indent="-330200" lvl="7" marL="36576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indent="-330200" lvl="8" marL="4114800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 sz="1600"/>
            </a:lvl9pPr>
          </a:lstStyle>
          <a:p/>
        </p:txBody>
      </p:sp>
      <p:sp>
        <p:nvSpPr>
          <p:cNvPr id="262" name="Google Shape;262;p48"/>
          <p:cNvSpPr txBox="1"/>
          <p:nvPr>
            <p:ph type="title"/>
          </p:nvPr>
        </p:nvSpPr>
        <p:spPr>
          <a:xfrm>
            <a:off x="5438775" y="1168325"/>
            <a:ext cx="31242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63" name="Google Shape;263;p48"/>
          <p:cNvSpPr/>
          <p:nvPr/>
        </p:nvSpPr>
        <p:spPr>
          <a:xfrm>
            <a:off x="8318280" y="5018272"/>
            <a:ext cx="825726" cy="125232"/>
          </a:xfrm>
          <a:custGeom>
            <a:rect b="b" l="l" r="r" t="t"/>
            <a:pathLst>
              <a:path extrusionOk="0" h="2335" w="15396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48"/>
          <p:cNvSpPr/>
          <p:nvPr/>
        </p:nvSpPr>
        <p:spPr>
          <a:xfrm>
            <a:off x="6473454" y="5018272"/>
            <a:ext cx="1685830" cy="125232"/>
          </a:xfrm>
          <a:custGeom>
            <a:rect b="b" l="l" r="r" t="t"/>
            <a:pathLst>
              <a:path extrusionOk="0" h="2335" w="31433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8"/>
          <p:cNvSpPr/>
          <p:nvPr/>
        </p:nvSpPr>
        <p:spPr>
          <a:xfrm>
            <a:off x="6031569" y="4810127"/>
            <a:ext cx="2520459" cy="125875"/>
          </a:xfrm>
          <a:custGeom>
            <a:rect b="b" l="l" r="r" t="t"/>
            <a:pathLst>
              <a:path extrusionOk="0" h="2347" w="46995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8"/>
          <p:cNvSpPr/>
          <p:nvPr/>
        </p:nvSpPr>
        <p:spPr>
          <a:xfrm>
            <a:off x="5564744" y="4810127"/>
            <a:ext cx="285486" cy="125875"/>
          </a:xfrm>
          <a:custGeom>
            <a:rect b="b" l="l" r="r" t="t"/>
            <a:pathLst>
              <a:path extrusionOk="0" h="2347" w="5323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USTOM_4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9"/>
          <p:cNvSpPr/>
          <p:nvPr/>
        </p:nvSpPr>
        <p:spPr>
          <a:xfrm flipH="1">
            <a:off x="-4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9"/>
          <p:cNvSpPr/>
          <p:nvPr/>
        </p:nvSpPr>
        <p:spPr>
          <a:xfrm flipH="1">
            <a:off x="67151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49"/>
          <p:cNvSpPr/>
          <p:nvPr/>
        </p:nvSpPr>
        <p:spPr>
          <a:xfrm flipH="1">
            <a:off x="1229469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49"/>
          <p:cNvSpPr/>
          <p:nvPr/>
        </p:nvSpPr>
        <p:spPr>
          <a:xfrm flipH="1">
            <a:off x="66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9"/>
          <p:cNvSpPr/>
          <p:nvPr/>
        </p:nvSpPr>
        <p:spPr>
          <a:xfrm flipH="1">
            <a:off x="23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49"/>
          <p:cNvSpPr/>
          <p:nvPr/>
        </p:nvSpPr>
        <p:spPr>
          <a:xfrm flipH="1">
            <a:off x="1299983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9"/>
          <p:cNvSpPr/>
          <p:nvPr/>
        </p:nvSpPr>
        <p:spPr>
          <a:xfrm flipH="1">
            <a:off x="8105584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9"/>
          <p:cNvSpPr/>
          <p:nvPr/>
        </p:nvSpPr>
        <p:spPr>
          <a:xfrm flipH="1">
            <a:off x="8039752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9"/>
          <p:cNvSpPr/>
          <p:nvPr/>
        </p:nvSpPr>
        <p:spPr>
          <a:xfrm flipH="1">
            <a:off x="5478250" y="1500456"/>
            <a:ext cx="2365680" cy="356858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9"/>
          <p:cNvSpPr/>
          <p:nvPr/>
        </p:nvSpPr>
        <p:spPr>
          <a:xfrm flipH="1">
            <a:off x="6896105" y="912525"/>
            <a:ext cx="2247799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49"/>
          <p:cNvSpPr/>
          <p:nvPr/>
        </p:nvSpPr>
        <p:spPr>
          <a:xfrm>
            <a:off x="2094075" y="1123150"/>
            <a:ext cx="4955589" cy="4020450"/>
          </a:xfrm>
          <a:custGeom>
            <a:rect b="b" l="l" r="r" t="t"/>
            <a:pathLst>
              <a:path extrusionOk="0" h="92191" w="151663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49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1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1"/>
          <p:cNvSpPr txBox="1"/>
          <p:nvPr>
            <p:ph idx="1" type="subTitle"/>
          </p:nvPr>
        </p:nvSpPr>
        <p:spPr>
          <a:xfrm>
            <a:off x="6416724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51"/>
          <p:cNvSpPr txBox="1"/>
          <p:nvPr>
            <p:ph type="title"/>
          </p:nvPr>
        </p:nvSpPr>
        <p:spPr>
          <a:xfrm>
            <a:off x="6385849" y="17533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3" name="Google Shape;283;p51"/>
          <p:cNvSpPr txBox="1"/>
          <p:nvPr>
            <p:ph idx="2" type="subTitle"/>
          </p:nvPr>
        </p:nvSpPr>
        <p:spPr>
          <a:xfrm>
            <a:off x="835225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51"/>
          <p:cNvSpPr txBox="1"/>
          <p:nvPr>
            <p:ph idx="3" type="title"/>
          </p:nvPr>
        </p:nvSpPr>
        <p:spPr>
          <a:xfrm>
            <a:off x="804350" y="17533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5" name="Google Shape;285;p51"/>
          <p:cNvSpPr txBox="1"/>
          <p:nvPr>
            <p:ph idx="4" type="subTitle"/>
          </p:nvPr>
        </p:nvSpPr>
        <p:spPr>
          <a:xfrm>
            <a:off x="3624150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51"/>
          <p:cNvSpPr txBox="1"/>
          <p:nvPr>
            <p:ph idx="5" type="title"/>
          </p:nvPr>
        </p:nvSpPr>
        <p:spPr>
          <a:xfrm>
            <a:off x="3593246" y="1753325"/>
            <a:ext cx="1957500" cy="5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7" name="Google Shape;287;p51"/>
          <p:cNvSpPr txBox="1"/>
          <p:nvPr>
            <p:ph idx="6" type="subTitle"/>
          </p:nvPr>
        </p:nvSpPr>
        <p:spPr>
          <a:xfrm>
            <a:off x="6416724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51"/>
          <p:cNvSpPr txBox="1"/>
          <p:nvPr>
            <p:ph idx="7" type="title"/>
          </p:nvPr>
        </p:nvSpPr>
        <p:spPr>
          <a:xfrm>
            <a:off x="6385824" y="32966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9" name="Google Shape;289;p51"/>
          <p:cNvSpPr txBox="1"/>
          <p:nvPr>
            <p:ph idx="8" type="subTitle"/>
          </p:nvPr>
        </p:nvSpPr>
        <p:spPr>
          <a:xfrm>
            <a:off x="835225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51"/>
          <p:cNvSpPr txBox="1"/>
          <p:nvPr>
            <p:ph idx="9" type="title"/>
          </p:nvPr>
        </p:nvSpPr>
        <p:spPr>
          <a:xfrm>
            <a:off x="804325" y="32966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91" name="Google Shape;291;p51"/>
          <p:cNvSpPr txBox="1"/>
          <p:nvPr>
            <p:ph idx="13" type="subTitle"/>
          </p:nvPr>
        </p:nvSpPr>
        <p:spPr>
          <a:xfrm>
            <a:off x="3624150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51"/>
          <p:cNvSpPr txBox="1"/>
          <p:nvPr>
            <p:ph idx="14" type="title"/>
          </p:nvPr>
        </p:nvSpPr>
        <p:spPr>
          <a:xfrm>
            <a:off x="3593246" y="3296625"/>
            <a:ext cx="1957500" cy="5298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93" name="Google Shape;293;p51"/>
          <p:cNvSpPr txBox="1"/>
          <p:nvPr>
            <p:ph idx="15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94" name="Google Shape;294;p51"/>
          <p:cNvSpPr/>
          <p:nvPr/>
        </p:nvSpPr>
        <p:spPr>
          <a:xfrm flipH="1">
            <a:off x="-40" y="1952289"/>
            <a:ext cx="7790203" cy="131872"/>
          </a:xfrm>
          <a:custGeom>
            <a:rect b="b" l="l" r="r" t="t"/>
            <a:pathLst>
              <a:path extrusionOk="0" h="4121" w="42303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51"/>
          <p:cNvSpPr/>
          <p:nvPr/>
        </p:nvSpPr>
        <p:spPr>
          <a:xfrm flipH="1">
            <a:off x="933395" y="3495600"/>
            <a:ext cx="8210589" cy="131851"/>
          </a:xfrm>
          <a:custGeom>
            <a:rect b="b" l="l" r="r" t="t"/>
            <a:pathLst>
              <a:path extrusionOk="0" h="4121" w="42303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Percentages">
  <p:cSld name="CUSTOM_12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2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98" name="Google Shape;298;p52"/>
          <p:cNvSpPr txBox="1"/>
          <p:nvPr>
            <p:ph idx="2" type="title"/>
          </p:nvPr>
        </p:nvSpPr>
        <p:spPr>
          <a:xfrm>
            <a:off x="2201811" y="2233575"/>
            <a:ext cx="16098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99" name="Google Shape;299;p52"/>
          <p:cNvSpPr txBox="1"/>
          <p:nvPr>
            <p:ph idx="3" type="title"/>
          </p:nvPr>
        </p:nvSpPr>
        <p:spPr>
          <a:xfrm>
            <a:off x="5332488" y="2233575"/>
            <a:ext cx="16098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300" name="Google Shape;300;p52"/>
          <p:cNvSpPr/>
          <p:nvPr/>
        </p:nvSpPr>
        <p:spPr>
          <a:xfrm flipH="1">
            <a:off x="-11" y="0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52"/>
          <p:cNvSpPr/>
          <p:nvPr/>
        </p:nvSpPr>
        <p:spPr>
          <a:xfrm>
            <a:off x="8355575" y="4357775"/>
            <a:ext cx="788431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52"/>
          <p:cNvSpPr/>
          <p:nvPr/>
        </p:nvSpPr>
        <p:spPr>
          <a:xfrm flipH="1">
            <a:off x="7353292" y="4786292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numbers">
  <p:cSld name="CUSTOM_15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3"/>
          <p:cNvSpPr txBox="1"/>
          <p:nvPr>
            <p:ph idx="1" type="subTitle"/>
          </p:nvPr>
        </p:nvSpPr>
        <p:spPr>
          <a:xfrm>
            <a:off x="3423600" y="1473000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53"/>
          <p:cNvSpPr txBox="1"/>
          <p:nvPr>
            <p:ph type="title"/>
          </p:nvPr>
        </p:nvSpPr>
        <p:spPr>
          <a:xfrm>
            <a:off x="3423750" y="934700"/>
            <a:ext cx="2296500" cy="4572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6" name="Google Shape;306;p53"/>
          <p:cNvSpPr txBox="1"/>
          <p:nvPr>
            <p:ph idx="2" type="subTitle"/>
          </p:nvPr>
        </p:nvSpPr>
        <p:spPr>
          <a:xfrm>
            <a:off x="3423600" y="2688513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53"/>
          <p:cNvSpPr txBox="1"/>
          <p:nvPr>
            <p:ph idx="3" type="title"/>
          </p:nvPr>
        </p:nvSpPr>
        <p:spPr>
          <a:xfrm>
            <a:off x="3423750" y="2150202"/>
            <a:ext cx="2296500" cy="4572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8" name="Google Shape;308;p53"/>
          <p:cNvSpPr txBox="1"/>
          <p:nvPr>
            <p:ph idx="4" type="subTitle"/>
          </p:nvPr>
        </p:nvSpPr>
        <p:spPr>
          <a:xfrm>
            <a:off x="3423750" y="3904025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53"/>
          <p:cNvSpPr txBox="1"/>
          <p:nvPr>
            <p:ph idx="5" type="title"/>
          </p:nvPr>
        </p:nvSpPr>
        <p:spPr>
          <a:xfrm>
            <a:off x="3423750" y="3365703"/>
            <a:ext cx="2296500" cy="4572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0" name="Google Shape;310;p53"/>
          <p:cNvSpPr/>
          <p:nvPr/>
        </p:nvSpPr>
        <p:spPr>
          <a:xfrm>
            <a:off x="7377200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53"/>
          <p:cNvSpPr/>
          <p:nvPr/>
        </p:nvSpPr>
        <p:spPr>
          <a:xfrm>
            <a:off x="3570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53"/>
          <p:cNvSpPr/>
          <p:nvPr/>
        </p:nvSpPr>
        <p:spPr>
          <a:xfrm>
            <a:off x="6810278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53"/>
          <p:cNvSpPr/>
          <p:nvPr/>
        </p:nvSpPr>
        <p:spPr>
          <a:xfrm>
            <a:off x="6896029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53"/>
          <p:cNvSpPr/>
          <p:nvPr/>
        </p:nvSpPr>
        <p:spPr>
          <a:xfrm>
            <a:off x="8105579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53"/>
          <p:cNvSpPr/>
          <p:nvPr/>
        </p:nvSpPr>
        <p:spPr>
          <a:xfrm>
            <a:off x="6739789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53"/>
          <p:cNvSpPr/>
          <p:nvPr/>
        </p:nvSpPr>
        <p:spPr>
          <a:xfrm>
            <a:off x="18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53"/>
          <p:cNvSpPr/>
          <p:nvPr/>
        </p:nvSpPr>
        <p:spPr>
          <a:xfrm>
            <a:off x="1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53"/>
          <p:cNvSpPr/>
          <p:nvPr/>
        </p:nvSpPr>
        <p:spPr>
          <a:xfrm>
            <a:off x="1299972" y="1500450"/>
            <a:ext cx="490621" cy="356872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!">
  <p:cSld name="CUSTOM_13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8"/>
          <p:cNvSpPr/>
          <p:nvPr/>
        </p:nvSpPr>
        <p:spPr>
          <a:xfrm>
            <a:off x="0" y="4357775"/>
            <a:ext cx="6633906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8"/>
          <p:cNvSpPr/>
          <p:nvPr/>
        </p:nvSpPr>
        <p:spPr>
          <a:xfrm>
            <a:off x="8355575" y="4357775"/>
            <a:ext cx="788431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8"/>
          <p:cNvSpPr/>
          <p:nvPr/>
        </p:nvSpPr>
        <p:spPr>
          <a:xfrm>
            <a:off x="1923700" y="0"/>
            <a:ext cx="7220221" cy="2724140"/>
          </a:xfrm>
          <a:custGeom>
            <a:rect b="b" l="l" r="r" t="t"/>
            <a:pathLst>
              <a:path extrusionOk="0" h="24170" w="52686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8"/>
          <p:cNvSpPr txBox="1"/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7" name="Google Shape;327;p38"/>
          <p:cNvSpPr txBox="1"/>
          <p:nvPr>
            <p:ph idx="1" type="subTitle"/>
          </p:nvPr>
        </p:nvSpPr>
        <p:spPr>
          <a:xfrm>
            <a:off x="2951850" y="1515875"/>
            <a:ext cx="32403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8" name="Google Shape;328;p38"/>
          <p:cNvSpPr/>
          <p:nvPr/>
        </p:nvSpPr>
        <p:spPr>
          <a:xfrm>
            <a:off x="7377200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8"/>
          <p:cNvSpPr/>
          <p:nvPr/>
        </p:nvSpPr>
        <p:spPr>
          <a:xfrm>
            <a:off x="3570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8"/>
          <p:cNvSpPr/>
          <p:nvPr/>
        </p:nvSpPr>
        <p:spPr>
          <a:xfrm>
            <a:off x="6810278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8"/>
          <p:cNvSpPr/>
          <p:nvPr/>
        </p:nvSpPr>
        <p:spPr>
          <a:xfrm>
            <a:off x="6896029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8"/>
          <p:cNvSpPr/>
          <p:nvPr/>
        </p:nvSpPr>
        <p:spPr>
          <a:xfrm>
            <a:off x="8105579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8"/>
          <p:cNvSpPr/>
          <p:nvPr/>
        </p:nvSpPr>
        <p:spPr>
          <a:xfrm>
            <a:off x="6739789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8"/>
          <p:cNvSpPr/>
          <p:nvPr/>
        </p:nvSpPr>
        <p:spPr>
          <a:xfrm>
            <a:off x="18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8"/>
          <p:cNvSpPr/>
          <p:nvPr/>
        </p:nvSpPr>
        <p:spPr>
          <a:xfrm>
            <a:off x="1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8"/>
          <p:cNvSpPr/>
          <p:nvPr/>
        </p:nvSpPr>
        <p:spPr>
          <a:xfrm>
            <a:off x="1299972" y="1500450"/>
            <a:ext cx="490621" cy="356872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USTOM_4_1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5"/>
          <p:cNvSpPr/>
          <p:nvPr/>
        </p:nvSpPr>
        <p:spPr>
          <a:xfrm flipH="1">
            <a:off x="-4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55"/>
          <p:cNvSpPr/>
          <p:nvPr/>
        </p:nvSpPr>
        <p:spPr>
          <a:xfrm flipH="1">
            <a:off x="67151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55"/>
          <p:cNvSpPr/>
          <p:nvPr/>
        </p:nvSpPr>
        <p:spPr>
          <a:xfrm flipH="1">
            <a:off x="1229469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55"/>
          <p:cNvSpPr/>
          <p:nvPr/>
        </p:nvSpPr>
        <p:spPr>
          <a:xfrm flipH="1">
            <a:off x="66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55"/>
          <p:cNvSpPr/>
          <p:nvPr/>
        </p:nvSpPr>
        <p:spPr>
          <a:xfrm flipH="1">
            <a:off x="23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55"/>
          <p:cNvSpPr/>
          <p:nvPr/>
        </p:nvSpPr>
        <p:spPr>
          <a:xfrm flipH="1">
            <a:off x="1299983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55"/>
          <p:cNvSpPr/>
          <p:nvPr/>
        </p:nvSpPr>
        <p:spPr>
          <a:xfrm flipH="1">
            <a:off x="8105584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55"/>
          <p:cNvSpPr/>
          <p:nvPr/>
        </p:nvSpPr>
        <p:spPr>
          <a:xfrm flipH="1">
            <a:off x="8039752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55"/>
          <p:cNvSpPr/>
          <p:nvPr/>
        </p:nvSpPr>
        <p:spPr>
          <a:xfrm flipH="1">
            <a:off x="5478250" y="1500456"/>
            <a:ext cx="2365680" cy="356858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55"/>
          <p:cNvSpPr/>
          <p:nvPr/>
        </p:nvSpPr>
        <p:spPr>
          <a:xfrm flipH="1">
            <a:off x="6896105" y="912525"/>
            <a:ext cx="2247799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55"/>
          <p:cNvSpPr/>
          <p:nvPr/>
        </p:nvSpPr>
        <p:spPr>
          <a:xfrm>
            <a:off x="2094075" y="1123150"/>
            <a:ext cx="4955589" cy="4020450"/>
          </a:xfrm>
          <a:custGeom>
            <a:rect b="b" l="l" r="r" t="t"/>
            <a:pathLst>
              <a:path extrusionOk="0" h="92191" w="151663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55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1B212C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b="1" i="0" sz="2800" u="none" cap="none" strike="noStrike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b="0" i="0" sz="18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1B212C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7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321" name="Google Shape;321;p37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3.png"/><Relationship Id="rId7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2.gif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0.gif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1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1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8.gif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"/>
          <p:cNvSpPr txBox="1"/>
          <p:nvPr>
            <p:ph type="ctrTitle"/>
          </p:nvPr>
        </p:nvSpPr>
        <p:spPr>
          <a:xfrm>
            <a:off x="596100" y="1222370"/>
            <a:ext cx="8520600" cy="19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rPr lang="pt-BR" sz="5600"/>
              <a:t>ARA0110</a:t>
            </a:r>
            <a:endParaRPr sz="5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rPr lang="pt-BR" sz="5600"/>
              <a:t>PADRÕES DE PROJETO</a:t>
            </a:r>
            <a:endParaRPr/>
          </a:p>
        </p:txBody>
      </p:sp>
      <p:sp>
        <p:nvSpPr>
          <p:cNvPr id="356" name="Google Shape;356;p1"/>
          <p:cNvSpPr txBox="1"/>
          <p:nvPr>
            <p:ph idx="1" type="subTitle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pt-BR">
                <a:solidFill>
                  <a:srgbClr val="FFFFFF"/>
                </a:solidFill>
              </a:rPr>
              <a:t>Aula 12: Especificações Java - Parte 1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e37205208a_0_467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pt-BR"/>
              <a:t>PLATAFORMA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e37205208a_0_4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Java é mais do que uma linguagem de programação: é uma plataforma de computação completa formada por um ambiente de execução e um kit de desenvolvimento. Seu principal diferencial se torna a independência de plataforma, permitindo que códigos  compilados executem em qualquer sistema operacional através da Máquina Virtual Java.</a:t>
            </a:r>
            <a:endParaRPr/>
          </a:p>
        </p:txBody>
      </p:sp>
      <p:sp>
        <p:nvSpPr>
          <p:cNvPr id="367" name="Google Shape;367;g3e37205208a_0_4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PLATAFORMA</a:t>
            </a:r>
            <a:endParaRPr/>
          </a:p>
        </p:txBody>
      </p:sp>
      <p:sp>
        <p:nvSpPr>
          <p:cNvPr id="368" name="Google Shape;368;g3e37205208a_0_4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3e37205208a_0_4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g3e37205208a_0_4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1" name="Google Shape;371;g3e37205208a_0_4" title="java-logo-removebg-preview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5724" y="1620838"/>
            <a:ext cx="1352950" cy="23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e37205208a_0_13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A arquitetura do Java se baseia em compilar o código-fonte da aplicação (arquivos .java) em uma linguagem intermediária chamada </a:t>
            </a:r>
            <a:r>
              <a:rPr b="1" lang="pt-BR"/>
              <a:t>bytecode</a:t>
            </a:r>
            <a:r>
              <a:rPr lang="pt-BR"/>
              <a:t> (arquivos .class). Esse bytecode é então lido e executado pela JVM de cada sistema operacional. Isso nos garante a independência de plataforma, que é o objetivo final do Java.</a:t>
            </a:r>
            <a:endParaRPr/>
          </a:p>
        </p:txBody>
      </p:sp>
      <p:sp>
        <p:nvSpPr>
          <p:cNvPr id="377" name="Google Shape;377;g3e37205208a_0_13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PLATAFORMA</a:t>
            </a:r>
            <a:endParaRPr sz="2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e37205208a_0_23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LEMA</a:t>
            </a:r>
            <a:endParaRPr/>
          </a:p>
        </p:txBody>
      </p:sp>
      <p:sp>
        <p:nvSpPr>
          <p:cNvPr id="383" name="Google Shape;383;g3e37205208a_0_23"/>
          <p:cNvSpPr txBox="1"/>
          <p:nvPr/>
        </p:nvSpPr>
        <p:spPr>
          <a:xfrm>
            <a:off x="2504250" y="2193750"/>
            <a:ext cx="41355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“Write Once, Run Anywhere”</a:t>
            </a:r>
            <a:endParaRPr i="1"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“Escreva uma vez, rode em qualquer lugar”</a:t>
            </a:r>
            <a:endParaRPr i="1"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e37205208a_0_28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COMPONENTES</a:t>
            </a:r>
            <a:endParaRPr/>
          </a:p>
        </p:txBody>
      </p:sp>
      <p:sp>
        <p:nvSpPr>
          <p:cNvPr id="389" name="Google Shape;389;g3e37205208a_0_28"/>
          <p:cNvSpPr/>
          <p:nvPr/>
        </p:nvSpPr>
        <p:spPr>
          <a:xfrm>
            <a:off x="1632850" y="1982550"/>
            <a:ext cx="1793700" cy="11784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Anaheim"/>
                <a:ea typeface="Anaheim"/>
                <a:cs typeface="Anaheim"/>
                <a:sym typeface="Anaheim"/>
              </a:rPr>
              <a:t>JVM</a:t>
            </a:r>
            <a:endParaRPr b="1"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Anaheim"/>
                <a:ea typeface="Anaheim"/>
                <a:cs typeface="Anaheim"/>
                <a:sym typeface="Anaheim"/>
              </a:rPr>
              <a:t>Java Virtual Machine</a:t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390" name="Google Shape;390;g3e37205208a_0_28"/>
          <p:cNvSpPr/>
          <p:nvPr/>
        </p:nvSpPr>
        <p:spPr>
          <a:xfrm>
            <a:off x="3675150" y="1982550"/>
            <a:ext cx="1793700" cy="11784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Anaheim"/>
                <a:ea typeface="Anaheim"/>
                <a:cs typeface="Anaheim"/>
                <a:sym typeface="Anaheim"/>
              </a:rPr>
              <a:t>JRE</a:t>
            </a:r>
            <a:endParaRPr b="1"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Anaheim"/>
                <a:ea typeface="Anaheim"/>
                <a:cs typeface="Anaheim"/>
                <a:sym typeface="Anaheim"/>
              </a:rPr>
              <a:t>Java Runtime Environment</a:t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391" name="Google Shape;391;g3e37205208a_0_28"/>
          <p:cNvSpPr/>
          <p:nvPr/>
        </p:nvSpPr>
        <p:spPr>
          <a:xfrm>
            <a:off x="5717450" y="1982550"/>
            <a:ext cx="1793700" cy="11784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Anaheim"/>
                <a:ea typeface="Anaheim"/>
                <a:cs typeface="Anaheim"/>
                <a:sym typeface="Anaheim"/>
              </a:rPr>
              <a:t>JDK</a:t>
            </a:r>
            <a:endParaRPr b="1"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Anaheim"/>
                <a:ea typeface="Anaheim"/>
                <a:cs typeface="Anaheim"/>
                <a:sym typeface="Anaheim"/>
              </a:rPr>
              <a:t>Java Development Kit</a:t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e37205208a_0_36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COMPONENTES</a:t>
            </a:r>
            <a:endParaRPr/>
          </a:p>
        </p:txBody>
      </p:sp>
      <p:pic>
        <p:nvPicPr>
          <p:cNvPr id="397" name="Google Shape;397;g3e37205208a_0_36"/>
          <p:cNvPicPr preferRelativeResize="0"/>
          <p:nvPr/>
        </p:nvPicPr>
        <p:blipFill rotWithShape="1">
          <a:blip r:embed="rId3">
            <a:alphaModFix/>
          </a:blip>
          <a:srcRect b="0" l="61241" r="15108" t="0"/>
          <a:stretch/>
        </p:blipFill>
        <p:spPr>
          <a:xfrm>
            <a:off x="0" y="0"/>
            <a:ext cx="182317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8" name="Google Shape;398;g3e37205208a_0_36"/>
          <p:cNvGrpSpPr/>
          <p:nvPr/>
        </p:nvGrpSpPr>
        <p:grpSpPr>
          <a:xfrm>
            <a:off x="1223348" y="4553184"/>
            <a:ext cx="1015032" cy="325196"/>
            <a:chOff x="1156673" y="4600809"/>
            <a:chExt cx="1015032" cy="325196"/>
          </a:xfrm>
        </p:grpSpPr>
        <p:sp>
          <p:nvSpPr>
            <p:cNvPr id="399" name="Google Shape;399;g3e37205208a_0_36"/>
            <p:cNvSpPr/>
            <p:nvPr/>
          </p:nvSpPr>
          <p:spPr>
            <a:xfrm>
              <a:off x="1937576" y="4600809"/>
              <a:ext cx="234129" cy="75728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g3e37205208a_0_36"/>
            <p:cNvSpPr/>
            <p:nvPr/>
          </p:nvSpPr>
          <p:spPr>
            <a:xfrm>
              <a:off x="1394514" y="4600809"/>
              <a:ext cx="440869" cy="75728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g3e37205208a_0_36"/>
            <p:cNvSpPr/>
            <p:nvPr/>
          </p:nvSpPr>
          <p:spPr>
            <a:xfrm>
              <a:off x="1156673" y="4725738"/>
              <a:ext cx="474774" cy="75767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g3e37205208a_0_36"/>
            <p:cNvSpPr/>
            <p:nvPr/>
          </p:nvSpPr>
          <p:spPr>
            <a:xfrm>
              <a:off x="1718307" y="4725738"/>
              <a:ext cx="453393" cy="75767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g3e37205208a_0_36"/>
            <p:cNvSpPr/>
            <p:nvPr/>
          </p:nvSpPr>
          <p:spPr>
            <a:xfrm>
              <a:off x="1536688" y="4850706"/>
              <a:ext cx="635008" cy="75299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4" name="Google Shape;404;g3e37205208a_0_36"/>
          <p:cNvSpPr txBox="1"/>
          <p:nvPr/>
        </p:nvSpPr>
        <p:spPr>
          <a:xfrm>
            <a:off x="1956600" y="1511850"/>
            <a:ext cx="7040700" cy="21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JVM (Java Virtual Machine)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A máquina virtual que executa os arquivos bytecode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JRE (Java Runtime Environment)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O ambiente que junta a JVM com as bibliotecas principais do Java, necessário apenas para executar programas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JDK (Java Development Kit)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O kit completo com ferramentas (como o compilador) para criar e compilar novas aplicações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e37205208a_0_48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Além disso, a plataforma Java oferece suporte a várias linguagens de programação, como Kotlin, Scala e Groovy, que também são compiladas para bytecode e executadas dentro da mesma JVM.</a:t>
            </a:r>
            <a:endParaRPr/>
          </a:p>
        </p:txBody>
      </p:sp>
      <p:sp>
        <p:nvSpPr>
          <p:cNvPr id="410" name="Google Shape;410;g3e37205208a_0_48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PLATAFORMA</a:t>
            </a:r>
            <a:endParaRPr sz="2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e37205208a_0_53"/>
          <p:cNvSpPr txBox="1"/>
          <p:nvPr>
            <p:ph idx="1" type="body"/>
          </p:nvPr>
        </p:nvSpPr>
        <p:spPr>
          <a:xfrm>
            <a:off x="4401425" y="1997200"/>
            <a:ext cx="4187100" cy="28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A plataforma expandiu-se para além do desenvolvimento de softwares básicos, segmentando-se em quatro edições principais. Cada uma atende a diferentes necessidades do mercado, desde sensores industriais até sistemas bancários: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JSE - Java Standard Edition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JEE - Jakarta Enterprise Edition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JME - Java Micro Edition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JFX - JavaFX</a:t>
            </a:r>
            <a:endParaRPr/>
          </a:p>
        </p:txBody>
      </p:sp>
      <p:sp>
        <p:nvSpPr>
          <p:cNvPr id="416" name="Google Shape;416;g3e37205208a_0_53"/>
          <p:cNvSpPr txBox="1"/>
          <p:nvPr>
            <p:ph type="title"/>
          </p:nvPr>
        </p:nvSpPr>
        <p:spPr>
          <a:xfrm>
            <a:off x="3876150" y="1323800"/>
            <a:ext cx="47427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600"/>
              <a:t>EDIÇÕES DA PLATAFORMA</a:t>
            </a:r>
            <a:endParaRPr sz="2600"/>
          </a:p>
        </p:txBody>
      </p:sp>
      <p:sp>
        <p:nvSpPr>
          <p:cNvPr id="417" name="Google Shape;417;g3e37205208a_0_53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g3e37205208a_0_53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g3e37205208a_0_53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0" name="Google Shape;420;g3e37205208a_0_53" title="java-logo-removebg-preview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5724" y="1620838"/>
            <a:ext cx="1352950" cy="23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e37205208a_0_62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A Java Standard Edition é o núcleo da plataforma e a base para todas as outras edições. Nela, temos as APIs fundamentais, os tipos de dados básicos, estruturas de controle e as bibliotecas essenciais da linguagem (pacote java.*).</a:t>
            </a:r>
            <a:endParaRPr/>
          </a:p>
        </p:txBody>
      </p:sp>
      <p:sp>
        <p:nvSpPr>
          <p:cNvPr id="426" name="Google Shape;426;g3e37205208a_0_62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JSE</a:t>
            </a:r>
            <a:endParaRPr sz="2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e37205208a_0_67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JSE</a:t>
            </a:r>
            <a:endParaRPr/>
          </a:p>
        </p:txBody>
      </p:sp>
      <p:pic>
        <p:nvPicPr>
          <p:cNvPr id="432" name="Google Shape;432;g3e37205208a_0_67"/>
          <p:cNvPicPr preferRelativeResize="0"/>
          <p:nvPr/>
        </p:nvPicPr>
        <p:blipFill rotWithShape="1">
          <a:blip r:embed="rId3">
            <a:alphaModFix/>
          </a:blip>
          <a:srcRect b="0" l="61241" r="15108" t="0"/>
          <a:stretch/>
        </p:blipFill>
        <p:spPr>
          <a:xfrm>
            <a:off x="0" y="0"/>
            <a:ext cx="182317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3" name="Google Shape;433;g3e37205208a_0_67"/>
          <p:cNvGrpSpPr/>
          <p:nvPr/>
        </p:nvGrpSpPr>
        <p:grpSpPr>
          <a:xfrm>
            <a:off x="1223348" y="4553184"/>
            <a:ext cx="1015032" cy="325196"/>
            <a:chOff x="1156673" y="4600809"/>
            <a:chExt cx="1015032" cy="325196"/>
          </a:xfrm>
        </p:grpSpPr>
        <p:sp>
          <p:nvSpPr>
            <p:cNvPr id="434" name="Google Shape;434;g3e37205208a_0_67"/>
            <p:cNvSpPr/>
            <p:nvPr/>
          </p:nvSpPr>
          <p:spPr>
            <a:xfrm>
              <a:off x="1937576" y="4600809"/>
              <a:ext cx="234129" cy="75728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g3e37205208a_0_67"/>
            <p:cNvSpPr/>
            <p:nvPr/>
          </p:nvSpPr>
          <p:spPr>
            <a:xfrm>
              <a:off x="1394514" y="4600809"/>
              <a:ext cx="440869" cy="75728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g3e37205208a_0_67"/>
            <p:cNvSpPr/>
            <p:nvPr/>
          </p:nvSpPr>
          <p:spPr>
            <a:xfrm>
              <a:off x="1156673" y="4725738"/>
              <a:ext cx="474774" cy="75767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g3e37205208a_0_67"/>
            <p:cNvSpPr/>
            <p:nvPr/>
          </p:nvSpPr>
          <p:spPr>
            <a:xfrm>
              <a:off x="1718307" y="4725738"/>
              <a:ext cx="453393" cy="75767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g3e37205208a_0_67"/>
            <p:cNvSpPr/>
            <p:nvPr/>
          </p:nvSpPr>
          <p:spPr>
            <a:xfrm>
              <a:off x="1536688" y="4850706"/>
              <a:ext cx="635008" cy="75299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9" name="Google Shape;439;g3e37205208a_0_67"/>
          <p:cNvSpPr txBox="1"/>
          <p:nvPr/>
        </p:nvSpPr>
        <p:spPr>
          <a:xfrm>
            <a:off x="1934375" y="1367400"/>
            <a:ext cx="7129800" cy="24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Público-alvo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Desenvolvedores de software em geral, ferramentas de desktop e aplicações de console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Componentes-chave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Inclui o JDK, a JVM e as bibliotecas essenciais (</a:t>
            </a: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java.lang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, </a:t>
            </a: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java.util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, </a:t>
            </a: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java.io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, </a:t>
            </a: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java.math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etc)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Recursos inclusos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Segurança de rede, conectividade com bancos de dados (JDBC) e manipulação de arquivos (NIO2)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Uso prático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Criação de ferramentas de linha de comando, scripts de automação e aplicações desktop tradicionais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e37205208a_0_104"/>
          <p:cNvSpPr/>
          <p:nvPr/>
        </p:nvSpPr>
        <p:spPr>
          <a:xfrm>
            <a:off x="274200" y="960325"/>
            <a:ext cx="3965100" cy="4040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445" name="Google Shape;445;g3e37205208a_0_104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EXEMPLO</a:t>
            </a:r>
            <a:endParaRPr/>
          </a:p>
        </p:txBody>
      </p:sp>
      <p:sp>
        <p:nvSpPr>
          <p:cNvPr id="446" name="Google Shape;446;g3e37205208a_0_104"/>
          <p:cNvSpPr txBox="1"/>
          <p:nvPr/>
        </p:nvSpPr>
        <p:spPr>
          <a:xfrm>
            <a:off x="274200" y="960325"/>
            <a:ext cx="4039500" cy="40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Produto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nome;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preco;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Produto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nome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preco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.nome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nome;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.preco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preco;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@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Override</a:t>
            </a:r>
            <a:endParaRPr i="1" sz="1050">
              <a:solidFill>
                <a:srgbClr val="66D9E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toString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String.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format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pt-BR" sz="1050">
                <a:solidFill>
                  <a:srgbClr val="E6DB74"/>
                </a:solidFill>
                <a:latin typeface="Courier New"/>
                <a:ea typeface="Courier New"/>
                <a:cs typeface="Courier New"/>
                <a:sym typeface="Courier New"/>
              </a:rPr>
              <a:t>"Produto(nome=%s, preco=%.2f"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.nome,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.produto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);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F9267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7" name="Google Shape;447;g3e37205208a_0_104"/>
          <p:cNvSpPr/>
          <p:nvPr/>
        </p:nvSpPr>
        <p:spPr>
          <a:xfrm>
            <a:off x="4569550" y="1804225"/>
            <a:ext cx="3965100" cy="23526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448" name="Google Shape;448;g3e37205208a_0_104"/>
          <p:cNvSpPr txBox="1"/>
          <p:nvPr/>
        </p:nvSpPr>
        <p:spPr>
          <a:xfrm>
            <a:off x="4569550" y="1804225"/>
            <a:ext cx="4039500" cy="23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[] </a:t>
            </a:r>
            <a:r>
              <a:rPr i="1"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args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Produto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produto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Produto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pt-BR" sz="1050">
                <a:solidFill>
                  <a:srgbClr val="E6DB74"/>
                </a:solidFill>
                <a:latin typeface="Courier New"/>
                <a:ea typeface="Courier New"/>
                <a:cs typeface="Courier New"/>
                <a:sym typeface="Courier New"/>
              </a:rPr>
              <a:t>"Notebook"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pt-BR" sz="1050">
                <a:solidFill>
                  <a:srgbClr val="AE81FF"/>
                </a:solidFill>
                <a:latin typeface="Courier New"/>
                <a:ea typeface="Courier New"/>
                <a:cs typeface="Courier New"/>
                <a:sym typeface="Courier New"/>
              </a:rPr>
              <a:t>3_500.0</a:t>
            </a:r>
            <a:endParaRPr sz="1050">
              <a:solidFill>
                <a:srgbClr val="AE81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);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System.out.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println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(produto);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F9267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e37205208a_0_79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Construída sobre a Java Standard Edition, a Jakarta Enterprise Edition (Antiga Java Enterprise Edition) adiciona um ecossistema de ferramentas para criar aplicações corporativas de grande escala, distribuídas, seguras e baseadas na web.</a:t>
            </a:r>
            <a:endParaRPr/>
          </a:p>
        </p:txBody>
      </p:sp>
      <p:sp>
        <p:nvSpPr>
          <p:cNvPr id="454" name="Google Shape;454;g3e37205208a_0_79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JEE</a:t>
            </a:r>
            <a:endParaRPr sz="2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e37205208a_0_84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JEE</a:t>
            </a:r>
            <a:endParaRPr/>
          </a:p>
        </p:txBody>
      </p:sp>
      <p:pic>
        <p:nvPicPr>
          <p:cNvPr id="460" name="Google Shape;460;g3e37205208a_0_84"/>
          <p:cNvPicPr preferRelativeResize="0"/>
          <p:nvPr/>
        </p:nvPicPr>
        <p:blipFill rotWithShape="1">
          <a:blip r:embed="rId3">
            <a:alphaModFix/>
          </a:blip>
          <a:srcRect b="0" l="61241" r="15108" t="0"/>
          <a:stretch/>
        </p:blipFill>
        <p:spPr>
          <a:xfrm>
            <a:off x="0" y="0"/>
            <a:ext cx="182317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1" name="Google Shape;461;g3e37205208a_0_84"/>
          <p:cNvGrpSpPr/>
          <p:nvPr/>
        </p:nvGrpSpPr>
        <p:grpSpPr>
          <a:xfrm>
            <a:off x="1223348" y="4553184"/>
            <a:ext cx="1015032" cy="325196"/>
            <a:chOff x="1156673" y="4600809"/>
            <a:chExt cx="1015032" cy="325196"/>
          </a:xfrm>
        </p:grpSpPr>
        <p:sp>
          <p:nvSpPr>
            <p:cNvPr id="462" name="Google Shape;462;g3e37205208a_0_84"/>
            <p:cNvSpPr/>
            <p:nvPr/>
          </p:nvSpPr>
          <p:spPr>
            <a:xfrm>
              <a:off x="1937576" y="4600809"/>
              <a:ext cx="234129" cy="75728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g3e37205208a_0_84"/>
            <p:cNvSpPr/>
            <p:nvPr/>
          </p:nvSpPr>
          <p:spPr>
            <a:xfrm>
              <a:off x="1394514" y="4600809"/>
              <a:ext cx="440869" cy="75728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g3e37205208a_0_84"/>
            <p:cNvSpPr/>
            <p:nvPr/>
          </p:nvSpPr>
          <p:spPr>
            <a:xfrm>
              <a:off x="1156673" y="4725738"/>
              <a:ext cx="474774" cy="75767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g3e37205208a_0_84"/>
            <p:cNvSpPr/>
            <p:nvPr/>
          </p:nvSpPr>
          <p:spPr>
            <a:xfrm>
              <a:off x="1718307" y="4725738"/>
              <a:ext cx="453393" cy="75767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g3e37205208a_0_84"/>
            <p:cNvSpPr/>
            <p:nvPr/>
          </p:nvSpPr>
          <p:spPr>
            <a:xfrm>
              <a:off x="1536688" y="4850706"/>
              <a:ext cx="635008" cy="75299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7" name="Google Shape;467;g3e37205208a_0_84"/>
          <p:cNvSpPr txBox="1"/>
          <p:nvPr/>
        </p:nvSpPr>
        <p:spPr>
          <a:xfrm>
            <a:off x="1934375" y="1012200"/>
            <a:ext cx="7129800" cy="3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Mudança de nome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A Oracle transferiu o controle para a Eclipse Foundation, mudando o nome de Java EE para Jakarta EE a partir da versão 8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Arquitetura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Baseia-se em componentes modulares que rodam dentro de um servidor de aplicação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Principais especificações</a:t>
            </a:r>
            <a:endParaRPr b="1"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Jakarta RESTful Web Services (JAX-RS)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Criação de APIs e serviços web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Jakarta Persistence API (JPA)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Mapeamento de objetos de código para tabelas de bancos de dados (ORM)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Jakarta Enterprise Beans (EJB)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Gerenciamento de lógicas de negócio, transações e segurança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e37205208a_0_96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CENÁRIOS DE USO</a:t>
            </a:r>
            <a:endParaRPr/>
          </a:p>
        </p:txBody>
      </p:sp>
      <p:sp>
        <p:nvSpPr>
          <p:cNvPr id="473" name="Google Shape;473;g3e37205208a_0_96"/>
          <p:cNvSpPr/>
          <p:nvPr/>
        </p:nvSpPr>
        <p:spPr>
          <a:xfrm>
            <a:off x="2653975" y="1565436"/>
            <a:ext cx="1793700" cy="11784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Anaheim"/>
                <a:ea typeface="Anaheim"/>
                <a:cs typeface="Anaheim"/>
                <a:sym typeface="Anaheim"/>
              </a:rPr>
              <a:t>Sistemas bancários</a:t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474" name="Google Shape;474;g3e37205208a_0_96"/>
          <p:cNvSpPr/>
          <p:nvPr/>
        </p:nvSpPr>
        <p:spPr>
          <a:xfrm>
            <a:off x="4696275" y="1565436"/>
            <a:ext cx="1793700" cy="11784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Anaheim"/>
                <a:ea typeface="Anaheim"/>
                <a:cs typeface="Anaheim"/>
                <a:sym typeface="Anaheim"/>
              </a:rPr>
              <a:t>E-commerce</a:t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475" name="Google Shape;475;g3e37205208a_0_96"/>
          <p:cNvSpPr/>
          <p:nvPr/>
        </p:nvSpPr>
        <p:spPr>
          <a:xfrm>
            <a:off x="4696325" y="2918461"/>
            <a:ext cx="1793700" cy="11784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Anaheim"/>
                <a:ea typeface="Anaheim"/>
                <a:cs typeface="Anaheim"/>
                <a:sym typeface="Anaheim"/>
              </a:rPr>
              <a:t>Portais governamentais</a:t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476" name="Google Shape;476;g3e37205208a_0_96"/>
          <p:cNvSpPr/>
          <p:nvPr/>
        </p:nvSpPr>
        <p:spPr>
          <a:xfrm>
            <a:off x="2653975" y="2918461"/>
            <a:ext cx="1793700" cy="11784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Anaheim"/>
                <a:ea typeface="Anaheim"/>
                <a:cs typeface="Anaheim"/>
                <a:sym typeface="Anaheim"/>
              </a:rPr>
              <a:t>Arquiteturas de microsserviços</a:t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e37205208a_0_429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A Java Micro Edition se trata de uma versão enxuta projetada especificamente para dispositivos com recursos de hardware limitados, pouca memória, processamento fraco e baixa largura de banda. Em dispositivos com essas características, usar recursos de forma eficiente se torna um requisito obrigatório.</a:t>
            </a:r>
            <a:endParaRPr/>
          </a:p>
        </p:txBody>
      </p:sp>
      <p:sp>
        <p:nvSpPr>
          <p:cNvPr id="482" name="Google Shape;482;g3e37205208a_0_429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JME</a:t>
            </a:r>
            <a:endParaRPr sz="2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e37205208a_0_434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JME</a:t>
            </a:r>
            <a:endParaRPr/>
          </a:p>
        </p:txBody>
      </p:sp>
      <p:pic>
        <p:nvPicPr>
          <p:cNvPr id="488" name="Google Shape;488;g3e37205208a_0_434"/>
          <p:cNvPicPr preferRelativeResize="0"/>
          <p:nvPr/>
        </p:nvPicPr>
        <p:blipFill rotWithShape="1">
          <a:blip r:embed="rId3">
            <a:alphaModFix/>
          </a:blip>
          <a:srcRect b="0" l="61241" r="15108" t="0"/>
          <a:stretch/>
        </p:blipFill>
        <p:spPr>
          <a:xfrm>
            <a:off x="0" y="0"/>
            <a:ext cx="182317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9" name="Google Shape;489;g3e37205208a_0_434"/>
          <p:cNvGrpSpPr/>
          <p:nvPr/>
        </p:nvGrpSpPr>
        <p:grpSpPr>
          <a:xfrm>
            <a:off x="1223348" y="4553184"/>
            <a:ext cx="1015032" cy="325196"/>
            <a:chOff x="1156673" y="4600809"/>
            <a:chExt cx="1015032" cy="325196"/>
          </a:xfrm>
        </p:grpSpPr>
        <p:sp>
          <p:nvSpPr>
            <p:cNvPr id="490" name="Google Shape;490;g3e37205208a_0_434"/>
            <p:cNvSpPr/>
            <p:nvPr/>
          </p:nvSpPr>
          <p:spPr>
            <a:xfrm>
              <a:off x="1937576" y="4600809"/>
              <a:ext cx="234129" cy="75728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g3e37205208a_0_434"/>
            <p:cNvSpPr/>
            <p:nvPr/>
          </p:nvSpPr>
          <p:spPr>
            <a:xfrm>
              <a:off x="1394514" y="4600809"/>
              <a:ext cx="440869" cy="75728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g3e37205208a_0_434"/>
            <p:cNvSpPr/>
            <p:nvPr/>
          </p:nvSpPr>
          <p:spPr>
            <a:xfrm>
              <a:off x="1156673" y="4725738"/>
              <a:ext cx="474774" cy="75767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g3e37205208a_0_434"/>
            <p:cNvSpPr/>
            <p:nvPr/>
          </p:nvSpPr>
          <p:spPr>
            <a:xfrm>
              <a:off x="1718307" y="4725738"/>
              <a:ext cx="453393" cy="75767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g3e37205208a_0_434"/>
            <p:cNvSpPr/>
            <p:nvPr/>
          </p:nvSpPr>
          <p:spPr>
            <a:xfrm>
              <a:off x="1536688" y="4850706"/>
              <a:ext cx="635008" cy="75299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5" name="Google Shape;495;g3e37205208a_0_434"/>
          <p:cNvSpPr txBox="1"/>
          <p:nvPr/>
        </p:nvSpPr>
        <p:spPr>
          <a:xfrm>
            <a:off x="1934375" y="1236150"/>
            <a:ext cx="7129800" cy="26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Configurações e Perfis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Adapta-se ao dispositivo usando Configurações (CLDC para dispositivos muito limitados) e Perfis (MIDP para celulares antigos)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Segurança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Possui um modelo rígido de sandbox para garantir que aplicações não danifiquem o hardware ou acessem dados sensíveis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Uso prático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Antigamente dominava os jogos e aplicativos de celulares “tijolão”. Hoje, foca em dispositivos de IoT, receptores de TV digital, smart cards (chips de cartão de crédito) e sensores industriais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e37205208a_0_446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Embora tenha nascido como parte do Java Standard Edition, o JavaFX tornou-se um projeto independente gerenciado pela comunidade OpenJFX, sendo focado na criação de interfaces gráficas modernas (GUI).</a:t>
            </a:r>
            <a:endParaRPr/>
          </a:p>
        </p:txBody>
      </p:sp>
      <p:sp>
        <p:nvSpPr>
          <p:cNvPr id="501" name="Google Shape;501;g3e37205208a_0_446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JFX</a:t>
            </a:r>
            <a:endParaRPr sz="25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e37205208a_0_451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JFX</a:t>
            </a:r>
            <a:endParaRPr/>
          </a:p>
        </p:txBody>
      </p:sp>
      <p:pic>
        <p:nvPicPr>
          <p:cNvPr id="507" name="Google Shape;507;g3e37205208a_0_451"/>
          <p:cNvPicPr preferRelativeResize="0"/>
          <p:nvPr/>
        </p:nvPicPr>
        <p:blipFill rotWithShape="1">
          <a:blip r:embed="rId3">
            <a:alphaModFix/>
          </a:blip>
          <a:srcRect b="0" l="61241" r="15108" t="0"/>
          <a:stretch/>
        </p:blipFill>
        <p:spPr>
          <a:xfrm>
            <a:off x="0" y="0"/>
            <a:ext cx="182317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8" name="Google Shape;508;g3e37205208a_0_451"/>
          <p:cNvGrpSpPr/>
          <p:nvPr/>
        </p:nvGrpSpPr>
        <p:grpSpPr>
          <a:xfrm>
            <a:off x="1223348" y="4553184"/>
            <a:ext cx="1015032" cy="325196"/>
            <a:chOff x="1156673" y="4600809"/>
            <a:chExt cx="1015032" cy="325196"/>
          </a:xfrm>
        </p:grpSpPr>
        <p:sp>
          <p:nvSpPr>
            <p:cNvPr id="509" name="Google Shape;509;g3e37205208a_0_451"/>
            <p:cNvSpPr/>
            <p:nvPr/>
          </p:nvSpPr>
          <p:spPr>
            <a:xfrm>
              <a:off x="1937576" y="4600809"/>
              <a:ext cx="234129" cy="75728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g3e37205208a_0_451"/>
            <p:cNvSpPr/>
            <p:nvPr/>
          </p:nvSpPr>
          <p:spPr>
            <a:xfrm>
              <a:off x="1394514" y="4600809"/>
              <a:ext cx="440869" cy="75728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g3e37205208a_0_451"/>
            <p:cNvSpPr/>
            <p:nvPr/>
          </p:nvSpPr>
          <p:spPr>
            <a:xfrm>
              <a:off x="1156673" y="4725738"/>
              <a:ext cx="474774" cy="75767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g3e37205208a_0_451"/>
            <p:cNvSpPr/>
            <p:nvPr/>
          </p:nvSpPr>
          <p:spPr>
            <a:xfrm>
              <a:off x="1718307" y="4725738"/>
              <a:ext cx="453393" cy="75767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g3e37205208a_0_451"/>
            <p:cNvSpPr/>
            <p:nvPr/>
          </p:nvSpPr>
          <p:spPr>
            <a:xfrm>
              <a:off x="1536688" y="4850706"/>
              <a:ext cx="635008" cy="75299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4" name="Google Shape;514;g3e37205208a_0_451"/>
          <p:cNvSpPr txBox="1"/>
          <p:nvPr/>
        </p:nvSpPr>
        <p:spPr>
          <a:xfrm>
            <a:off x="1934375" y="1236150"/>
            <a:ext cx="7129800" cy="26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Substituto do Swing/AWT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Veio para modernizar o antigo framework Swing, trazendo aceleração gráfica por hardware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Design flexível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Permite separar a lógica do código da interface visual usando arquivos FXML (baseado em XML) e estilização CSS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Multimídia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Suporta nativamente áudio, vídeo, gráficos 2D/3D e renderização de páginas web dentro da aplicação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Uso prático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Dashboards corporativos detalhados, sistemas de quiosques multimídia, telas de caixas eletrônicos modernos e ferramentas de design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e37205208a_0_623"/>
          <p:cNvSpPr txBox="1"/>
          <p:nvPr>
            <p:ph idx="1" type="body"/>
          </p:nvPr>
        </p:nvSpPr>
        <p:spPr>
          <a:xfrm>
            <a:off x="4401425" y="1997200"/>
            <a:ext cx="41871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Vamos criar uma aplicação de exemplo a ser desenvolvido durante a aula. Para criar esse projeto, vamos fazer uso do gerenciador de projetos Maven, e vamos usar um template base de projetos de aplicação web Java usando a especificação Jakarta EE.</a:t>
            </a:r>
            <a:endParaRPr/>
          </a:p>
        </p:txBody>
      </p:sp>
      <p:sp>
        <p:nvSpPr>
          <p:cNvPr id="520" name="Google Shape;520;g3e37205208a_0_623"/>
          <p:cNvSpPr txBox="1"/>
          <p:nvPr>
            <p:ph type="title"/>
          </p:nvPr>
        </p:nvSpPr>
        <p:spPr>
          <a:xfrm>
            <a:off x="4431925" y="1323800"/>
            <a:ext cx="418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HORA DE EXERCÍCIO</a:t>
            </a:r>
            <a:endParaRPr/>
          </a:p>
        </p:txBody>
      </p:sp>
      <p:sp>
        <p:nvSpPr>
          <p:cNvPr id="521" name="Google Shape;521;g3e37205208a_0_623"/>
          <p:cNvSpPr/>
          <p:nvPr/>
        </p:nvSpPr>
        <p:spPr>
          <a:xfrm>
            <a:off x="0" y="1476225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g3e37205208a_0_623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g3e37205208a_0_623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4" name="Google Shape;524;g3e37205208a_0_623"/>
          <p:cNvPicPr preferRelativeResize="0"/>
          <p:nvPr/>
        </p:nvPicPr>
        <p:blipFill rotWithShape="1">
          <a:blip r:embed="rId3">
            <a:alphaModFix/>
          </a:blip>
          <a:srcRect b="0" l="22179" r="0" t="0"/>
          <a:stretch/>
        </p:blipFill>
        <p:spPr>
          <a:xfrm>
            <a:off x="-3" y="1574988"/>
            <a:ext cx="3224401" cy="2573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e37205208a_0_463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pt-BR"/>
              <a:t>PLATAFORMA JEE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e37205208a_0_471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Quando comparamos JEE com JSE, a principal diferença entre as aplicações construídas nessas plataformas estão na arquitetura  e no modelo de distribuição. Enquanto aplicações standalone são executadas diretamente no sistema operacional local, as aplicações web corporativas rodam em servidores e são acessadas via navegador, centralizando atualizações e dados.</a:t>
            </a:r>
            <a:endParaRPr/>
          </a:p>
        </p:txBody>
      </p:sp>
      <p:sp>
        <p:nvSpPr>
          <p:cNvPr id="535" name="Google Shape;535;g3e37205208a_0_471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DIFERENÇA</a:t>
            </a:r>
            <a:endParaRPr/>
          </a:p>
        </p:txBody>
      </p:sp>
      <p:sp>
        <p:nvSpPr>
          <p:cNvPr id="536" name="Google Shape;536;g3e37205208a_0_471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g3e37205208a_0_471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g3e37205208a_0_471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9" name="Google Shape;539;g3e37205208a_0_4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67451"/>
            <a:ext cx="3224400" cy="1689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e37205208a_0_480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COMPARAÇÕES</a:t>
            </a:r>
            <a:endParaRPr/>
          </a:p>
        </p:txBody>
      </p:sp>
      <p:graphicFrame>
        <p:nvGraphicFramePr>
          <p:cNvPr id="545" name="Google Shape;545;g3e37205208a_0_480"/>
          <p:cNvGraphicFramePr/>
          <p:nvPr/>
        </p:nvGraphicFramePr>
        <p:xfrm>
          <a:off x="952500" y="1002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{29464E70-7AB7-44C3-9E0B-E66EDD96AA64}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</a:rPr>
                        <a:t>Característica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88846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</a:rPr>
                        <a:t>Aplicações standalone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88846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</a:rPr>
                        <a:t>Aplicações web corporativas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88846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solidFill>
                            <a:schemeClr val="lt1"/>
                          </a:solidFill>
                        </a:rPr>
                        <a:t>Arquitetura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solidFill>
                            <a:schemeClr val="lt1"/>
                          </a:solidFill>
                        </a:rPr>
                        <a:t>Processamento monolítico local. Roda diretamente sobre a JVM instalada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solidFill>
                            <a:schemeClr val="lt1"/>
                          </a:solidFill>
                        </a:rPr>
                        <a:t>Cliente-servidor. A interface roda no navegador e a lógica de negócios no servidor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solidFill>
                            <a:schemeClr val="lt1"/>
                          </a:solidFill>
                        </a:rPr>
                        <a:t>Distribuição e atualização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solidFill>
                            <a:schemeClr val="lt1"/>
                          </a:solidFill>
                        </a:rPr>
                        <a:t>Requer instalação manual ou atualização por instaladores. Correções que exigem que o usuário baixe a nova versão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solidFill>
                            <a:schemeClr val="lt1"/>
                          </a:solidFill>
                        </a:rPr>
                        <a:t>Centralizada no servidor. Qualquer alteração fica disponível imediatamente para todos os usuários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solidFill>
                            <a:schemeClr val="lt1"/>
                          </a:solidFill>
                        </a:rPr>
                        <a:t>Acesso a recursos da máquina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solidFill>
                            <a:schemeClr val="lt1"/>
                          </a:solidFill>
                        </a:rPr>
                        <a:t>Total. Acesso irrestrito a arquivos locais, hardware e periféricos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solidFill>
                            <a:schemeClr val="lt1"/>
                          </a:solidFill>
                        </a:rPr>
                        <a:t>Limitado e intermediado pelo sandbox do navegador por questões de segurança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e37205208a_0_485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COMPARAÇÕES</a:t>
            </a:r>
            <a:endParaRPr/>
          </a:p>
        </p:txBody>
      </p:sp>
      <p:graphicFrame>
        <p:nvGraphicFramePr>
          <p:cNvPr id="551" name="Google Shape;551;g3e37205208a_0_485"/>
          <p:cNvGraphicFramePr/>
          <p:nvPr/>
        </p:nvGraphicFramePr>
        <p:xfrm>
          <a:off x="952500" y="12048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{29464E70-7AB7-44C3-9E0B-E66EDD96AA64}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</a:rPr>
                        <a:t>Característica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88846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</a:rPr>
                        <a:t>Aplicações standalone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88846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</a:rPr>
                        <a:t>Aplicações web corporativas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88846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solidFill>
                            <a:schemeClr val="lt1"/>
                          </a:solidFill>
                        </a:rPr>
                        <a:t>Escalabilidade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solidFill>
                            <a:schemeClr val="lt1"/>
                          </a:solidFill>
                        </a:rPr>
                        <a:t>Limitada aos recursos do computador onde a aplicação está em execução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solidFill>
                            <a:schemeClr val="lt1"/>
                          </a:solidFill>
                        </a:rPr>
                        <a:t>Alta. Podem ser facilmente escaladas horizontalmente através de balanceadores de carga e contêineres de nuvem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solidFill>
                            <a:schemeClr val="lt1"/>
                          </a:solidFill>
                        </a:rPr>
                        <a:t>Uso offline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solidFill>
                            <a:schemeClr val="lt1"/>
                          </a:solidFill>
                        </a:rPr>
                        <a:t>Funciona perfeitamente sem conexão com a internet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solidFill>
                            <a:schemeClr val="lt1"/>
                          </a:solidFill>
                        </a:rPr>
                        <a:t>Depende fundamentalmente de conexão com a internet  ou de recursos locais complexos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solidFill>
                            <a:schemeClr val="lt1"/>
                          </a:solidFill>
                        </a:rPr>
                        <a:t>Segurança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solidFill>
                            <a:schemeClr val="lt1"/>
                          </a:solidFill>
                        </a:rPr>
                        <a:t>Depende  das permissões do usuário no sistema operacional local. Acesso direto a bancos de dados é comum em redes internas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solidFill>
                            <a:schemeClr val="lt1"/>
                          </a:solidFill>
                        </a:rPr>
                        <a:t>Centralizada, ideal para proteção de dados sensíveis. Bloqueia o acesso direto do cliente ao banco de dados, utilizando APIs controladas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253300b8278_0_114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Um servidor de aplicação da Jakarta EE atua como um ambiente de execução robusto que fornece infraestrutura e serviços padronizados (transações, segurança e persistência). Ele gerencia o ciclo de vida dos componentes, permitindo que os desenvolvedores foquem na lógica de negócio ao invés de codificar serviços de sistemas complexos.</a:t>
            </a:r>
            <a:endParaRPr/>
          </a:p>
        </p:txBody>
      </p:sp>
      <p:sp>
        <p:nvSpPr>
          <p:cNvPr id="557" name="Google Shape;557;g253300b8278_0_114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CONTAINER</a:t>
            </a:r>
            <a:endParaRPr/>
          </a:p>
        </p:txBody>
      </p:sp>
      <p:sp>
        <p:nvSpPr>
          <p:cNvPr id="558" name="Google Shape;558;g253300b8278_0_114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g253300b8278_0_114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g253300b8278_0_114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1" name="Google Shape;561;g253300b8278_0_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98025"/>
            <a:ext cx="3224400" cy="242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e37205208a_0_499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SERVIDOR DE APLICAÇÃO</a:t>
            </a:r>
            <a:endParaRPr/>
          </a:p>
        </p:txBody>
      </p:sp>
      <p:pic>
        <p:nvPicPr>
          <p:cNvPr id="567" name="Google Shape;567;g3e37205208a_0_499"/>
          <p:cNvPicPr preferRelativeResize="0"/>
          <p:nvPr/>
        </p:nvPicPr>
        <p:blipFill rotWithShape="1">
          <a:blip r:embed="rId3">
            <a:alphaModFix/>
          </a:blip>
          <a:srcRect b="0" l="61241" r="15108" t="0"/>
          <a:stretch/>
        </p:blipFill>
        <p:spPr>
          <a:xfrm>
            <a:off x="0" y="0"/>
            <a:ext cx="182317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8" name="Google Shape;568;g3e37205208a_0_499"/>
          <p:cNvGrpSpPr/>
          <p:nvPr/>
        </p:nvGrpSpPr>
        <p:grpSpPr>
          <a:xfrm>
            <a:off x="1223348" y="4553184"/>
            <a:ext cx="1015032" cy="325196"/>
            <a:chOff x="1156673" y="4600809"/>
            <a:chExt cx="1015032" cy="325196"/>
          </a:xfrm>
        </p:grpSpPr>
        <p:sp>
          <p:nvSpPr>
            <p:cNvPr id="569" name="Google Shape;569;g3e37205208a_0_499"/>
            <p:cNvSpPr/>
            <p:nvPr/>
          </p:nvSpPr>
          <p:spPr>
            <a:xfrm>
              <a:off x="1937576" y="4600809"/>
              <a:ext cx="234129" cy="75728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g3e37205208a_0_499"/>
            <p:cNvSpPr/>
            <p:nvPr/>
          </p:nvSpPr>
          <p:spPr>
            <a:xfrm>
              <a:off x="1394514" y="4600809"/>
              <a:ext cx="440869" cy="75728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g3e37205208a_0_499"/>
            <p:cNvSpPr/>
            <p:nvPr/>
          </p:nvSpPr>
          <p:spPr>
            <a:xfrm>
              <a:off x="1156673" y="4725738"/>
              <a:ext cx="474774" cy="75767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g3e37205208a_0_499"/>
            <p:cNvSpPr/>
            <p:nvPr/>
          </p:nvSpPr>
          <p:spPr>
            <a:xfrm>
              <a:off x="1718307" y="4725738"/>
              <a:ext cx="453393" cy="75767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g3e37205208a_0_499"/>
            <p:cNvSpPr/>
            <p:nvPr/>
          </p:nvSpPr>
          <p:spPr>
            <a:xfrm>
              <a:off x="1536688" y="4850706"/>
              <a:ext cx="635008" cy="75299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4" name="Google Shape;574;g3e37205208a_0_499"/>
          <p:cNvSpPr txBox="1"/>
          <p:nvPr/>
        </p:nvSpPr>
        <p:spPr>
          <a:xfrm>
            <a:off x="1941775" y="1104300"/>
            <a:ext cx="7077900" cy="29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Gerenciamento de contêineres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Hospeda e isola diferentes tipos de componentes, fornecendo serviços de injeção de dependências e gerenciamento de estado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Controle de Transações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Garante a consistência dos dados de forma declarativa (através de anotações como </a:t>
            </a: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@Transactional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), controlando operações em bancos de dados sem a necessidade de controle manual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Segurança Integrada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Implementa autenticação e autorização padronizadas, controlando o acesso a recursos e páginas de forma transparente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e37205208a_0_511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SERVIDOR DE APLICAÇÃO</a:t>
            </a:r>
            <a:endParaRPr/>
          </a:p>
        </p:txBody>
      </p:sp>
      <p:pic>
        <p:nvPicPr>
          <p:cNvPr id="580" name="Google Shape;580;g3e37205208a_0_511"/>
          <p:cNvPicPr preferRelativeResize="0"/>
          <p:nvPr/>
        </p:nvPicPr>
        <p:blipFill rotWithShape="1">
          <a:blip r:embed="rId3">
            <a:alphaModFix/>
          </a:blip>
          <a:srcRect b="0" l="61241" r="15108" t="0"/>
          <a:stretch/>
        </p:blipFill>
        <p:spPr>
          <a:xfrm>
            <a:off x="0" y="0"/>
            <a:ext cx="182317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1" name="Google Shape;581;g3e37205208a_0_511"/>
          <p:cNvGrpSpPr/>
          <p:nvPr/>
        </p:nvGrpSpPr>
        <p:grpSpPr>
          <a:xfrm>
            <a:off x="1223348" y="4553184"/>
            <a:ext cx="1015032" cy="325196"/>
            <a:chOff x="1156673" y="4600809"/>
            <a:chExt cx="1015032" cy="325196"/>
          </a:xfrm>
        </p:grpSpPr>
        <p:sp>
          <p:nvSpPr>
            <p:cNvPr id="582" name="Google Shape;582;g3e37205208a_0_511"/>
            <p:cNvSpPr/>
            <p:nvPr/>
          </p:nvSpPr>
          <p:spPr>
            <a:xfrm>
              <a:off x="1937576" y="4600809"/>
              <a:ext cx="234129" cy="75728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g3e37205208a_0_511"/>
            <p:cNvSpPr/>
            <p:nvPr/>
          </p:nvSpPr>
          <p:spPr>
            <a:xfrm>
              <a:off x="1394514" y="4600809"/>
              <a:ext cx="440869" cy="75728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g3e37205208a_0_511"/>
            <p:cNvSpPr/>
            <p:nvPr/>
          </p:nvSpPr>
          <p:spPr>
            <a:xfrm>
              <a:off x="1156673" y="4725738"/>
              <a:ext cx="474774" cy="75767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g3e37205208a_0_511"/>
            <p:cNvSpPr/>
            <p:nvPr/>
          </p:nvSpPr>
          <p:spPr>
            <a:xfrm>
              <a:off x="1718307" y="4725738"/>
              <a:ext cx="453393" cy="75767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g3e37205208a_0_511"/>
            <p:cNvSpPr/>
            <p:nvPr/>
          </p:nvSpPr>
          <p:spPr>
            <a:xfrm>
              <a:off x="1536688" y="4850706"/>
              <a:ext cx="635008" cy="75299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7" name="Google Shape;587;g3e37205208a_0_511"/>
          <p:cNvSpPr txBox="1"/>
          <p:nvPr/>
        </p:nvSpPr>
        <p:spPr>
          <a:xfrm>
            <a:off x="1941775" y="1648950"/>
            <a:ext cx="7077900" cy="18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Gerenciamento de Conexões e Recursos (pool)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Controla conexões com bancos de dados, filas de mensageria e outros recursos de forma otimizada para lidar com requisições simultâneas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Comunicação em Cluster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Oferece suporte nativo à distribuição de carga (balanceador de carga) e tolerância a falhas em ambientes corporativos de alta disponibilidade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e37205208a_0_528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SERVIDOR DE APLICAÇÃO</a:t>
            </a:r>
            <a:endParaRPr/>
          </a:p>
        </p:txBody>
      </p:sp>
      <p:pic>
        <p:nvPicPr>
          <p:cNvPr id="593" name="Google Shape;593;g3e37205208a_0_5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5195" y="1012200"/>
            <a:ext cx="7073610" cy="397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e37205208a_0_523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SERVIDORES DE CÓDIGO ABERTO</a:t>
            </a:r>
            <a:endParaRPr/>
          </a:p>
        </p:txBody>
      </p:sp>
      <p:pic>
        <p:nvPicPr>
          <p:cNvPr id="599" name="Google Shape;599;g3e37205208a_0_5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000" y="1192588"/>
            <a:ext cx="213360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g3e37205208a_0_523"/>
          <p:cNvPicPr preferRelativeResize="0"/>
          <p:nvPr/>
        </p:nvPicPr>
        <p:blipFill rotWithShape="1">
          <a:blip r:embed="rId4">
            <a:alphaModFix/>
          </a:blip>
          <a:srcRect b="4660" l="0" r="0" t="5549"/>
          <a:stretch/>
        </p:blipFill>
        <p:spPr>
          <a:xfrm>
            <a:off x="1190000" y="3506575"/>
            <a:ext cx="2857500" cy="143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g3e37205208a_0_5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23000" y="1308225"/>
            <a:ext cx="2914650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g3e37205208a_0_5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87975" y="3175899"/>
            <a:ext cx="3231275" cy="180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g3e37205208a_0_5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67757" y="1404838"/>
            <a:ext cx="2838994" cy="1589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e37205208a_0_537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SERVIDORES PROPRIETÁRIOS</a:t>
            </a:r>
            <a:endParaRPr/>
          </a:p>
        </p:txBody>
      </p:sp>
      <p:pic>
        <p:nvPicPr>
          <p:cNvPr id="609" name="Google Shape;609;g3e37205208a_0_5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325" y="1097900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g3e37205208a_0_5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0075" y="1297738"/>
            <a:ext cx="3410325" cy="341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e37205208a_0_548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pt-BR"/>
              <a:t>ESPECIFICAÇÕES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e37205208a_0_560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Servlets são componentes Java que gerenciam requisições e respostas na web no Ecossistema JEE. Eles funcionam como uma camada intermediária entre o navegador web e o banco de dados ou lógica de negócios (semelhante a um controller de requisições). Os componentes desse módulo se encontram no pacote </a:t>
            </a:r>
            <a:r>
              <a:rPr b="1" lang="pt-BR"/>
              <a:t>jakarta.servlet.*</a:t>
            </a:r>
            <a:r>
              <a:rPr lang="pt-BR"/>
              <a:t> .</a:t>
            </a:r>
            <a:endParaRPr/>
          </a:p>
        </p:txBody>
      </p:sp>
      <p:sp>
        <p:nvSpPr>
          <p:cNvPr id="621" name="Google Shape;621;g3e37205208a_0_560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SERVLETS</a:t>
            </a:r>
            <a:endParaRPr/>
          </a:p>
        </p:txBody>
      </p:sp>
      <p:sp>
        <p:nvSpPr>
          <p:cNvPr id="622" name="Google Shape;622;g3e37205208a_0_560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g3e37205208a_0_560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g3e37205208a_0_560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5" name="Google Shape;625;g3e37205208a_0_5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163" y="1659077"/>
            <a:ext cx="2228075" cy="230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e37205208a_0_568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SERVLETS</a:t>
            </a:r>
            <a:endParaRPr/>
          </a:p>
        </p:txBody>
      </p:sp>
      <p:pic>
        <p:nvPicPr>
          <p:cNvPr id="631" name="Google Shape;631;g3e37205208a_0_5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2124" y="1012200"/>
            <a:ext cx="5739752" cy="3826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e37205208a_0_578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CICLO DE VIDA</a:t>
            </a:r>
            <a:endParaRPr/>
          </a:p>
        </p:txBody>
      </p:sp>
      <p:pic>
        <p:nvPicPr>
          <p:cNvPr id="637" name="Google Shape;637;g3e37205208a_0_578"/>
          <p:cNvPicPr preferRelativeResize="0"/>
          <p:nvPr/>
        </p:nvPicPr>
        <p:blipFill rotWithShape="1">
          <a:blip r:embed="rId3">
            <a:alphaModFix/>
          </a:blip>
          <a:srcRect b="0" l="61241" r="15108" t="0"/>
          <a:stretch/>
        </p:blipFill>
        <p:spPr>
          <a:xfrm>
            <a:off x="0" y="0"/>
            <a:ext cx="182317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8" name="Google Shape;638;g3e37205208a_0_578"/>
          <p:cNvGrpSpPr/>
          <p:nvPr/>
        </p:nvGrpSpPr>
        <p:grpSpPr>
          <a:xfrm>
            <a:off x="1223348" y="4553184"/>
            <a:ext cx="1015032" cy="325196"/>
            <a:chOff x="1156673" y="4600809"/>
            <a:chExt cx="1015032" cy="325196"/>
          </a:xfrm>
        </p:grpSpPr>
        <p:sp>
          <p:nvSpPr>
            <p:cNvPr id="639" name="Google Shape;639;g3e37205208a_0_578"/>
            <p:cNvSpPr/>
            <p:nvPr/>
          </p:nvSpPr>
          <p:spPr>
            <a:xfrm>
              <a:off x="1937576" y="4600809"/>
              <a:ext cx="234129" cy="75728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g3e37205208a_0_578"/>
            <p:cNvSpPr/>
            <p:nvPr/>
          </p:nvSpPr>
          <p:spPr>
            <a:xfrm>
              <a:off x="1394514" y="4600809"/>
              <a:ext cx="440869" cy="75728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g3e37205208a_0_578"/>
            <p:cNvSpPr/>
            <p:nvPr/>
          </p:nvSpPr>
          <p:spPr>
            <a:xfrm>
              <a:off x="1156673" y="4725738"/>
              <a:ext cx="474774" cy="75767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g3e37205208a_0_578"/>
            <p:cNvSpPr/>
            <p:nvPr/>
          </p:nvSpPr>
          <p:spPr>
            <a:xfrm>
              <a:off x="1718307" y="4725738"/>
              <a:ext cx="453393" cy="75767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g3e37205208a_0_578"/>
            <p:cNvSpPr/>
            <p:nvPr/>
          </p:nvSpPr>
          <p:spPr>
            <a:xfrm>
              <a:off x="1536688" y="4850706"/>
              <a:ext cx="635008" cy="75299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4" name="Google Shape;644;g3e37205208a_0_578"/>
          <p:cNvSpPr txBox="1"/>
          <p:nvPr/>
        </p:nvSpPr>
        <p:spPr>
          <a:xfrm>
            <a:off x="1912125" y="1363650"/>
            <a:ext cx="7114800" cy="24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Os servlets seguem um ciclo de vida estrito gerenciado pelo servidor de aplicação: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init()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Executado apenas uma vez quando o servlet é carregado na memória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service()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Direciona a requisição para o método HTTP correto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destroy()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Executado uma vez antes do servlet ser removido da memória para liberar recursos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e37205208a_0_590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MÉTODOS HTTP</a:t>
            </a:r>
            <a:endParaRPr/>
          </a:p>
        </p:txBody>
      </p:sp>
      <p:pic>
        <p:nvPicPr>
          <p:cNvPr id="650" name="Google Shape;650;g3e37205208a_0_590"/>
          <p:cNvPicPr preferRelativeResize="0"/>
          <p:nvPr/>
        </p:nvPicPr>
        <p:blipFill rotWithShape="1">
          <a:blip r:embed="rId3">
            <a:alphaModFix/>
          </a:blip>
          <a:srcRect b="0" l="61241" r="15108" t="0"/>
          <a:stretch/>
        </p:blipFill>
        <p:spPr>
          <a:xfrm>
            <a:off x="0" y="0"/>
            <a:ext cx="182317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1" name="Google Shape;651;g3e37205208a_0_590"/>
          <p:cNvGrpSpPr/>
          <p:nvPr/>
        </p:nvGrpSpPr>
        <p:grpSpPr>
          <a:xfrm>
            <a:off x="1223348" y="4553184"/>
            <a:ext cx="1015032" cy="325196"/>
            <a:chOff x="1156673" y="4600809"/>
            <a:chExt cx="1015032" cy="325196"/>
          </a:xfrm>
        </p:grpSpPr>
        <p:sp>
          <p:nvSpPr>
            <p:cNvPr id="652" name="Google Shape;652;g3e37205208a_0_590"/>
            <p:cNvSpPr/>
            <p:nvPr/>
          </p:nvSpPr>
          <p:spPr>
            <a:xfrm>
              <a:off x="1937576" y="4600809"/>
              <a:ext cx="234129" cy="75728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g3e37205208a_0_590"/>
            <p:cNvSpPr/>
            <p:nvPr/>
          </p:nvSpPr>
          <p:spPr>
            <a:xfrm>
              <a:off x="1394514" y="4600809"/>
              <a:ext cx="440869" cy="75728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g3e37205208a_0_590"/>
            <p:cNvSpPr/>
            <p:nvPr/>
          </p:nvSpPr>
          <p:spPr>
            <a:xfrm>
              <a:off x="1156673" y="4725738"/>
              <a:ext cx="474774" cy="75767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g3e37205208a_0_590"/>
            <p:cNvSpPr/>
            <p:nvPr/>
          </p:nvSpPr>
          <p:spPr>
            <a:xfrm>
              <a:off x="1718307" y="4725738"/>
              <a:ext cx="453393" cy="75767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g3e37205208a_0_590"/>
            <p:cNvSpPr/>
            <p:nvPr/>
          </p:nvSpPr>
          <p:spPr>
            <a:xfrm>
              <a:off x="1536688" y="4850706"/>
              <a:ext cx="635008" cy="75299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7" name="Google Shape;657;g3e37205208a_0_590"/>
          <p:cNvSpPr txBox="1"/>
          <p:nvPr/>
        </p:nvSpPr>
        <p:spPr>
          <a:xfrm>
            <a:off x="1912125" y="1897350"/>
            <a:ext cx="7114800" cy="13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doGet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Usado para buscar informações do servidor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doPost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Usado para enviar ou salvar dados (como formulários)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doPut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Usado para atualizar dados existentes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doDelete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Usado para remover dados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e37205208a_0_632"/>
          <p:cNvSpPr txBox="1"/>
          <p:nvPr>
            <p:ph idx="1" type="body"/>
          </p:nvPr>
        </p:nvSpPr>
        <p:spPr>
          <a:xfrm>
            <a:off x="4401425" y="1997200"/>
            <a:ext cx="41871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Vamos implementar um servlet responsável por gerenciar informações de produtos na nossa aplicação de exemplo.</a:t>
            </a:r>
            <a:endParaRPr/>
          </a:p>
        </p:txBody>
      </p:sp>
      <p:sp>
        <p:nvSpPr>
          <p:cNvPr id="663" name="Google Shape;663;g3e37205208a_0_632"/>
          <p:cNvSpPr txBox="1"/>
          <p:nvPr>
            <p:ph type="title"/>
          </p:nvPr>
        </p:nvSpPr>
        <p:spPr>
          <a:xfrm>
            <a:off x="4431925" y="1323800"/>
            <a:ext cx="418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HORA DE EXERCÍCIO</a:t>
            </a:r>
            <a:endParaRPr/>
          </a:p>
        </p:txBody>
      </p:sp>
      <p:sp>
        <p:nvSpPr>
          <p:cNvPr id="664" name="Google Shape;664;g3e37205208a_0_632"/>
          <p:cNvSpPr/>
          <p:nvPr/>
        </p:nvSpPr>
        <p:spPr>
          <a:xfrm>
            <a:off x="0" y="1476225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g3e37205208a_0_632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g3e37205208a_0_632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7" name="Google Shape;667;g3e37205208a_0_632"/>
          <p:cNvPicPr preferRelativeResize="0"/>
          <p:nvPr/>
        </p:nvPicPr>
        <p:blipFill rotWithShape="1">
          <a:blip r:embed="rId3">
            <a:alphaModFix/>
          </a:blip>
          <a:srcRect b="0" l="24517" r="0" t="0"/>
          <a:stretch/>
        </p:blipFill>
        <p:spPr>
          <a:xfrm>
            <a:off x="0" y="1596176"/>
            <a:ext cx="3224400" cy="2551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e37205208a_0_651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COMANDO</a:t>
            </a:r>
            <a:endParaRPr/>
          </a:p>
        </p:txBody>
      </p:sp>
      <p:sp>
        <p:nvSpPr>
          <p:cNvPr id="673" name="Google Shape;673;g3e37205208a_0_651"/>
          <p:cNvSpPr txBox="1"/>
          <p:nvPr/>
        </p:nvSpPr>
        <p:spPr>
          <a:xfrm>
            <a:off x="1963200" y="1774950"/>
            <a:ext cx="5217600" cy="15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mvn archetype:generate \ 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-DgroupId=br.estacio.amazonas \ 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-DartifactId=java-aula-padroes \ 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-DarchetypeArtifactId=maven-archetype-webapp \ 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-DinteractiveMode=false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e37205208a_0_659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DEPENDÊNCIA</a:t>
            </a:r>
            <a:endParaRPr/>
          </a:p>
        </p:txBody>
      </p:sp>
      <p:sp>
        <p:nvSpPr>
          <p:cNvPr id="679" name="Google Shape;679;g3e37205208a_0_659"/>
          <p:cNvSpPr txBox="1"/>
          <p:nvPr/>
        </p:nvSpPr>
        <p:spPr>
          <a:xfrm>
            <a:off x="2266650" y="1613850"/>
            <a:ext cx="4610700" cy="19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&lt;dependency&gt;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&lt;groupId&gt;jakarta.servlet&lt;/groupId&gt;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&lt;artifactId&gt;jakarta.servlet-api&lt;/artifactId&gt;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&lt;version&gt;6.0.0&lt;/version&gt;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&lt;scope&gt;provided&lt;/scope&gt;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&lt;/dependency&gt; 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e37205208a_0_642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Jakarta Persistence API (JPA) é a especificação oficial do ecossistema para o gerenciamento de bancos de dados relacionais e mapeamento objeto-relacional (ORM). Ela funciona como uma ponte abstrata, permitindo que você manipule tabelas de bancos de dados utilizando apenas classes e objetos Java. Os componentes desse módulo se encontram no pacote </a:t>
            </a:r>
            <a:r>
              <a:rPr b="1" lang="pt-BR"/>
              <a:t>jakarta.persistence.*</a:t>
            </a:r>
            <a:r>
              <a:rPr lang="pt-BR"/>
              <a:t> .</a:t>
            </a:r>
            <a:endParaRPr/>
          </a:p>
        </p:txBody>
      </p:sp>
      <p:sp>
        <p:nvSpPr>
          <p:cNvPr id="685" name="Google Shape;685;g3e37205208a_0_642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JPA</a:t>
            </a:r>
            <a:endParaRPr/>
          </a:p>
        </p:txBody>
      </p:sp>
      <p:sp>
        <p:nvSpPr>
          <p:cNvPr id="686" name="Google Shape;686;g3e37205208a_0_642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g3e37205208a_0_642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g3e37205208a_0_642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9" name="Google Shape;689;g3e37205208a_0_6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0589" y="1556951"/>
            <a:ext cx="1323214" cy="2510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e37205208a_0_666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JPA</a:t>
            </a:r>
            <a:endParaRPr/>
          </a:p>
        </p:txBody>
      </p:sp>
      <p:pic>
        <p:nvPicPr>
          <p:cNvPr id="695" name="Google Shape;695;g3e37205208a_0_6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9099" y="1012200"/>
            <a:ext cx="7365801" cy="38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e37205208a_0_672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PONTOS IMPORTANTES</a:t>
            </a:r>
            <a:endParaRPr/>
          </a:p>
        </p:txBody>
      </p:sp>
      <p:pic>
        <p:nvPicPr>
          <p:cNvPr id="701" name="Google Shape;701;g3e37205208a_0_672"/>
          <p:cNvPicPr preferRelativeResize="0"/>
          <p:nvPr/>
        </p:nvPicPr>
        <p:blipFill rotWithShape="1">
          <a:blip r:embed="rId3">
            <a:alphaModFix/>
          </a:blip>
          <a:srcRect b="0" l="61241" r="15108" t="0"/>
          <a:stretch/>
        </p:blipFill>
        <p:spPr>
          <a:xfrm>
            <a:off x="0" y="0"/>
            <a:ext cx="182317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2" name="Google Shape;702;g3e37205208a_0_672"/>
          <p:cNvGrpSpPr/>
          <p:nvPr/>
        </p:nvGrpSpPr>
        <p:grpSpPr>
          <a:xfrm>
            <a:off x="1223348" y="4553184"/>
            <a:ext cx="1015032" cy="325196"/>
            <a:chOff x="1156673" y="4600809"/>
            <a:chExt cx="1015032" cy="325196"/>
          </a:xfrm>
        </p:grpSpPr>
        <p:sp>
          <p:nvSpPr>
            <p:cNvPr id="703" name="Google Shape;703;g3e37205208a_0_672"/>
            <p:cNvSpPr/>
            <p:nvPr/>
          </p:nvSpPr>
          <p:spPr>
            <a:xfrm>
              <a:off x="1937576" y="4600809"/>
              <a:ext cx="234129" cy="75728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g3e37205208a_0_672"/>
            <p:cNvSpPr/>
            <p:nvPr/>
          </p:nvSpPr>
          <p:spPr>
            <a:xfrm>
              <a:off x="1394514" y="4600809"/>
              <a:ext cx="440869" cy="75728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g3e37205208a_0_672"/>
            <p:cNvSpPr/>
            <p:nvPr/>
          </p:nvSpPr>
          <p:spPr>
            <a:xfrm>
              <a:off x="1156673" y="4725738"/>
              <a:ext cx="474774" cy="75767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g3e37205208a_0_672"/>
            <p:cNvSpPr/>
            <p:nvPr/>
          </p:nvSpPr>
          <p:spPr>
            <a:xfrm>
              <a:off x="1718307" y="4725738"/>
              <a:ext cx="453393" cy="75767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g3e37205208a_0_672"/>
            <p:cNvSpPr/>
            <p:nvPr/>
          </p:nvSpPr>
          <p:spPr>
            <a:xfrm>
              <a:off x="1536688" y="4850706"/>
              <a:ext cx="635008" cy="75299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8" name="Google Shape;708;g3e37205208a_0_672"/>
          <p:cNvSpPr txBox="1"/>
          <p:nvPr/>
        </p:nvSpPr>
        <p:spPr>
          <a:xfrm>
            <a:off x="1912125" y="1634250"/>
            <a:ext cx="71148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Especificação x Framework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A JPA define apenas as interfaces, regras e anotações. Ela não possui código executável próprio para rodar as consultas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Provedores de Persistência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Para que a JPA funcione, você precisa de um framework que 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implementa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essas regras. Os mais famosos são o Hibernate e o EclipseLink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e37205208a_0_696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PILARES DA JPA</a:t>
            </a:r>
            <a:endParaRPr/>
          </a:p>
        </p:txBody>
      </p:sp>
      <p:pic>
        <p:nvPicPr>
          <p:cNvPr id="714" name="Google Shape;714;g3e37205208a_0_696"/>
          <p:cNvPicPr preferRelativeResize="0"/>
          <p:nvPr/>
        </p:nvPicPr>
        <p:blipFill rotWithShape="1">
          <a:blip r:embed="rId3">
            <a:alphaModFix/>
          </a:blip>
          <a:srcRect b="0" l="61241" r="15108" t="0"/>
          <a:stretch/>
        </p:blipFill>
        <p:spPr>
          <a:xfrm>
            <a:off x="0" y="0"/>
            <a:ext cx="182317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5" name="Google Shape;715;g3e37205208a_0_696"/>
          <p:cNvGrpSpPr/>
          <p:nvPr/>
        </p:nvGrpSpPr>
        <p:grpSpPr>
          <a:xfrm>
            <a:off x="1223348" y="4553184"/>
            <a:ext cx="1015032" cy="325196"/>
            <a:chOff x="1156673" y="4600809"/>
            <a:chExt cx="1015032" cy="325196"/>
          </a:xfrm>
        </p:grpSpPr>
        <p:sp>
          <p:nvSpPr>
            <p:cNvPr id="716" name="Google Shape;716;g3e37205208a_0_696"/>
            <p:cNvSpPr/>
            <p:nvPr/>
          </p:nvSpPr>
          <p:spPr>
            <a:xfrm>
              <a:off x="1937576" y="4600809"/>
              <a:ext cx="234129" cy="75728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g3e37205208a_0_696"/>
            <p:cNvSpPr/>
            <p:nvPr/>
          </p:nvSpPr>
          <p:spPr>
            <a:xfrm>
              <a:off x="1394514" y="4600809"/>
              <a:ext cx="440869" cy="75728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g3e37205208a_0_696"/>
            <p:cNvSpPr/>
            <p:nvPr/>
          </p:nvSpPr>
          <p:spPr>
            <a:xfrm>
              <a:off x="1156673" y="4725738"/>
              <a:ext cx="474774" cy="75767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g3e37205208a_0_696"/>
            <p:cNvSpPr/>
            <p:nvPr/>
          </p:nvSpPr>
          <p:spPr>
            <a:xfrm>
              <a:off x="1718307" y="4725738"/>
              <a:ext cx="453393" cy="75767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g3e37205208a_0_696"/>
            <p:cNvSpPr/>
            <p:nvPr/>
          </p:nvSpPr>
          <p:spPr>
            <a:xfrm>
              <a:off x="1536688" y="4850706"/>
              <a:ext cx="635008" cy="75299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1" name="Google Shape;721;g3e37205208a_0_696"/>
          <p:cNvSpPr txBox="1"/>
          <p:nvPr/>
        </p:nvSpPr>
        <p:spPr>
          <a:xfrm>
            <a:off x="1912125" y="1012200"/>
            <a:ext cx="7114800" cy="40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Entidades (@Entity)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Classes Java simples mapeadas diretamente para as tabelas do seu banco de dados utilizando anotações e metadados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Gerenciador de Entidades (EntityManager)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A API principal usada para gerenciar o ciclo de vida das entidades. É através dele que você insere (persist), atualiza (merge), remove (remove) ou busca (find) dados.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Unidade de Persistência (persistence.xml)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Arquivo de configuração onde você define as credenciais do banco de dados, o provedor ORM escolhido e as propriedades de conexão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Linguagem de Consulta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Permite buscar dados utilizando objetos e propriedades em vez de tabelas. Suporta tanto a JPQL (Jakarta Persistence Query Language) quanto Criteria API (consultas dinâmicas e tipadas via código Java)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e37205208a_0_708"/>
          <p:cNvSpPr txBox="1"/>
          <p:nvPr>
            <p:ph idx="1" type="body"/>
          </p:nvPr>
        </p:nvSpPr>
        <p:spPr>
          <a:xfrm>
            <a:off x="4401425" y="1997200"/>
            <a:ext cx="4187100" cy="27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Vamos fazer com que os dados de produtos, que são manipulados pela nossa aplicação, estejam persistidos em um banco de dados MySQL. A interação com o banco de dados será feita inteiramente com objetos Java, sem interação com código SQL.</a:t>
            </a:r>
            <a:endParaRPr/>
          </a:p>
        </p:txBody>
      </p:sp>
      <p:sp>
        <p:nvSpPr>
          <p:cNvPr id="727" name="Google Shape;727;g3e37205208a_0_708"/>
          <p:cNvSpPr txBox="1"/>
          <p:nvPr>
            <p:ph type="title"/>
          </p:nvPr>
        </p:nvSpPr>
        <p:spPr>
          <a:xfrm>
            <a:off x="4431925" y="1323800"/>
            <a:ext cx="418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HORA DE EXERCÍCIO</a:t>
            </a:r>
            <a:endParaRPr/>
          </a:p>
        </p:txBody>
      </p:sp>
      <p:sp>
        <p:nvSpPr>
          <p:cNvPr id="728" name="Google Shape;728;g3e37205208a_0_708"/>
          <p:cNvSpPr/>
          <p:nvPr/>
        </p:nvSpPr>
        <p:spPr>
          <a:xfrm>
            <a:off x="0" y="1476225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g3e37205208a_0_708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g3e37205208a_0_708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1" name="Google Shape;731;g3e37205208a_0_708"/>
          <p:cNvPicPr preferRelativeResize="0"/>
          <p:nvPr/>
        </p:nvPicPr>
        <p:blipFill rotWithShape="1">
          <a:blip r:embed="rId3">
            <a:alphaModFix/>
          </a:blip>
          <a:srcRect b="0" l="8323" r="11728" t="0"/>
          <a:stretch/>
        </p:blipFill>
        <p:spPr>
          <a:xfrm>
            <a:off x="0" y="1614502"/>
            <a:ext cx="3224401" cy="2494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3e37205208a_0_717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 sz="1500"/>
              <a:t>Jakarta Enterprise Beans (EJB) é uma arquitetura de componentes do lado do servidor projetada para encapsular a lógica de negócios de aplicações corporativas robustas, escaláveis e seguras. Ao rodar dentro de um contêiner EJB, o desenvolvedor delega ao sistema tarefas complexas de infraestrutura, permitindo que ele foque exclusivamente nas regras de negócio da aplicação. </a:t>
            </a:r>
            <a:r>
              <a:rPr lang="pt-BR" sz="1500"/>
              <a:t>Os componentes desse módulo se encontram nos pacotes </a:t>
            </a:r>
            <a:r>
              <a:rPr b="1" lang="pt-BR" sz="1500"/>
              <a:t>jakarta.enterprise.concurrent.*</a:t>
            </a:r>
            <a:r>
              <a:rPr lang="pt-BR" sz="1500"/>
              <a:t> e </a:t>
            </a:r>
            <a:r>
              <a:rPr b="1" lang="pt-BR" sz="1500"/>
              <a:t>jakarta.ejb.*</a:t>
            </a:r>
            <a:r>
              <a:rPr lang="pt-BR" sz="1500"/>
              <a:t> .</a:t>
            </a:r>
            <a:endParaRPr sz="1500"/>
          </a:p>
        </p:txBody>
      </p:sp>
      <p:sp>
        <p:nvSpPr>
          <p:cNvPr id="737" name="Google Shape;737;g3e37205208a_0_717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EJB</a:t>
            </a:r>
            <a:endParaRPr/>
          </a:p>
        </p:txBody>
      </p:sp>
      <p:sp>
        <p:nvSpPr>
          <p:cNvPr id="738" name="Google Shape;738;g3e37205208a_0_717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g3e37205208a_0_717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g3e37205208a_0_717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1" name="Google Shape;741;g3e37205208a_0_7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" y="1853640"/>
            <a:ext cx="3224400" cy="1916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e37205208a_0_727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SERVIÇOS NATIVOS</a:t>
            </a:r>
            <a:endParaRPr/>
          </a:p>
        </p:txBody>
      </p:sp>
      <p:pic>
        <p:nvPicPr>
          <p:cNvPr id="747" name="Google Shape;747;g3e37205208a_0_727"/>
          <p:cNvPicPr preferRelativeResize="0"/>
          <p:nvPr/>
        </p:nvPicPr>
        <p:blipFill rotWithShape="1">
          <a:blip r:embed="rId3">
            <a:alphaModFix/>
          </a:blip>
          <a:srcRect b="0" l="61241" r="15108" t="0"/>
          <a:stretch/>
        </p:blipFill>
        <p:spPr>
          <a:xfrm>
            <a:off x="0" y="0"/>
            <a:ext cx="182317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8" name="Google Shape;748;g3e37205208a_0_727"/>
          <p:cNvGrpSpPr/>
          <p:nvPr/>
        </p:nvGrpSpPr>
        <p:grpSpPr>
          <a:xfrm>
            <a:off x="1223348" y="4553184"/>
            <a:ext cx="1015032" cy="325196"/>
            <a:chOff x="1156673" y="4600809"/>
            <a:chExt cx="1015032" cy="325196"/>
          </a:xfrm>
        </p:grpSpPr>
        <p:sp>
          <p:nvSpPr>
            <p:cNvPr id="749" name="Google Shape;749;g3e37205208a_0_727"/>
            <p:cNvSpPr/>
            <p:nvPr/>
          </p:nvSpPr>
          <p:spPr>
            <a:xfrm>
              <a:off x="1937576" y="4600809"/>
              <a:ext cx="234129" cy="75728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g3e37205208a_0_727"/>
            <p:cNvSpPr/>
            <p:nvPr/>
          </p:nvSpPr>
          <p:spPr>
            <a:xfrm>
              <a:off x="1394514" y="4600809"/>
              <a:ext cx="440869" cy="75728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g3e37205208a_0_727"/>
            <p:cNvSpPr/>
            <p:nvPr/>
          </p:nvSpPr>
          <p:spPr>
            <a:xfrm>
              <a:off x="1156673" y="4725738"/>
              <a:ext cx="474774" cy="75767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g3e37205208a_0_727"/>
            <p:cNvSpPr/>
            <p:nvPr/>
          </p:nvSpPr>
          <p:spPr>
            <a:xfrm>
              <a:off x="1718307" y="4725738"/>
              <a:ext cx="453393" cy="75767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g3e37205208a_0_727"/>
            <p:cNvSpPr/>
            <p:nvPr/>
          </p:nvSpPr>
          <p:spPr>
            <a:xfrm>
              <a:off x="1536688" y="4850706"/>
              <a:ext cx="635008" cy="75299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4" name="Google Shape;754;g3e37205208a_0_727"/>
          <p:cNvSpPr txBox="1"/>
          <p:nvPr/>
        </p:nvSpPr>
        <p:spPr>
          <a:xfrm>
            <a:off x="1912125" y="1012200"/>
            <a:ext cx="7114800" cy="3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Gerenciamento de Transações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Controle declarativo e automático de commits e rollbacks de operações via JTA (Jakarta Transaction API)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Segurança Integrada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Restrição de acesso a métodos baseados em papéis (roles) de usuários de forma simples através de anotações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Injeção de Dependências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Integração transparente com recursos do servidor como bancos de dados (JPA) e outros serviços via CDI (Context and Dependency Injection)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Acesso Remoto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Capacidade de invocar lógica de negócios distribuída em outras máquinas ou servidores através da JNDI (Jakarta Naming and Directory Interface) e protocolos de rede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Concorrência e Ciclo de Vida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O contêiner gerencia threads, paralelismo e criação/destruição de instâncias automaticamente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e37205208a_0_739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TIPOS DE COMPONENTES</a:t>
            </a:r>
            <a:endParaRPr/>
          </a:p>
        </p:txBody>
      </p:sp>
      <p:pic>
        <p:nvPicPr>
          <p:cNvPr id="760" name="Google Shape;760;g3e37205208a_0_739"/>
          <p:cNvPicPr preferRelativeResize="0"/>
          <p:nvPr/>
        </p:nvPicPr>
        <p:blipFill rotWithShape="1">
          <a:blip r:embed="rId3">
            <a:alphaModFix/>
          </a:blip>
          <a:srcRect b="0" l="61241" r="15108" t="0"/>
          <a:stretch/>
        </p:blipFill>
        <p:spPr>
          <a:xfrm>
            <a:off x="0" y="0"/>
            <a:ext cx="182317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1" name="Google Shape;761;g3e37205208a_0_739"/>
          <p:cNvGrpSpPr/>
          <p:nvPr/>
        </p:nvGrpSpPr>
        <p:grpSpPr>
          <a:xfrm>
            <a:off x="1223348" y="4553184"/>
            <a:ext cx="1015032" cy="325196"/>
            <a:chOff x="1156673" y="4600809"/>
            <a:chExt cx="1015032" cy="325196"/>
          </a:xfrm>
        </p:grpSpPr>
        <p:sp>
          <p:nvSpPr>
            <p:cNvPr id="762" name="Google Shape;762;g3e37205208a_0_739"/>
            <p:cNvSpPr/>
            <p:nvPr/>
          </p:nvSpPr>
          <p:spPr>
            <a:xfrm>
              <a:off x="1937576" y="4600809"/>
              <a:ext cx="234129" cy="75728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g3e37205208a_0_739"/>
            <p:cNvSpPr/>
            <p:nvPr/>
          </p:nvSpPr>
          <p:spPr>
            <a:xfrm>
              <a:off x="1394514" y="4600809"/>
              <a:ext cx="440869" cy="75728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g3e37205208a_0_739"/>
            <p:cNvSpPr/>
            <p:nvPr/>
          </p:nvSpPr>
          <p:spPr>
            <a:xfrm>
              <a:off x="1156673" y="4725738"/>
              <a:ext cx="474774" cy="75767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g3e37205208a_0_739"/>
            <p:cNvSpPr/>
            <p:nvPr/>
          </p:nvSpPr>
          <p:spPr>
            <a:xfrm>
              <a:off x="1718307" y="4725738"/>
              <a:ext cx="453393" cy="75767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g3e37205208a_0_739"/>
            <p:cNvSpPr/>
            <p:nvPr/>
          </p:nvSpPr>
          <p:spPr>
            <a:xfrm>
              <a:off x="1536688" y="4850706"/>
              <a:ext cx="635008" cy="75299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7" name="Google Shape;767;g3e37205208a_0_739"/>
          <p:cNvSpPr txBox="1"/>
          <p:nvPr/>
        </p:nvSpPr>
        <p:spPr>
          <a:xfrm>
            <a:off x="1912125" y="1012200"/>
            <a:ext cx="7114800" cy="39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Session Beans (processamento de lógica)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Stateless (@Stateless)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Não guardam o estado do cliente entre chamadas. Funcionam como serviços puros de alta performance mantidos em um pool pelo servidor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Stateful (@Stateful)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Mantém o estado conversacional com um cliente específico ao longo de múltiplas interações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Singleton (@Singleton)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Uma única instância compartilhada por toda a aplicação, ideal para caches ou rotinas de inicialização global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Message-Driven Beans (processamento assíncrono):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MDB (@MessageDriven)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Componentes que reagem estritamente ao recebimento de mensagens vindas de sistemas de mensageria. Processam dados de forma totalmente assíncrona, desacoplando os sistemas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20a70d3dc02_0_407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Java como plataforma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Edi</a:t>
            </a:r>
            <a:r>
              <a:rPr lang="pt-BR"/>
              <a:t>ções da plataforma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Jakarta Enterprise Edition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Servidores de aplicação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Servlets, JPA e EJB</a:t>
            </a:r>
            <a:endParaRPr/>
          </a:p>
        </p:txBody>
      </p:sp>
      <p:sp>
        <p:nvSpPr>
          <p:cNvPr id="773" name="Google Shape;773;g20a70d3dc02_0_407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RECAPITULANDO</a:t>
            </a:r>
            <a:endParaRPr/>
          </a:p>
        </p:txBody>
      </p:sp>
      <p:sp>
        <p:nvSpPr>
          <p:cNvPr id="774" name="Google Shape;774;g20a70d3dc02_0_407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g20a70d3dc02_0_407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g20a70d3dc02_0_407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7" name="Google Shape;777;g20a70d3dc02_0_407"/>
          <p:cNvPicPr preferRelativeResize="0"/>
          <p:nvPr/>
        </p:nvPicPr>
        <p:blipFill rotWithShape="1">
          <a:blip r:embed="rId3">
            <a:alphaModFix/>
          </a:blip>
          <a:srcRect b="7842" l="0" r="5356" t="0"/>
          <a:stretch/>
        </p:blipFill>
        <p:spPr>
          <a:xfrm>
            <a:off x="0" y="1566675"/>
            <a:ext cx="3224400" cy="259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27"/>
          <p:cNvSpPr txBox="1"/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/>
              <a:t>OBRIGADO!</a:t>
            </a:r>
            <a:endParaRPr/>
          </a:p>
        </p:txBody>
      </p:sp>
      <p:sp>
        <p:nvSpPr>
          <p:cNvPr id="783" name="Google Shape;783;p27"/>
          <p:cNvSpPr txBox="1"/>
          <p:nvPr/>
        </p:nvSpPr>
        <p:spPr>
          <a:xfrm>
            <a:off x="288350" y="4506400"/>
            <a:ext cx="6203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“EU GOSTO DE DINHEIRO</a:t>
            </a:r>
            <a:r>
              <a:rPr b="1" i="0" lang="pt-BR" sz="16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”</a:t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Seu Sirigueijo</a:t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784" name="Google Shape;784;p27"/>
          <p:cNvSpPr/>
          <p:nvPr/>
        </p:nvSpPr>
        <p:spPr>
          <a:xfrm>
            <a:off x="135950" y="1566450"/>
            <a:ext cx="2097600" cy="274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5" name="Google Shape;785;p27"/>
          <p:cNvPicPr preferRelativeResize="0"/>
          <p:nvPr/>
        </p:nvPicPr>
        <p:blipFill rotWithShape="1">
          <a:blip r:embed="rId3">
            <a:alphaModFix/>
          </a:blip>
          <a:srcRect b="0" l="15979" r="11589" t="0"/>
          <a:stretch/>
        </p:blipFill>
        <p:spPr>
          <a:xfrm>
            <a:off x="183925" y="1566449"/>
            <a:ext cx="2001625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