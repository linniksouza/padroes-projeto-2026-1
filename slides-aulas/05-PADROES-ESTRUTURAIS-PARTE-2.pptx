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7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5143500" cx="9144000"/>
  <p:notesSz cx="6858000" cy="9144000"/>
  <p:embeddedFontLst>
    <p:embeddedFont>
      <p:font typeface="Proxima Nova"/>
      <p:regular r:id="rId61"/>
      <p:bold r:id="rId62"/>
      <p:italic r:id="rId63"/>
      <p:boldItalic r:id="rId64"/>
    </p:embeddedFont>
    <p:embeddedFont>
      <p:font typeface="Anaheim"/>
      <p:regular r:id="rId65"/>
      <p:bold r:id="rId66"/>
    </p:embeddedFont>
    <p:embeddedFont>
      <p:font typeface="Barlow Condensed ExtraBold"/>
      <p:bold r:id="rId67"/>
      <p:boldItalic r:id="rId68"/>
    </p:embeddedFont>
    <p:embeddedFont>
      <p:font typeface="Proxima Nova Semibold"/>
      <p:regular r:id="rId69"/>
      <p:bold r:id="rId70"/>
      <p:boldItalic r:id="rId71"/>
    </p:embeddedFont>
    <p:embeddedFont>
      <p:font typeface="Overpass Mono"/>
      <p:regular r:id="rId72"/>
      <p:bold r:id="rId73"/>
    </p:embeddedFont>
    <p:embeddedFont>
      <p:font typeface="Barlow"/>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8" roundtripDataSignature="AMtx7mhvW99EMFG9rTiZ3jWBcihB8am3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OverpassMono-bold.fntdata"/><Relationship Id="rId72" Type="http://schemas.openxmlformats.org/officeDocument/2006/relationships/font" Target="fonts/OverpassMono-regular.fntdata"/><Relationship Id="rId31" Type="http://schemas.openxmlformats.org/officeDocument/2006/relationships/slide" Target="slides/slide26.xml"/><Relationship Id="rId75" Type="http://schemas.openxmlformats.org/officeDocument/2006/relationships/font" Target="fonts/Barlow-bold.fntdata"/><Relationship Id="rId30" Type="http://schemas.openxmlformats.org/officeDocument/2006/relationships/slide" Target="slides/slide25.xml"/><Relationship Id="rId74" Type="http://schemas.openxmlformats.org/officeDocument/2006/relationships/font" Target="fonts/Barlow-regular.fntdata"/><Relationship Id="rId33" Type="http://schemas.openxmlformats.org/officeDocument/2006/relationships/slide" Target="slides/slide28.xml"/><Relationship Id="rId77" Type="http://schemas.openxmlformats.org/officeDocument/2006/relationships/font" Target="fonts/Barlow-boldItalic.fntdata"/><Relationship Id="rId32" Type="http://schemas.openxmlformats.org/officeDocument/2006/relationships/slide" Target="slides/slide27.xml"/><Relationship Id="rId76" Type="http://schemas.openxmlformats.org/officeDocument/2006/relationships/font" Target="fonts/Barlow-italic.fntdata"/><Relationship Id="rId35" Type="http://schemas.openxmlformats.org/officeDocument/2006/relationships/slide" Target="slides/slide30.xml"/><Relationship Id="rId34" Type="http://schemas.openxmlformats.org/officeDocument/2006/relationships/slide" Target="slides/slide29.xml"/><Relationship Id="rId78" Type="http://customschemas.google.com/relationships/presentationmetadata" Target="metadata"/><Relationship Id="rId71" Type="http://schemas.openxmlformats.org/officeDocument/2006/relationships/font" Target="fonts/ProximaNovaSemibold-boldItalic.fntdata"/><Relationship Id="rId70" Type="http://schemas.openxmlformats.org/officeDocument/2006/relationships/font" Target="fonts/ProximaNovaSemibold-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ProximaNova-bold.fntdata"/><Relationship Id="rId61" Type="http://schemas.openxmlformats.org/officeDocument/2006/relationships/font" Target="fonts/ProximaNova-regular.fntdata"/><Relationship Id="rId20" Type="http://schemas.openxmlformats.org/officeDocument/2006/relationships/slide" Target="slides/slide15.xml"/><Relationship Id="rId64" Type="http://schemas.openxmlformats.org/officeDocument/2006/relationships/font" Target="fonts/ProximaNova-boldItalic.fntdata"/><Relationship Id="rId63" Type="http://schemas.openxmlformats.org/officeDocument/2006/relationships/font" Target="fonts/ProximaNova-italic.fntdata"/><Relationship Id="rId22" Type="http://schemas.openxmlformats.org/officeDocument/2006/relationships/slide" Target="slides/slide17.xml"/><Relationship Id="rId66" Type="http://schemas.openxmlformats.org/officeDocument/2006/relationships/font" Target="fonts/Anaheim-bold.fntdata"/><Relationship Id="rId21" Type="http://schemas.openxmlformats.org/officeDocument/2006/relationships/slide" Target="slides/slide16.xml"/><Relationship Id="rId65" Type="http://schemas.openxmlformats.org/officeDocument/2006/relationships/font" Target="fonts/Anaheim-regular.fntdata"/><Relationship Id="rId24" Type="http://schemas.openxmlformats.org/officeDocument/2006/relationships/slide" Target="slides/slide19.xml"/><Relationship Id="rId68" Type="http://schemas.openxmlformats.org/officeDocument/2006/relationships/font" Target="fonts/BarlowCondensedExtraBold-boldItalic.fntdata"/><Relationship Id="rId23" Type="http://schemas.openxmlformats.org/officeDocument/2006/relationships/slide" Target="slides/slide18.xml"/><Relationship Id="rId67" Type="http://schemas.openxmlformats.org/officeDocument/2006/relationships/font" Target="fonts/BarlowCondensedExtraBold-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ProximaNovaSemibold-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d1b2d940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g3d1b2d940f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d1b2d940f1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g3d1b2d940f1_0_3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0a6dd2528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g20a6dd2528c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d1b2d940f1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g3d1b2d940f1_0_6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d1b2d940f1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g3d1b2d940f1_0_6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d1b2d940f1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g3d1b2d940f1_0_6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d1b2d940f1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g3d1b2d940f1_0_6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d1b2d940f1_0_1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7" name="Google Shape;407;g3d1b2d940f1_0_13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d1b2d940f1_0_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g3d1b2d940f1_0_9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d1b2d940f1_0_1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9" name="Google Shape;419;g3d1b2d940f1_0_13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d1b2d940f1_0_1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g3d1b2d940f1_0_13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d1b2d940f1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5" name="Google Shape;435;g3d1b2d940f1_0_13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d1b2d940f1_0_1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g3d1b2d940f1_0_13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d1b2d940f1_0_1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g3d1b2d940f1_0_13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d1b2d940f1_0_1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6" name="Google Shape;456;g3d1b2d940f1_0_13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d1b2d940f1_0_1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2" name="Google Shape;462;g3d1b2d940f1_0_19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d1b2d940f1_0_1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7" name="Google Shape;467;g3d1b2d940f1_0_19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d1b2d940f1_0_20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7" name="Google Shape;477;g3d1b2d940f1_0_20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53300b8278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7" name="Google Shape;487;g253300b8278_0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d1b2d940f1_0_2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3" name="Google Shape;493;g3d1b2d940f1_0_20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d1b2d940f1_0_2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9" name="Google Shape;499;g3d1b2d940f1_0_20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d1b2d940f1_0_20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g3d1b2d940f1_0_20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d1b2d940f1_0_20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5" name="Google Shape;515;g3d1b2d940f1_0_20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d1b2d940f1_0_2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g3d1b2d940f1_0_20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d1b2d940f1_0_2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7" name="Google Shape;527;g3d1b2d940f1_0_20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d1b2d940f1_0_20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3" name="Google Shape;533;g3d1b2d940f1_0_20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d1b2d940f1_0_20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8" name="Google Shape;538;g3d1b2d940f1_0_20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d1b2d940f1_0_2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8" name="Google Shape;548;g3d1b2d940f1_0_20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d1b2d940f1_0_20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8" name="Google Shape;558;g3d1b2d940f1_0_20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d1b2d940f1_0_2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8" name="Google Shape;568;g3d1b2d940f1_0_20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d2013d45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4" name="Google Shape;574;g3d2013d45e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d2013d45e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0" name="Google Shape;580;g3d2013d45e9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d2013d45e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6" name="Google Shape;586;g3d2013d45e9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d2013d45e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2" name="Google Shape;592;g3d2013d45e9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d1b2d940f1_0_20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2" name="Google Shape;602;g3d1b2d940f1_0_20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d2013d45e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8" name="Google Shape;608;g3d2013d45e9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d2013d45e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4" name="Google Shape;614;g3d2013d45e9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d1b2d940f1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0" name="Google Shape;620;g3d1b2d940f1_0_6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d2013d45e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5" name="Google Shape;625;g3d2013d45e9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d2013d45e9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5" name="Google Shape;635;g3d2013d45e9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d2013d45e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5" name="Google Shape;645;g3d2013d45e9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d2013d45e9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1" name="Google Shape;651;g3d2013d45e9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d2013d45e9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7" name="Google Shape;657;g3d2013d45e9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d2013d45e9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3" name="Google Shape;663;g3d2013d45e9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d2013d45e9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9" name="Google Shape;669;g3d2013d45e9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d2013d45e9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9" name="Google Shape;679;g3d2013d45e9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d2013d45e9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5" name="Google Shape;685;g3d2013d45e9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d2013d45e9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5" name="Google Shape;695;g3d2013d45e9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d2013d45e9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0" name="Google Shape;700;g3d2013d45e9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2013d45e9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6" name="Google Shape;706;g3d2013d45e9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d2013d45e9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2" name="Google Shape;712;g3d2013d45e9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d2013d45e9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2" name="Google Shape;722;g3d2013d45e9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d2013d45e9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5" name="Google Shape;735;g3d2013d45e9_0_4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5" name="Google Shape;74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9"/>
          <p:cNvGrpSpPr/>
          <p:nvPr/>
        </p:nvGrpSpPr>
        <p:grpSpPr>
          <a:xfrm>
            <a:off x="7362284" y="1723643"/>
            <a:ext cx="1781706" cy="3419867"/>
            <a:chOff x="7397009" y="1731193"/>
            <a:chExt cx="1781706" cy="3419867"/>
          </a:xfrm>
        </p:grpSpPr>
        <p:sp>
          <p:nvSpPr>
            <p:cNvPr id="10" name="Google Shape;10;p29"/>
            <p:cNvSpPr/>
            <p:nvPr/>
          </p:nvSpPr>
          <p:spPr>
            <a:xfrm>
              <a:off x="7858529" y="1731193"/>
              <a:ext cx="1320185" cy="132176"/>
            </a:xfrm>
            <a:custGeom>
              <a:rect b="b" l="l" r="r" t="t"/>
              <a:pathLst>
                <a:path extrusionOk="0" h="1930" w="19277">
                  <a:moveTo>
                    <a:pt x="1" y="1"/>
                  </a:moveTo>
                  <a:lnTo>
                    <a:pt x="1" y="1930"/>
                  </a:lnTo>
                  <a:lnTo>
                    <a:pt x="19277" y="1930"/>
                  </a:lnTo>
                  <a:lnTo>
                    <a:pt x="19277"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9"/>
            <p:cNvSpPr/>
            <p:nvPr/>
          </p:nvSpPr>
          <p:spPr>
            <a:xfrm>
              <a:off x="7784360" y="1950550"/>
              <a:ext cx="865993" cy="132176"/>
            </a:xfrm>
            <a:custGeom>
              <a:rect b="b" l="l" r="r" t="t"/>
              <a:pathLst>
                <a:path extrusionOk="0" h="1930" w="12645">
                  <a:moveTo>
                    <a:pt x="0" y="1"/>
                  </a:moveTo>
                  <a:lnTo>
                    <a:pt x="0" y="1929"/>
                  </a:lnTo>
                  <a:lnTo>
                    <a:pt x="12645" y="1929"/>
                  </a:lnTo>
                  <a:lnTo>
                    <a:pt x="12645"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9"/>
            <p:cNvSpPr/>
            <p:nvPr/>
          </p:nvSpPr>
          <p:spPr>
            <a:xfrm>
              <a:off x="8855808" y="1950550"/>
              <a:ext cx="322907" cy="132176"/>
            </a:xfrm>
            <a:custGeom>
              <a:rect b="b" l="l" r="r" t="t"/>
              <a:pathLst>
                <a:path extrusionOk="0" h="1930" w="4715">
                  <a:moveTo>
                    <a:pt x="0" y="1"/>
                  </a:moveTo>
                  <a:lnTo>
                    <a:pt x="0" y="1929"/>
                  </a:lnTo>
                  <a:lnTo>
                    <a:pt x="4715" y="1929"/>
                  </a:lnTo>
                  <a:lnTo>
                    <a:pt x="4715"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9"/>
            <p:cNvSpPr/>
            <p:nvPr/>
          </p:nvSpPr>
          <p:spPr>
            <a:xfrm>
              <a:off x="8445651" y="2169086"/>
              <a:ext cx="733063" cy="132998"/>
            </a:xfrm>
            <a:custGeom>
              <a:rect b="b" l="l" r="r" t="t"/>
              <a:pathLst>
                <a:path extrusionOk="0" h="1942" w="10704">
                  <a:moveTo>
                    <a:pt x="0" y="0"/>
                  </a:moveTo>
                  <a:lnTo>
                    <a:pt x="0" y="1941"/>
                  </a:lnTo>
                  <a:lnTo>
                    <a:pt x="10704" y="1941"/>
                  </a:lnTo>
                  <a:lnTo>
                    <a:pt x="10704"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9"/>
            <p:cNvSpPr/>
            <p:nvPr/>
          </p:nvSpPr>
          <p:spPr>
            <a:xfrm>
              <a:off x="8738356" y="2388443"/>
              <a:ext cx="440359" cy="132929"/>
            </a:xfrm>
            <a:custGeom>
              <a:rect b="b" l="l" r="r" t="t"/>
              <a:pathLst>
                <a:path extrusionOk="0" h="1941" w="6430">
                  <a:moveTo>
                    <a:pt x="1" y="0"/>
                  </a:moveTo>
                  <a:lnTo>
                    <a:pt x="1" y="1941"/>
                  </a:lnTo>
                  <a:lnTo>
                    <a:pt x="6430" y="1941"/>
                  </a:lnTo>
                  <a:lnTo>
                    <a:pt x="6430"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9"/>
            <p:cNvSpPr/>
            <p:nvPr/>
          </p:nvSpPr>
          <p:spPr>
            <a:xfrm>
              <a:off x="7990637" y="2388443"/>
              <a:ext cx="597737" cy="132929"/>
            </a:xfrm>
            <a:custGeom>
              <a:rect b="b" l="l" r="r" t="t"/>
              <a:pathLst>
                <a:path extrusionOk="0" h="1941" w="8728">
                  <a:moveTo>
                    <a:pt x="1" y="0"/>
                  </a:moveTo>
                  <a:lnTo>
                    <a:pt x="1" y="1941"/>
                  </a:lnTo>
                  <a:lnTo>
                    <a:pt x="8728" y="1941"/>
                  </a:lnTo>
                  <a:lnTo>
                    <a:pt x="8728"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9"/>
            <p:cNvSpPr/>
            <p:nvPr/>
          </p:nvSpPr>
          <p:spPr>
            <a:xfrm>
              <a:off x="7683208" y="2607801"/>
              <a:ext cx="1495507" cy="132108"/>
            </a:xfrm>
            <a:custGeom>
              <a:rect b="b" l="l" r="r" t="t"/>
              <a:pathLst>
                <a:path extrusionOk="0" h="1929" w="21837">
                  <a:moveTo>
                    <a:pt x="1" y="0"/>
                  </a:moveTo>
                  <a:lnTo>
                    <a:pt x="1" y="1929"/>
                  </a:lnTo>
                  <a:lnTo>
                    <a:pt x="21837" y="1929"/>
                  </a:lnTo>
                  <a:lnTo>
                    <a:pt x="21837"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9"/>
            <p:cNvSpPr/>
            <p:nvPr/>
          </p:nvSpPr>
          <p:spPr>
            <a:xfrm>
              <a:off x="8298888" y="2827090"/>
              <a:ext cx="879827" cy="132176"/>
            </a:xfrm>
            <a:custGeom>
              <a:rect b="b" l="l" r="r" t="t"/>
              <a:pathLst>
                <a:path extrusionOk="0" h="1930" w="12847">
                  <a:moveTo>
                    <a:pt x="0" y="1"/>
                  </a:moveTo>
                  <a:lnTo>
                    <a:pt x="0" y="1930"/>
                  </a:lnTo>
                  <a:lnTo>
                    <a:pt x="12847" y="1930"/>
                  </a:lnTo>
                  <a:lnTo>
                    <a:pt x="12847"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9"/>
            <p:cNvSpPr/>
            <p:nvPr/>
          </p:nvSpPr>
          <p:spPr>
            <a:xfrm>
              <a:off x="8855808" y="3046447"/>
              <a:ext cx="322907" cy="132176"/>
            </a:xfrm>
            <a:custGeom>
              <a:rect b="b" l="l" r="r" t="t"/>
              <a:pathLst>
                <a:path extrusionOk="0" h="1930" w="4715">
                  <a:moveTo>
                    <a:pt x="0" y="1"/>
                  </a:moveTo>
                  <a:lnTo>
                    <a:pt x="0" y="1929"/>
                  </a:lnTo>
                  <a:lnTo>
                    <a:pt x="4715" y="1929"/>
                  </a:lnTo>
                  <a:lnTo>
                    <a:pt x="4715"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9"/>
            <p:cNvSpPr/>
            <p:nvPr/>
          </p:nvSpPr>
          <p:spPr>
            <a:xfrm>
              <a:off x="7784360" y="2169086"/>
              <a:ext cx="499050" cy="132998"/>
            </a:xfrm>
            <a:custGeom>
              <a:rect b="b" l="l" r="r" t="t"/>
              <a:pathLst>
                <a:path extrusionOk="0" h="1942" w="7287">
                  <a:moveTo>
                    <a:pt x="0" y="0"/>
                  </a:moveTo>
                  <a:lnTo>
                    <a:pt x="0" y="1941"/>
                  </a:lnTo>
                  <a:lnTo>
                    <a:pt x="7287" y="1941"/>
                  </a:lnTo>
                  <a:lnTo>
                    <a:pt x="7287"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9"/>
            <p:cNvSpPr/>
            <p:nvPr/>
          </p:nvSpPr>
          <p:spPr>
            <a:xfrm>
              <a:off x="8020017" y="4142344"/>
              <a:ext cx="322975" cy="132176"/>
            </a:xfrm>
            <a:custGeom>
              <a:rect b="b" l="l" r="r" t="t"/>
              <a:pathLst>
                <a:path extrusionOk="0" h="1930" w="4716">
                  <a:moveTo>
                    <a:pt x="0" y="1"/>
                  </a:moveTo>
                  <a:lnTo>
                    <a:pt x="0" y="1929"/>
                  </a:lnTo>
                  <a:lnTo>
                    <a:pt x="4715" y="1929"/>
                  </a:lnTo>
                  <a:lnTo>
                    <a:pt x="4715"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9"/>
            <p:cNvSpPr/>
            <p:nvPr/>
          </p:nvSpPr>
          <p:spPr>
            <a:xfrm>
              <a:off x="7521789" y="4142344"/>
              <a:ext cx="322153" cy="132176"/>
            </a:xfrm>
            <a:custGeom>
              <a:rect b="b" l="l" r="r" t="t"/>
              <a:pathLst>
                <a:path extrusionOk="0" h="1930" w="4704">
                  <a:moveTo>
                    <a:pt x="0" y="1"/>
                  </a:moveTo>
                  <a:lnTo>
                    <a:pt x="0" y="1929"/>
                  </a:lnTo>
                  <a:lnTo>
                    <a:pt x="4703" y="1929"/>
                  </a:lnTo>
                  <a:lnTo>
                    <a:pt x="470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9"/>
            <p:cNvSpPr/>
            <p:nvPr/>
          </p:nvSpPr>
          <p:spPr>
            <a:xfrm>
              <a:off x="8152056" y="3264983"/>
              <a:ext cx="1026659" cy="132998"/>
            </a:xfrm>
            <a:custGeom>
              <a:rect b="b" l="l" r="r" t="t"/>
              <a:pathLst>
                <a:path extrusionOk="0" h="1942" w="14991">
                  <a:moveTo>
                    <a:pt x="1" y="0"/>
                  </a:moveTo>
                  <a:lnTo>
                    <a:pt x="1" y="1941"/>
                  </a:lnTo>
                  <a:lnTo>
                    <a:pt x="14991" y="1941"/>
                  </a:lnTo>
                  <a:lnTo>
                    <a:pt x="14991"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9"/>
            <p:cNvSpPr/>
            <p:nvPr/>
          </p:nvSpPr>
          <p:spPr>
            <a:xfrm>
              <a:off x="7784360" y="3484340"/>
              <a:ext cx="807301" cy="132929"/>
            </a:xfrm>
            <a:custGeom>
              <a:rect b="b" l="l" r="r" t="t"/>
              <a:pathLst>
                <a:path extrusionOk="0" h="1941" w="11788">
                  <a:moveTo>
                    <a:pt x="0" y="0"/>
                  </a:moveTo>
                  <a:lnTo>
                    <a:pt x="0" y="1941"/>
                  </a:lnTo>
                  <a:lnTo>
                    <a:pt x="11787" y="1941"/>
                  </a:lnTo>
                  <a:lnTo>
                    <a:pt x="11787"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9"/>
            <p:cNvSpPr/>
            <p:nvPr/>
          </p:nvSpPr>
          <p:spPr>
            <a:xfrm>
              <a:off x="8738356" y="3484340"/>
              <a:ext cx="440359" cy="132929"/>
            </a:xfrm>
            <a:custGeom>
              <a:rect b="b" l="l" r="r" t="t"/>
              <a:pathLst>
                <a:path extrusionOk="0" h="1941" w="6430">
                  <a:moveTo>
                    <a:pt x="1" y="0"/>
                  </a:moveTo>
                  <a:lnTo>
                    <a:pt x="1" y="1941"/>
                  </a:lnTo>
                  <a:lnTo>
                    <a:pt x="6430" y="1941"/>
                  </a:lnTo>
                  <a:lnTo>
                    <a:pt x="6430"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9"/>
            <p:cNvSpPr/>
            <p:nvPr/>
          </p:nvSpPr>
          <p:spPr>
            <a:xfrm>
              <a:off x="7931945" y="3046447"/>
              <a:ext cx="733063" cy="132176"/>
            </a:xfrm>
            <a:custGeom>
              <a:rect b="b" l="l" r="r" t="t"/>
              <a:pathLst>
                <a:path extrusionOk="0" h="1930" w="10704">
                  <a:moveTo>
                    <a:pt x="0" y="1"/>
                  </a:moveTo>
                  <a:lnTo>
                    <a:pt x="0" y="1929"/>
                  </a:lnTo>
                  <a:lnTo>
                    <a:pt x="10704" y="1929"/>
                  </a:lnTo>
                  <a:lnTo>
                    <a:pt x="10704"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9"/>
            <p:cNvSpPr/>
            <p:nvPr/>
          </p:nvSpPr>
          <p:spPr>
            <a:xfrm>
              <a:off x="8445651" y="3703698"/>
              <a:ext cx="733063" cy="132108"/>
            </a:xfrm>
            <a:custGeom>
              <a:rect b="b" l="l" r="r" t="t"/>
              <a:pathLst>
                <a:path extrusionOk="0" h="1929" w="10704">
                  <a:moveTo>
                    <a:pt x="0" y="0"/>
                  </a:moveTo>
                  <a:lnTo>
                    <a:pt x="0" y="1929"/>
                  </a:lnTo>
                  <a:lnTo>
                    <a:pt x="10704" y="1929"/>
                  </a:lnTo>
                  <a:lnTo>
                    <a:pt x="10704"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9"/>
            <p:cNvSpPr/>
            <p:nvPr/>
          </p:nvSpPr>
          <p:spPr>
            <a:xfrm>
              <a:off x="8855808" y="3922987"/>
              <a:ext cx="322907" cy="132176"/>
            </a:xfrm>
            <a:custGeom>
              <a:rect b="b" l="l" r="r" t="t"/>
              <a:pathLst>
                <a:path extrusionOk="0" h="1930" w="4715">
                  <a:moveTo>
                    <a:pt x="0" y="1"/>
                  </a:moveTo>
                  <a:lnTo>
                    <a:pt x="0" y="1930"/>
                  </a:lnTo>
                  <a:lnTo>
                    <a:pt x="4715" y="1930"/>
                  </a:lnTo>
                  <a:lnTo>
                    <a:pt x="4715"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9"/>
            <p:cNvSpPr/>
            <p:nvPr/>
          </p:nvSpPr>
          <p:spPr>
            <a:xfrm>
              <a:off x="7990637" y="3703698"/>
              <a:ext cx="322975" cy="132108"/>
            </a:xfrm>
            <a:custGeom>
              <a:rect b="b" l="l" r="r" t="t"/>
              <a:pathLst>
                <a:path extrusionOk="0" h="1929" w="4716">
                  <a:moveTo>
                    <a:pt x="1" y="0"/>
                  </a:moveTo>
                  <a:lnTo>
                    <a:pt x="1" y="1929"/>
                  </a:lnTo>
                  <a:lnTo>
                    <a:pt x="4715" y="1929"/>
                  </a:lnTo>
                  <a:lnTo>
                    <a:pt x="4715"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9"/>
            <p:cNvSpPr/>
            <p:nvPr/>
          </p:nvSpPr>
          <p:spPr>
            <a:xfrm>
              <a:off x="8445651" y="4142344"/>
              <a:ext cx="733063" cy="132176"/>
            </a:xfrm>
            <a:custGeom>
              <a:rect b="b" l="l" r="r" t="t"/>
              <a:pathLst>
                <a:path extrusionOk="0" h="1930" w="10704">
                  <a:moveTo>
                    <a:pt x="0" y="1"/>
                  </a:moveTo>
                  <a:lnTo>
                    <a:pt x="0" y="1929"/>
                  </a:lnTo>
                  <a:lnTo>
                    <a:pt x="10704" y="1929"/>
                  </a:lnTo>
                  <a:lnTo>
                    <a:pt x="10704"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9"/>
            <p:cNvSpPr/>
            <p:nvPr/>
          </p:nvSpPr>
          <p:spPr>
            <a:xfrm>
              <a:off x="7858529" y="3922987"/>
              <a:ext cx="862774" cy="132176"/>
            </a:xfrm>
            <a:custGeom>
              <a:rect b="b" l="l" r="r" t="t"/>
              <a:pathLst>
                <a:path extrusionOk="0" h="1930" w="12598">
                  <a:moveTo>
                    <a:pt x="1" y="1"/>
                  </a:moveTo>
                  <a:lnTo>
                    <a:pt x="1" y="1930"/>
                  </a:lnTo>
                  <a:lnTo>
                    <a:pt x="12598" y="1930"/>
                  </a:lnTo>
                  <a:lnTo>
                    <a:pt x="12598"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9"/>
            <p:cNvSpPr/>
            <p:nvPr/>
          </p:nvSpPr>
          <p:spPr>
            <a:xfrm>
              <a:off x="7683208" y="4361702"/>
              <a:ext cx="1495507" cy="132176"/>
            </a:xfrm>
            <a:custGeom>
              <a:rect b="b" l="l" r="r" t="t"/>
              <a:pathLst>
                <a:path extrusionOk="0" h="1930" w="21837">
                  <a:moveTo>
                    <a:pt x="1" y="0"/>
                  </a:moveTo>
                  <a:lnTo>
                    <a:pt x="1" y="1929"/>
                  </a:lnTo>
                  <a:lnTo>
                    <a:pt x="21837" y="1929"/>
                  </a:lnTo>
                  <a:lnTo>
                    <a:pt x="21837"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9"/>
            <p:cNvSpPr/>
            <p:nvPr/>
          </p:nvSpPr>
          <p:spPr>
            <a:xfrm>
              <a:off x="8767736" y="4580237"/>
              <a:ext cx="410978" cy="132929"/>
            </a:xfrm>
            <a:custGeom>
              <a:rect b="b" l="l" r="r" t="t"/>
              <a:pathLst>
                <a:path extrusionOk="0" h="1941" w="6001">
                  <a:moveTo>
                    <a:pt x="0" y="0"/>
                  </a:moveTo>
                  <a:lnTo>
                    <a:pt x="0" y="1941"/>
                  </a:lnTo>
                  <a:lnTo>
                    <a:pt x="6001" y="1941"/>
                  </a:lnTo>
                  <a:lnTo>
                    <a:pt x="6001"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9"/>
            <p:cNvSpPr/>
            <p:nvPr/>
          </p:nvSpPr>
          <p:spPr>
            <a:xfrm>
              <a:off x="7814494" y="4580237"/>
              <a:ext cx="773880" cy="132929"/>
            </a:xfrm>
            <a:custGeom>
              <a:rect b="b" l="l" r="r" t="t"/>
              <a:pathLst>
                <a:path extrusionOk="0" h="1941" w="11300">
                  <a:moveTo>
                    <a:pt x="1" y="0"/>
                  </a:moveTo>
                  <a:lnTo>
                    <a:pt x="1" y="1941"/>
                  </a:lnTo>
                  <a:lnTo>
                    <a:pt x="11300" y="1941"/>
                  </a:lnTo>
                  <a:lnTo>
                    <a:pt x="11300"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9"/>
            <p:cNvSpPr/>
            <p:nvPr/>
          </p:nvSpPr>
          <p:spPr>
            <a:xfrm>
              <a:off x="7397009" y="4799526"/>
              <a:ext cx="833394" cy="132998"/>
            </a:xfrm>
            <a:custGeom>
              <a:rect b="b" l="l" r="r" t="t"/>
              <a:pathLst>
                <a:path extrusionOk="0" h="1942" w="12169">
                  <a:moveTo>
                    <a:pt x="1" y="1"/>
                  </a:moveTo>
                  <a:lnTo>
                    <a:pt x="1" y="1942"/>
                  </a:lnTo>
                  <a:lnTo>
                    <a:pt x="12169" y="1942"/>
                  </a:lnTo>
                  <a:lnTo>
                    <a:pt x="12169"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9"/>
            <p:cNvSpPr/>
            <p:nvPr/>
          </p:nvSpPr>
          <p:spPr>
            <a:xfrm>
              <a:off x="8382851" y="4799526"/>
              <a:ext cx="795864" cy="132998"/>
            </a:xfrm>
            <a:custGeom>
              <a:rect b="b" l="l" r="r" t="t"/>
              <a:pathLst>
                <a:path extrusionOk="0" h="1942" w="11621">
                  <a:moveTo>
                    <a:pt x="0" y="1"/>
                  </a:moveTo>
                  <a:lnTo>
                    <a:pt x="0" y="1942"/>
                  </a:lnTo>
                  <a:lnTo>
                    <a:pt x="11621" y="1942"/>
                  </a:lnTo>
                  <a:lnTo>
                    <a:pt x="1162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9"/>
            <p:cNvSpPr/>
            <p:nvPr/>
          </p:nvSpPr>
          <p:spPr>
            <a:xfrm>
              <a:off x="8064053" y="5018884"/>
              <a:ext cx="1114662" cy="132176"/>
            </a:xfrm>
            <a:custGeom>
              <a:rect b="b" l="l" r="r" t="t"/>
              <a:pathLst>
                <a:path extrusionOk="0" h="1930" w="16276">
                  <a:moveTo>
                    <a:pt x="0" y="1"/>
                  </a:moveTo>
                  <a:lnTo>
                    <a:pt x="0" y="1930"/>
                  </a:lnTo>
                  <a:lnTo>
                    <a:pt x="16276" y="1930"/>
                  </a:lnTo>
                  <a:lnTo>
                    <a:pt x="16276"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p29"/>
          <p:cNvSpPr/>
          <p:nvPr/>
        </p:nvSpPr>
        <p:spPr>
          <a:xfrm>
            <a:off x="1962382" y="0"/>
            <a:ext cx="2721868" cy="387420"/>
          </a:xfrm>
          <a:custGeom>
            <a:rect b="b" l="l" r="r" t="t"/>
            <a:pathLst>
              <a:path extrusionOk="0" h="5657" w="39744">
                <a:moveTo>
                  <a:pt x="1" y="1"/>
                </a:moveTo>
                <a:lnTo>
                  <a:pt x="1" y="5656"/>
                </a:lnTo>
                <a:lnTo>
                  <a:pt x="39744" y="5656"/>
                </a:lnTo>
                <a:lnTo>
                  <a:pt x="39744"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9"/>
          <p:cNvSpPr/>
          <p:nvPr/>
        </p:nvSpPr>
        <p:spPr>
          <a:xfrm>
            <a:off x="873813" y="0"/>
            <a:ext cx="664647" cy="387420"/>
          </a:xfrm>
          <a:custGeom>
            <a:rect b="b" l="l" r="r" t="t"/>
            <a:pathLst>
              <a:path extrusionOk="0" h="5657" w="9705">
                <a:moveTo>
                  <a:pt x="1" y="1"/>
                </a:moveTo>
                <a:lnTo>
                  <a:pt x="1" y="5656"/>
                </a:lnTo>
                <a:lnTo>
                  <a:pt x="9704" y="5656"/>
                </a:lnTo>
                <a:lnTo>
                  <a:pt x="9704"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9"/>
          <p:cNvSpPr/>
          <p:nvPr/>
        </p:nvSpPr>
        <p:spPr>
          <a:xfrm>
            <a:off x="3516020" y="4983597"/>
            <a:ext cx="1054395" cy="159912"/>
          </a:xfrm>
          <a:custGeom>
            <a:rect b="b" l="l" r="r" t="t"/>
            <a:pathLst>
              <a:path extrusionOk="0" h="2335" w="15396">
                <a:moveTo>
                  <a:pt x="1" y="1"/>
                </a:moveTo>
                <a:lnTo>
                  <a:pt x="1" y="2335"/>
                </a:lnTo>
                <a:lnTo>
                  <a:pt x="15395" y="2335"/>
                </a:lnTo>
                <a:lnTo>
                  <a:pt x="15395"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9"/>
          <p:cNvSpPr/>
          <p:nvPr/>
        </p:nvSpPr>
        <p:spPr>
          <a:xfrm>
            <a:off x="1160341" y="4983597"/>
            <a:ext cx="2152689" cy="159912"/>
          </a:xfrm>
          <a:custGeom>
            <a:rect b="b" l="l" r="r" t="t"/>
            <a:pathLst>
              <a:path extrusionOk="0" h="2335" w="31433">
                <a:moveTo>
                  <a:pt x="0" y="1"/>
                </a:moveTo>
                <a:lnTo>
                  <a:pt x="0" y="2335"/>
                </a:lnTo>
                <a:lnTo>
                  <a:pt x="31433" y="2335"/>
                </a:lnTo>
                <a:lnTo>
                  <a:pt x="31433"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9"/>
          <p:cNvSpPr/>
          <p:nvPr/>
        </p:nvSpPr>
        <p:spPr>
          <a:xfrm>
            <a:off x="1805333" y="4452017"/>
            <a:ext cx="3750923" cy="160666"/>
          </a:xfrm>
          <a:custGeom>
            <a:rect b="b" l="l" r="r" t="t"/>
            <a:pathLst>
              <a:path extrusionOk="0" h="2346" w="54770">
                <a:moveTo>
                  <a:pt x="0" y="0"/>
                </a:moveTo>
                <a:lnTo>
                  <a:pt x="0" y="2346"/>
                </a:lnTo>
                <a:lnTo>
                  <a:pt x="54769" y="2346"/>
                </a:lnTo>
                <a:lnTo>
                  <a:pt x="54769"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9"/>
          <p:cNvSpPr/>
          <p:nvPr/>
        </p:nvSpPr>
        <p:spPr>
          <a:xfrm>
            <a:off x="0" y="4452017"/>
            <a:ext cx="1490645" cy="160666"/>
          </a:xfrm>
          <a:custGeom>
            <a:rect b="b" l="l" r="r" t="t"/>
            <a:pathLst>
              <a:path extrusionOk="0" h="2346" w="21766">
                <a:moveTo>
                  <a:pt x="1" y="0"/>
                </a:moveTo>
                <a:lnTo>
                  <a:pt x="1" y="2346"/>
                </a:lnTo>
                <a:lnTo>
                  <a:pt x="21765" y="2346"/>
                </a:lnTo>
                <a:lnTo>
                  <a:pt x="21765"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9"/>
          <p:cNvSpPr/>
          <p:nvPr/>
        </p:nvSpPr>
        <p:spPr>
          <a:xfrm>
            <a:off x="596093" y="4717807"/>
            <a:ext cx="3218453" cy="160734"/>
          </a:xfrm>
          <a:custGeom>
            <a:rect b="b" l="l" r="r" t="t"/>
            <a:pathLst>
              <a:path extrusionOk="0" h="2347" w="46995">
                <a:moveTo>
                  <a:pt x="0" y="1"/>
                </a:moveTo>
                <a:lnTo>
                  <a:pt x="0" y="2346"/>
                </a:lnTo>
                <a:lnTo>
                  <a:pt x="46994" y="2346"/>
                </a:lnTo>
                <a:lnTo>
                  <a:pt x="46994"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9"/>
          <p:cNvSpPr/>
          <p:nvPr/>
        </p:nvSpPr>
        <p:spPr>
          <a:xfrm>
            <a:off x="0" y="4717807"/>
            <a:ext cx="364546" cy="160734"/>
          </a:xfrm>
          <a:custGeom>
            <a:rect b="b" l="l" r="r" t="t"/>
            <a:pathLst>
              <a:path extrusionOk="0" h="2347" w="5323">
                <a:moveTo>
                  <a:pt x="1" y="1"/>
                </a:moveTo>
                <a:lnTo>
                  <a:pt x="1" y="2346"/>
                </a:lnTo>
                <a:lnTo>
                  <a:pt x="5323" y="2346"/>
                </a:lnTo>
                <a:lnTo>
                  <a:pt x="5323"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9"/>
          <p:cNvSpPr/>
          <p:nvPr/>
        </p:nvSpPr>
        <p:spPr>
          <a:xfrm>
            <a:off x="0" y="4983597"/>
            <a:ext cx="828532" cy="159912"/>
          </a:xfrm>
          <a:custGeom>
            <a:rect b="b" l="l" r="r" t="t"/>
            <a:pathLst>
              <a:path extrusionOk="0" h="2335" w="12098">
                <a:moveTo>
                  <a:pt x="1" y="1"/>
                </a:moveTo>
                <a:lnTo>
                  <a:pt x="1" y="2335"/>
                </a:lnTo>
                <a:lnTo>
                  <a:pt x="12098" y="2335"/>
                </a:lnTo>
                <a:lnTo>
                  <a:pt x="12098"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9"/>
          <p:cNvSpPr txBox="1"/>
          <p:nvPr>
            <p:ph type="ctrTitle"/>
          </p:nvPr>
        </p:nvSpPr>
        <p:spPr>
          <a:xfrm>
            <a:off x="596100" y="1222370"/>
            <a:ext cx="8520600" cy="1910400"/>
          </a:xfrm>
          <a:prstGeom prst="rect">
            <a:avLst/>
          </a:prstGeom>
          <a:noFill/>
          <a:ln>
            <a:noFill/>
          </a:ln>
        </p:spPr>
        <p:txBody>
          <a:bodyPr anchorCtr="0" anchor="b" bIns="0" lIns="91425" spcFirstLastPara="1" rIns="91425" wrap="square" tIns="91425">
            <a:noAutofit/>
          </a:bodyPr>
          <a:lstStyle>
            <a:lvl1pPr lvl="0" algn="l">
              <a:lnSpc>
                <a:spcPct val="80000"/>
              </a:lnSpc>
              <a:spcBef>
                <a:spcPts val="0"/>
              </a:spcBef>
              <a:spcAft>
                <a:spcPts val="0"/>
              </a:spcAft>
              <a:buSzPts val="6900"/>
              <a:buNone/>
              <a:defRPr sz="6900"/>
            </a:lvl1pPr>
            <a:lvl2pPr lvl="1" algn="ctr">
              <a:lnSpc>
                <a:spcPct val="100000"/>
              </a:lnSpc>
              <a:spcBef>
                <a:spcPts val="0"/>
              </a:spcBef>
              <a:spcAft>
                <a:spcPts val="0"/>
              </a:spcAft>
              <a:buSzPts val="6100"/>
              <a:buNone/>
              <a:defRPr sz="6100"/>
            </a:lvl2pPr>
            <a:lvl3pPr lvl="2" algn="ctr">
              <a:lnSpc>
                <a:spcPct val="100000"/>
              </a:lnSpc>
              <a:spcBef>
                <a:spcPts val="0"/>
              </a:spcBef>
              <a:spcAft>
                <a:spcPts val="0"/>
              </a:spcAft>
              <a:buSzPts val="6100"/>
              <a:buNone/>
              <a:defRPr sz="6100"/>
            </a:lvl3pPr>
            <a:lvl4pPr lvl="3" algn="ctr">
              <a:lnSpc>
                <a:spcPct val="100000"/>
              </a:lnSpc>
              <a:spcBef>
                <a:spcPts val="0"/>
              </a:spcBef>
              <a:spcAft>
                <a:spcPts val="0"/>
              </a:spcAft>
              <a:buSzPts val="6100"/>
              <a:buNone/>
              <a:defRPr sz="6100"/>
            </a:lvl4pPr>
            <a:lvl5pPr lvl="4" algn="ctr">
              <a:lnSpc>
                <a:spcPct val="100000"/>
              </a:lnSpc>
              <a:spcBef>
                <a:spcPts val="0"/>
              </a:spcBef>
              <a:spcAft>
                <a:spcPts val="0"/>
              </a:spcAft>
              <a:buSzPts val="6100"/>
              <a:buNone/>
              <a:defRPr sz="6100"/>
            </a:lvl5pPr>
            <a:lvl6pPr lvl="5" algn="ctr">
              <a:lnSpc>
                <a:spcPct val="100000"/>
              </a:lnSpc>
              <a:spcBef>
                <a:spcPts val="0"/>
              </a:spcBef>
              <a:spcAft>
                <a:spcPts val="0"/>
              </a:spcAft>
              <a:buSzPts val="6100"/>
              <a:buNone/>
              <a:defRPr sz="6100"/>
            </a:lvl6pPr>
            <a:lvl7pPr lvl="6" algn="ctr">
              <a:lnSpc>
                <a:spcPct val="100000"/>
              </a:lnSpc>
              <a:spcBef>
                <a:spcPts val="0"/>
              </a:spcBef>
              <a:spcAft>
                <a:spcPts val="0"/>
              </a:spcAft>
              <a:buSzPts val="6100"/>
              <a:buNone/>
              <a:defRPr sz="6100"/>
            </a:lvl7pPr>
            <a:lvl8pPr lvl="7" algn="ctr">
              <a:lnSpc>
                <a:spcPct val="100000"/>
              </a:lnSpc>
              <a:spcBef>
                <a:spcPts val="0"/>
              </a:spcBef>
              <a:spcAft>
                <a:spcPts val="0"/>
              </a:spcAft>
              <a:buSzPts val="6100"/>
              <a:buNone/>
              <a:defRPr sz="6100"/>
            </a:lvl8pPr>
            <a:lvl9pPr lvl="8" algn="ctr">
              <a:lnSpc>
                <a:spcPct val="100000"/>
              </a:lnSpc>
              <a:spcBef>
                <a:spcPts val="0"/>
              </a:spcBef>
              <a:spcAft>
                <a:spcPts val="0"/>
              </a:spcAft>
              <a:buSzPts val="6100"/>
              <a:buNone/>
              <a:defRPr sz="6100"/>
            </a:lvl9pPr>
          </a:lstStyle>
          <a:p/>
        </p:txBody>
      </p:sp>
      <p:sp>
        <p:nvSpPr>
          <p:cNvPr id="47" name="Google Shape;47;p29"/>
          <p:cNvSpPr txBox="1"/>
          <p:nvPr>
            <p:ph idx="1" type="subTitle"/>
          </p:nvPr>
        </p:nvSpPr>
        <p:spPr>
          <a:xfrm>
            <a:off x="769050" y="3396100"/>
            <a:ext cx="8520600" cy="792600"/>
          </a:xfrm>
          <a:prstGeom prst="rect">
            <a:avLst/>
          </a:prstGeom>
          <a:noFill/>
          <a:ln>
            <a:noFill/>
          </a:ln>
        </p:spPr>
        <p:txBody>
          <a:bodyPr anchorCtr="0" anchor="t" bIns="91425" lIns="91425" spcFirstLastPara="1" rIns="91425" wrap="square" tIns="0">
            <a:noAutofit/>
          </a:bodyPr>
          <a:lstStyle>
            <a:lvl1pPr lvl="0" algn="l">
              <a:lnSpc>
                <a:spcPct val="100000"/>
              </a:lnSpc>
              <a:spcBef>
                <a:spcPts val="0"/>
              </a:spcBef>
              <a:spcAft>
                <a:spcPts val="0"/>
              </a:spcAft>
              <a:buSzPts val="2100"/>
              <a:buNone/>
              <a:defRPr sz="2100"/>
            </a:lvl1pPr>
            <a:lvl2pPr lvl="1" algn="ctr">
              <a:lnSpc>
                <a:spcPct val="100000"/>
              </a:lnSpc>
              <a:spcBef>
                <a:spcPts val="0"/>
              </a:spcBef>
              <a:spcAft>
                <a:spcPts val="0"/>
              </a:spcAft>
              <a:buSzPts val="2900"/>
              <a:buNone/>
              <a:defRPr sz="2900"/>
            </a:lvl2pPr>
            <a:lvl3pPr lvl="2" algn="ctr">
              <a:lnSpc>
                <a:spcPct val="100000"/>
              </a:lnSpc>
              <a:spcBef>
                <a:spcPts val="0"/>
              </a:spcBef>
              <a:spcAft>
                <a:spcPts val="0"/>
              </a:spcAft>
              <a:buSzPts val="2900"/>
              <a:buNone/>
              <a:defRPr sz="2900"/>
            </a:lvl3pPr>
            <a:lvl4pPr lvl="3" algn="ctr">
              <a:lnSpc>
                <a:spcPct val="100000"/>
              </a:lnSpc>
              <a:spcBef>
                <a:spcPts val="0"/>
              </a:spcBef>
              <a:spcAft>
                <a:spcPts val="0"/>
              </a:spcAft>
              <a:buSzPts val="2900"/>
              <a:buNone/>
              <a:defRPr sz="2900"/>
            </a:lvl4pPr>
            <a:lvl5pPr lvl="4" algn="ctr">
              <a:lnSpc>
                <a:spcPct val="100000"/>
              </a:lnSpc>
              <a:spcBef>
                <a:spcPts val="0"/>
              </a:spcBef>
              <a:spcAft>
                <a:spcPts val="0"/>
              </a:spcAft>
              <a:buSzPts val="2900"/>
              <a:buNone/>
              <a:defRPr sz="2900"/>
            </a:lvl5pPr>
            <a:lvl6pPr lvl="5" algn="ctr">
              <a:lnSpc>
                <a:spcPct val="100000"/>
              </a:lnSpc>
              <a:spcBef>
                <a:spcPts val="0"/>
              </a:spcBef>
              <a:spcAft>
                <a:spcPts val="0"/>
              </a:spcAft>
              <a:buSzPts val="2900"/>
              <a:buNone/>
              <a:defRPr sz="2900"/>
            </a:lvl6pPr>
            <a:lvl7pPr lvl="6" algn="ctr">
              <a:lnSpc>
                <a:spcPct val="100000"/>
              </a:lnSpc>
              <a:spcBef>
                <a:spcPts val="0"/>
              </a:spcBef>
              <a:spcAft>
                <a:spcPts val="0"/>
              </a:spcAft>
              <a:buSzPts val="2900"/>
              <a:buNone/>
              <a:defRPr sz="2900"/>
            </a:lvl7pPr>
            <a:lvl8pPr lvl="7" algn="ctr">
              <a:lnSpc>
                <a:spcPct val="100000"/>
              </a:lnSpc>
              <a:spcBef>
                <a:spcPts val="0"/>
              </a:spcBef>
              <a:spcAft>
                <a:spcPts val="0"/>
              </a:spcAft>
              <a:buSzPts val="2900"/>
              <a:buNone/>
              <a:defRPr sz="2900"/>
            </a:lvl8pPr>
            <a:lvl9pPr lvl="8" algn="ctr">
              <a:lnSpc>
                <a:spcPct val="100000"/>
              </a:lnSpc>
              <a:spcBef>
                <a:spcPts val="0"/>
              </a:spcBef>
              <a:spcAft>
                <a:spcPts val="0"/>
              </a:spcAft>
              <a:buSzPts val="2900"/>
              <a:buNone/>
              <a:defRPr sz="29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ta al pie">
  <p:cSld name="CAPTION_ONLY_1">
    <p:spTree>
      <p:nvGrpSpPr>
        <p:cNvPr id="48" name="Shape 48"/>
        <p:cNvGrpSpPr/>
        <p:nvPr/>
      </p:nvGrpSpPr>
      <p:grpSpPr>
        <a:xfrm>
          <a:off x="0" y="0"/>
          <a:ext cx="0" cy="0"/>
          <a:chOff x="0" y="0"/>
          <a:chExt cx="0" cy="0"/>
        </a:xfrm>
      </p:grpSpPr>
      <p:sp>
        <p:nvSpPr>
          <p:cNvPr id="49" name="Google Shape;49;p32"/>
          <p:cNvSpPr/>
          <p:nvPr/>
        </p:nvSpPr>
        <p:spPr>
          <a:xfrm>
            <a:off x="7928639" y="1"/>
            <a:ext cx="1215355" cy="402011"/>
          </a:xfrm>
          <a:custGeom>
            <a:rect b="b" l="l" r="r" t="t"/>
            <a:pathLst>
              <a:path extrusionOk="0" h="5002" w="15122">
                <a:moveTo>
                  <a:pt x="0" y="1"/>
                </a:moveTo>
                <a:lnTo>
                  <a:pt x="0" y="5001"/>
                </a:lnTo>
                <a:lnTo>
                  <a:pt x="15121" y="5001"/>
                </a:lnTo>
                <a:lnTo>
                  <a:pt x="15121"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32"/>
          <p:cNvSpPr/>
          <p:nvPr/>
        </p:nvSpPr>
        <p:spPr>
          <a:xfrm>
            <a:off x="3511525" y="783700"/>
            <a:ext cx="5632410" cy="2353867"/>
          </a:xfrm>
          <a:custGeom>
            <a:rect b="b" l="l" r="r" t="t"/>
            <a:pathLst>
              <a:path extrusionOk="0" h="27529" w="70081">
                <a:moveTo>
                  <a:pt x="0" y="1"/>
                </a:moveTo>
                <a:lnTo>
                  <a:pt x="0" y="27528"/>
                </a:lnTo>
                <a:lnTo>
                  <a:pt x="70080" y="27528"/>
                </a:lnTo>
                <a:lnTo>
                  <a:pt x="70080"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2"/>
          <p:cNvSpPr txBox="1"/>
          <p:nvPr>
            <p:ph type="title"/>
          </p:nvPr>
        </p:nvSpPr>
        <p:spPr>
          <a:xfrm>
            <a:off x="3762375" y="1012300"/>
            <a:ext cx="4915200" cy="1940100"/>
          </a:xfrm>
          <a:prstGeom prst="rect">
            <a:avLst/>
          </a:prstGeom>
          <a:noFill/>
          <a:ln>
            <a:noFill/>
          </a:ln>
        </p:spPr>
        <p:txBody>
          <a:bodyPr anchorCtr="0" anchor="ctr" bIns="0" lIns="91425" spcFirstLastPara="1" rIns="91425" wrap="square" tIns="0">
            <a:noAutofit/>
          </a:bodyPr>
          <a:lstStyle>
            <a:lvl1pPr lvl="0" algn="r">
              <a:lnSpc>
                <a:spcPct val="100000"/>
              </a:lnSpc>
              <a:spcBef>
                <a:spcPts val="0"/>
              </a:spcBef>
              <a:spcAft>
                <a:spcPts val="0"/>
              </a:spcAft>
              <a:buClr>
                <a:srgbClr val="FFFFFF"/>
              </a:buClr>
              <a:buSzPts val="3500"/>
              <a:buNone/>
              <a:defRPr sz="3500">
                <a:solidFill>
                  <a:srgbClr val="FFFFFF"/>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2" name="Google Shape;52;p32"/>
          <p:cNvSpPr/>
          <p:nvPr/>
        </p:nvSpPr>
        <p:spPr>
          <a:xfrm>
            <a:off x="5865073" y="3429550"/>
            <a:ext cx="1215342" cy="259665"/>
          </a:xfrm>
          <a:custGeom>
            <a:rect b="b" l="l" r="r" t="t"/>
            <a:pathLst>
              <a:path extrusionOk="0" h="8298" w="30813">
                <a:moveTo>
                  <a:pt x="0" y="1"/>
                </a:moveTo>
                <a:lnTo>
                  <a:pt x="0" y="8297"/>
                </a:lnTo>
                <a:lnTo>
                  <a:pt x="30813" y="8297"/>
                </a:lnTo>
                <a:lnTo>
                  <a:pt x="30813"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2"/>
          <p:cNvSpPr/>
          <p:nvPr/>
        </p:nvSpPr>
        <p:spPr>
          <a:xfrm>
            <a:off x="8018936" y="3429550"/>
            <a:ext cx="1124989" cy="259686"/>
          </a:xfrm>
          <a:custGeom>
            <a:rect b="b" l="l" r="r" t="t"/>
            <a:pathLst>
              <a:path extrusionOk="0" h="8298" w="35945">
                <a:moveTo>
                  <a:pt x="1" y="1"/>
                </a:moveTo>
                <a:lnTo>
                  <a:pt x="1" y="8297"/>
                </a:lnTo>
                <a:lnTo>
                  <a:pt x="35945" y="8297"/>
                </a:lnTo>
                <a:lnTo>
                  <a:pt x="35945"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2"/>
          <p:cNvSpPr/>
          <p:nvPr/>
        </p:nvSpPr>
        <p:spPr>
          <a:xfrm>
            <a:off x="7083824" y="3429550"/>
            <a:ext cx="259727" cy="259665"/>
          </a:xfrm>
          <a:custGeom>
            <a:rect b="b" l="l" r="r" t="t"/>
            <a:pathLst>
              <a:path extrusionOk="0" h="8298" w="8298">
                <a:moveTo>
                  <a:pt x="0" y="1"/>
                </a:moveTo>
                <a:lnTo>
                  <a:pt x="0" y="8297"/>
                </a:lnTo>
                <a:lnTo>
                  <a:pt x="8297" y="8297"/>
                </a:lnTo>
                <a:lnTo>
                  <a:pt x="8297"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32"/>
          <p:cNvSpPr/>
          <p:nvPr/>
        </p:nvSpPr>
        <p:spPr>
          <a:xfrm>
            <a:off x="7496607" y="3429550"/>
            <a:ext cx="259707" cy="259686"/>
          </a:xfrm>
          <a:custGeom>
            <a:rect b="b" l="l" r="r" t="t"/>
            <a:pathLst>
              <a:path extrusionOk="0" h="8298" w="8298">
                <a:moveTo>
                  <a:pt x="1" y="1"/>
                </a:moveTo>
                <a:lnTo>
                  <a:pt x="1" y="8297"/>
                </a:lnTo>
                <a:lnTo>
                  <a:pt x="8297" y="8297"/>
                </a:lnTo>
                <a:lnTo>
                  <a:pt x="8297"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3">
  <p:cSld name="CUSTOM_5">
    <p:spTree>
      <p:nvGrpSpPr>
        <p:cNvPr id="56" name="Shape 56"/>
        <p:cNvGrpSpPr/>
        <p:nvPr/>
      </p:nvGrpSpPr>
      <p:grpSpPr>
        <a:xfrm>
          <a:off x="0" y="0"/>
          <a:ext cx="0" cy="0"/>
          <a:chOff x="0" y="0"/>
          <a:chExt cx="0" cy="0"/>
        </a:xfrm>
      </p:grpSpPr>
      <p:sp>
        <p:nvSpPr>
          <p:cNvPr id="57" name="Google Shape;57;p33"/>
          <p:cNvSpPr/>
          <p:nvPr/>
        </p:nvSpPr>
        <p:spPr>
          <a:xfrm>
            <a:off x="1817725" y="0"/>
            <a:ext cx="7326300" cy="3906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33"/>
          <p:cNvSpPr txBox="1"/>
          <p:nvPr>
            <p:ph idx="1" type="body"/>
          </p:nvPr>
        </p:nvSpPr>
        <p:spPr>
          <a:xfrm>
            <a:off x="4579525" y="2388200"/>
            <a:ext cx="3932700" cy="2130900"/>
          </a:xfrm>
          <a:prstGeom prst="rect">
            <a:avLst/>
          </a:prstGeom>
          <a:noFill/>
          <a:ln>
            <a:noFill/>
          </a:ln>
        </p:spPr>
        <p:txBody>
          <a:bodyPr anchorCtr="0" anchor="t" bIns="91425" lIns="91425" spcFirstLastPara="1" rIns="91425" wrap="square" tIns="91425">
            <a:noAutofit/>
          </a:bodyPr>
          <a:lstStyle>
            <a:lvl1pPr indent="-330200" lvl="0" marL="457200" algn="r">
              <a:lnSpc>
                <a:spcPct val="100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a:lvl2pPr>
            <a:lvl3pPr indent="-323850" lvl="2" marL="1371600" algn="l">
              <a:lnSpc>
                <a:spcPct val="115000"/>
              </a:lnSpc>
              <a:spcBef>
                <a:spcPts val="1600"/>
              </a:spcBef>
              <a:spcAft>
                <a:spcPts val="0"/>
              </a:spcAft>
              <a:buSzPts val="1500"/>
              <a:buChar char="■"/>
              <a:defRPr/>
            </a:lvl3pPr>
            <a:lvl4pPr indent="-323850" lvl="3" marL="1828800" algn="l">
              <a:lnSpc>
                <a:spcPct val="115000"/>
              </a:lnSpc>
              <a:spcBef>
                <a:spcPts val="1600"/>
              </a:spcBef>
              <a:spcAft>
                <a:spcPts val="0"/>
              </a:spcAft>
              <a:buSzPts val="15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1150" lvl="6" marL="3200400" algn="l">
              <a:lnSpc>
                <a:spcPct val="115000"/>
              </a:lnSpc>
              <a:spcBef>
                <a:spcPts val="1600"/>
              </a:spcBef>
              <a:spcAft>
                <a:spcPts val="0"/>
              </a:spcAft>
              <a:buSzPts val="1300"/>
              <a:buChar char="●"/>
              <a:defRPr/>
            </a:lvl7pPr>
            <a:lvl8pPr indent="-311150" lvl="7" marL="3657600" algn="l">
              <a:lnSpc>
                <a:spcPct val="115000"/>
              </a:lnSpc>
              <a:spcBef>
                <a:spcPts val="1600"/>
              </a:spcBef>
              <a:spcAft>
                <a:spcPts val="0"/>
              </a:spcAft>
              <a:buSzPts val="1300"/>
              <a:buChar char="○"/>
              <a:defRPr/>
            </a:lvl8pPr>
            <a:lvl9pPr indent="-317500" lvl="8" marL="4114800" algn="l">
              <a:lnSpc>
                <a:spcPct val="115000"/>
              </a:lnSpc>
              <a:spcBef>
                <a:spcPts val="1600"/>
              </a:spcBef>
              <a:spcAft>
                <a:spcPts val="1600"/>
              </a:spcAft>
              <a:buSzPts val="1400"/>
              <a:buChar char="■"/>
              <a:defRPr/>
            </a:lvl9pPr>
          </a:lstStyle>
          <a:p/>
        </p:txBody>
      </p:sp>
      <p:sp>
        <p:nvSpPr>
          <p:cNvPr id="59" name="Google Shape;59;p33"/>
          <p:cNvSpPr txBox="1"/>
          <p:nvPr>
            <p:ph type="title"/>
          </p:nvPr>
        </p:nvSpPr>
        <p:spPr>
          <a:xfrm>
            <a:off x="4579531" y="1714800"/>
            <a:ext cx="3963300" cy="6690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800"/>
              <a:buNone/>
              <a:defRPr sz="3000">
                <a:solidFill>
                  <a:srgbClr val="4C67ED"/>
                </a:solidFill>
              </a:defRPr>
            </a:lvl1pPr>
            <a:lvl2pPr lvl="1" algn="r">
              <a:lnSpc>
                <a:spcPct val="100000"/>
              </a:lnSpc>
              <a:spcBef>
                <a:spcPts val="0"/>
              </a:spcBef>
              <a:spcAft>
                <a:spcPts val="0"/>
              </a:spcAft>
              <a:buSzPts val="2800"/>
              <a:buNone/>
              <a:defRPr sz="3000"/>
            </a:lvl2pPr>
            <a:lvl3pPr lvl="2" algn="r">
              <a:lnSpc>
                <a:spcPct val="100000"/>
              </a:lnSpc>
              <a:spcBef>
                <a:spcPts val="0"/>
              </a:spcBef>
              <a:spcAft>
                <a:spcPts val="0"/>
              </a:spcAft>
              <a:buSzPts val="2800"/>
              <a:buNone/>
              <a:defRPr sz="3000"/>
            </a:lvl3pPr>
            <a:lvl4pPr lvl="3" algn="r">
              <a:lnSpc>
                <a:spcPct val="100000"/>
              </a:lnSpc>
              <a:spcBef>
                <a:spcPts val="0"/>
              </a:spcBef>
              <a:spcAft>
                <a:spcPts val="0"/>
              </a:spcAft>
              <a:buSzPts val="2800"/>
              <a:buNone/>
              <a:defRPr sz="3000"/>
            </a:lvl4pPr>
            <a:lvl5pPr lvl="4" algn="r">
              <a:lnSpc>
                <a:spcPct val="100000"/>
              </a:lnSpc>
              <a:spcBef>
                <a:spcPts val="0"/>
              </a:spcBef>
              <a:spcAft>
                <a:spcPts val="0"/>
              </a:spcAft>
              <a:buSzPts val="2800"/>
              <a:buNone/>
              <a:defRPr sz="3000"/>
            </a:lvl5pPr>
            <a:lvl6pPr lvl="5" algn="r">
              <a:lnSpc>
                <a:spcPct val="100000"/>
              </a:lnSpc>
              <a:spcBef>
                <a:spcPts val="0"/>
              </a:spcBef>
              <a:spcAft>
                <a:spcPts val="0"/>
              </a:spcAft>
              <a:buSzPts val="2800"/>
              <a:buNone/>
              <a:defRPr sz="3000"/>
            </a:lvl6pPr>
            <a:lvl7pPr lvl="6" algn="r">
              <a:lnSpc>
                <a:spcPct val="100000"/>
              </a:lnSpc>
              <a:spcBef>
                <a:spcPts val="0"/>
              </a:spcBef>
              <a:spcAft>
                <a:spcPts val="0"/>
              </a:spcAft>
              <a:buSzPts val="2800"/>
              <a:buNone/>
              <a:defRPr sz="3000"/>
            </a:lvl7pPr>
            <a:lvl8pPr lvl="7" algn="r">
              <a:lnSpc>
                <a:spcPct val="100000"/>
              </a:lnSpc>
              <a:spcBef>
                <a:spcPts val="0"/>
              </a:spcBef>
              <a:spcAft>
                <a:spcPts val="0"/>
              </a:spcAft>
              <a:buSzPts val="2800"/>
              <a:buNone/>
              <a:defRPr sz="3000"/>
            </a:lvl8pPr>
            <a:lvl9pPr lvl="8" algn="r">
              <a:lnSpc>
                <a:spcPct val="100000"/>
              </a:lnSpc>
              <a:spcBef>
                <a:spcPts val="0"/>
              </a:spcBef>
              <a:spcAft>
                <a:spcPts val="0"/>
              </a:spcAft>
              <a:buSzPts val="2800"/>
              <a:buNone/>
              <a:defRPr sz="3000"/>
            </a:lvl9pPr>
          </a:lstStyle>
          <a:p/>
        </p:txBody>
      </p:sp>
      <p:sp>
        <p:nvSpPr>
          <p:cNvPr id="60" name="Google Shape;60;p33"/>
          <p:cNvSpPr/>
          <p:nvPr/>
        </p:nvSpPr>
        <p:spPr>
          <a:xfrm>
            <a:off x="0" y="2156637"/>
            <a:ext cx="2107897" cy="128764"/>
          </a:xfrm>
          <a:custGeom>
            <a:rect b="b" l="l" r="r" t="t"/>
            <a:pathLst>
              <a:path extrusionOk="0" h="8298" w="135840">
                <a:moveTo>
                  <a:pt x="1" y="1"/>
                </a:moveTo>
                <a:lnTo>
                  <a:pt x="1" y="8298"/>
                </a:lnTo>
                <a:lnTo>
                  <a:pt x="135840" y="8298"/>
                </a:lnTo>
                <a:lnTo>
                  <a:pt x="135840"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33"/>
          <p:cNvSpPr/>
          <p:nvPr/>
        </p:nvSpPr>
        <p:spPr>
          <a:xfrm>
            <a:off x="2107970" y="2156637"/>
            <a:ext cx="1115538" cy="128764"/>
          </a:xfrm>
          <a:custGeom>
            <a:rect b="b" l="l" r="r" t="t"/>
            <a:pathLst>
              <a:path extrusionOk="0" h="8298" w="71889">
                <a:moveTo>
                  <a:pt x="1" y="1"/>
                </a:moveTo>
                <a:lnTo>
                  <a:pt x="1" y="8298"/>
                </a:lnTo>
                <a:lnTo>
                  <a:pt x="71889" y="8298"/>
                </a:lnTo>
                <a:lnTo>
                  <a:pt x="71889"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3"/>
          <p:cNvSpPr/>
          <p:nvPr/>
        </p:nvSpPr>
        <p:spPr>
          <a:xfrm>
            <a:off x="430892" y="2369856"/>
            <a:ext cx="1645026" cy="128764"/>
          </a:xfrm>
          <a:custGeom>
            <a:rect b="b" l="l" r="r" t="t"/>
            <a:pathLst>
              <a:path extrusionOk="0" h="8298" w="106011">
                <a:moveTo>
                  <a:pt x="1" y="1"/>
                </a:moveTo>
                <a:lnTo>
                  <a:pt x="1" y="8297"/>
                </a:lnTo>
                <a:lnTo>
                  <a:pt x="106011" y="8297"/>
                </a:lnTo>
                <a:lnTo>
                  <a:pt x="10601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33"/>
          <p:cNvSpPr/>
          <p:nvPr/>
        </p:nvSpPr>
        <p:spPr>
          <a:xfrm>
            <a:off x="1597826" y="2369856"/>
            <a:ext cx="478141" cy="128764"/>
          </a:xfrm>
          <a:custGeom>
            <a:rect b="b" l="l" r="r" t="t"/>
            <a:pathLst>
              <a:path extrusionOk="0" h="8298" w="30813">
                <a:moveTo>
                  <a:pt x="0" y="1"/>
                </a:moveTo>
                <a:lnTo>
                  <a:pt x="0" y="8297"/>
                </a:lnTo>
                <a:lnTo>
                  <a:pt x="30813" y="8297"/>
                </a:lnTo>
                <a:lnTo>
                  <a:pt x="30813"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33"/>
          <p:cNvSpPr/>
          <p:nvPr/>
        </p:nvSpPr>
        <p:spPr>
          <a:xfrm>
            <a:off x="2665754" y="2369856"/>
            <a:ext cx="557777" cy="128764"/>
          </a:xfrm>
          <a:custGeom>
            <a:rect b="b" l="l" r="r" t="t"/>
            <a:pathLst>
              <a:path extrusionOk="0" h="8298" w="35945">
                <a:moveTo>
                  <a:pt x="1" y="1"/>
                </a:moveTo>
                <a:lnTo>
                  <a:pt x="1" y="8297"/>
                </a:lnTo>
                <a:lnTo>
                  <a:pt x="35945" y="8297"/>
                </a:lnTo>
                <a:lnTo>
                  <a:pt x="35945"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33"/>
          <p:cNvSpPr/>
          <p:nvPr/>
        </p:nvSpPr>
        <p:spPr>
          <a:xfrm>
            <a:off x="0" y="3222713"/>
            <a:ext cx="1472750" cy="128392"/>
          </a:xfrm>
          <a:custGeom>
            <a:rect b="b" l="l" r="r" t="t"/>
            <a:pathLst>
              <a:path extrusionOk="0" h="8274" w="94909">
                <a:moveTo>
                  <a:pt x="1" y="1"/>
                </a:moveTo>
                <a:lnTo>
                  <a:pt x="1" y="8274"/>
                </a:lnTo>
                <a:lnTo>
                  <a:pt x="94908" y="8274"/>
                </a:lnTo>
                <a:lnTo>
                  <a:pt x="94908"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33"/>
          <p:cNvSpPr/>
          <p:nvPr/>
        </p:nvSpPr>
        <p:spPr>
          <a:xfrm>
            <a:off x="2202118" y="2369856"/>
            <a:ext cx="128764" cy="128764"/>
          </a:xfrm>
          <a:custGeom>
            <a:rect b="b" l="l" r="r" t="t"/>
            <a:pathLst>
              <a:path extrusionOk="0" h="8298" w="8298">
                <a:moveTo>
                  <a:pt x="0" y="1"/>
                </a:moveTo>
                <a:lnTo>
                  <a:pt x="0" y="8297"/>
                </a:lnTo>
                <a:lnTo>
                  <a:pt x="8297" y="8297"/>
                </a:lnTo>
                <a:lnTo>
                  <a:pt x="8297" y="1"/>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33"/>
          <p:cNvSpPr/>
          <p:nvPr/>
        </p:nvSpPr>
        <p:spPr>
          <a:xfrm>
            <a:off x="2406772" y="2369856"/>
            <a:ext cx="128764" cy="128764"/>
          </a:xfrm>
          <a:custGeom>
            <a:rect b="b" l="l" r="r" t="t"/>
            <a:pathLst>
              <a:path extrusionOk="0" h="8298" w="8298">
                <a:moveTo>
                  <a:pt x="1" y="1"/>
                </a:moveTo>
                <a:lnTo>
                  <a:pt x="1" y="8297"/>
                </a:lnTo>
                <a:lnTo>
                  <a:pt x="8297" y="8297"/>
                </a:lnTo>
                <a:lnTo>
                  <a:pt x="8297"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3"/>
          <p:cNvSpPr/>
          <p:nvPr/>
        </p:nvSpPr>
        <p:spPr>
          <a:xfrm>
            <a:off x="2061089" y="2796292"/>
            <a:ext cx="128764" cy="128749"/>
          </a:xfrm>
          <a:custGeom>
            <a:rect b="b" l="l" r="r" t="t"/>
            <a:pathLst>
              <a:path extrusionOk="0" h="8297" w="8298">
                <a:moveTo>
                  <a:pt x="0" y="0"/>
                </a:moveTo>
                <a:lnTo>
                  <a:pt x="0" y="8297"/>
                </a:lnTo>
                <a:lnTo>
                  <a:pt x="8297" y="8297"/>
                </a:lnTo>
                <a:lnTo>
                  <a:pt x="8297"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3"/>
          <p:cNvSpPr/>
          <p:nvPr/>
        </p:nvSpPr>
        <p:spPr>
          <a:xfrm>
            <a:off x="1856436" y="2796292"/>
            <a:ext cx="128376" cy="128749"/>
          </a:xfrm>
          <a:custGeom>
            <a:rect b="b" l="l" r="r" t="t"/>
            <a:pathLst>
              <a:path extrusionOk="0" h="8297" w="8273">
                <a:moveTo>
                  <a:pt x="0" y="0"/>
                </a:moveTo>
                <a:lnTo>
                  <a:pt x="0" y="8297"/>
                </a:lnTo>
                <a:lnTo>
                  <a:pt x="8273" y="8297"/>
                </a:lnTo>
                <a:lnTo>
                  <a:pt x="827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3"/>
          <p:cNvSpPr/>
          <p:nvPr/>
        </p:nvSpPr>
        <p:spPr>
          <a:xfrm>
            <a:off x="641505" y="2796292"/>
            <a:ext cx="128764" cy="128749"/>
          </a:xfrm>
          <a:custGeom>
            <a:rect b="b" l="l" r="r" t="t"/>
            <a:pathLst>
              <a:path extrusionOk="0" h="8297" w="8298">
                <a:moveTo>
                  <a:pt x="1" y="0"/>
                </a:moveTo>
                <a:lnTo>
                  <a:pt x="1" y="8297"/>
                </a:lnTo>
                <a:lnTo>
                  <a:pt x="8297" y="8297"/>
                </a:lnTo>
                <a:lnTo>
                  <a:pt x="829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3"/>
          <p:cNvSpPr/>
          <p:nvPr/>
        </p:nvSpPr>
        <p:spPr>
          <a:xfrm>
            <a:off x="3094800" y="2583074"/>
            <a:ext cx="128749" cy="128764"/>
          </a:xfrm>
          <a:custGeom>
            <a:rect b="b" l="l" r="r" t="t"/>
            <a:pathLst>
              <a:path extrusionOk="0" h="8298" w="8297">
                <a:moveTo>
                  <a:pt x="0" y="0"/>
                </a:moveTo>
                <a:lnTo>
                  <a:pt x="0" y="8297"/>
                </a:lnTo>
                <a:lnTo>
                  <a:pt x="8297" y="8297"/>
                </a:lnTo>
                <a:lnTo>
                  <a:pt x="829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3"/>
          <p:cNvSpPr/>
          <p:nvPr/>
        </p:nvSpPr>
        <p:spPr>
          <a:xfrm>
            <a:off x="191634" y="2369856"/>
            <a:ext cx="128764" cy="128764"/>
          </a:xfrm>
          <a:custGeom>
            <a:rect b="b" l="l" r="r" t="t"/>
            <a:pathLst>
              <a:path extrusionOk="0" h="8298" w="8298">
                <a:moveTo>
                  <a:pt x="1" y="1"/>
                </a:moveTo>
                <a:lnTo>
                  <a:pt x="1" y="8297"/>
                </a:lnTo>
                <a:lnTo>
                  <a:pt x="8297" y="8297"/>
                </a:lnTo>
                <a:lnTo>
                  <a:pt x="8297" y="1"/>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3"/>
          <p:cNvSpPr/>
          <p:nvPr/>
        </p:nvSpPr>
        <p:spPr>
          <a:xfrm>
            <a:off x="1339573" y="3009138"/>
            <a:ext cx="1644653" cy="128749"/>
          </a:xfrm>
          <a:custGeom>
            <a:rect b="b" l="l" r="r" t="t"/>
            <a:pathLst>
              <a:path extrusionOk="0" h="8297" w="105987">
                <a:moveTo>
                  <a:pt x="1" y="0"/>
                </a:moveTo>
                <a:lnTo>
                  <a:pt x="1" y="8297"/>
                </a:lnTo>
                <a:lnTo>
                  <a:pt x="105987" y="8297"/>
                </a:lnTo>
                <a:lnTo>
                  <a:pt x="10598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33"/>
          <p:cNvSpPr/>
          <p:nvPr/>
        </p:nvSpPr>
        <p:spPr>
          <a:xfrm>
            <a:off x="1339573" y="3009138"/>
            <a:ext cx="478156" cy="128749"/>
          </a:xfrm>
          <a:custGeom>
            <a:rect b="b" l="l" r="r" t="t"/>
            <a:pathLst>
              <a:path extrusionOk="0" h="8297" w="30814">
                <a:moveTo>
                  <a:pt x="1" y="0"/>
                </a:moveTo>
                <a:lnTo>
                  <a:pt x="1" y="8297"/>
                </a:lnTo>
                <a:lnTo>
                  <a:pt x="30813" y="8297"/>
                </a:lnTo>
                <a:lnTo>
                  <a:pt x="30813"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3"/>
          <p:cNvSpPr/>
          <p:nvPr/>
        </p:nvSpPr>
        <p:spPr>
          <a:xfrm>
            <a:off x="0" y="3009510"/>
            <a:ext cx="749775" cy="128376"/>
          </a:xfrm>
          <a:custGeom>
            <a:rect b="b" l="l" r="r" t="t"/>
            <a:pathLst>
              <a:path extrusionOk="0" h="8273" w="48318">
                <a:moveTo>
                  <a:pt x="1" y="0"/>
                </a:moveTo>
                <a:lnTo>
                  <a:pt x="1" y="8273"/>
                </a:lnTo>
                <a:lnTo>
                  <a:pt x="48318" y="8273"/>
                </a:lnTo>
                <a:lnTo>
                  <a:pt x="48318"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3"/>
          <p:cNvSpPr/>
          <p:nvPr/>
        </p:nvSpPr>
        <p:spPr>
          <a:xfrm>
            <a:off x="1084687" y="3009138"/>
            <a:ext cx="128764" cy="128749"/>
          </a:xfrm>
          <a:custGeom>
            <a:rect b="b" l="l" r="r" t="t"/>
            <a:pathLst>
              <a:path extrusionOk="0" h="8297" w="8298">
                <a:moveTo>
                  <a:pt x="0" y="0"/>
                </a:moveTo>
                <a:lnTo>
                  <a:pt x="0" y="8297"/>
                </a:lnTo>
                <a:lnTo>
                  <a:pt x="8297" y="8297"/>
                </a:lnTo>
                <a:lnTo>
                  <a:pt x="829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3"/>
          <p:cNvSpPr/>
          <p:nvPr/>
        </p:nvSpPr>
        <p:spPr>
          <a:xfrm>
            <a:off x="879662" y="3009138"/>
            <a:ext cx="128749" cy="128749"/>
          </a:xfrm>
          <a:custGeom>
            <a:rect b="b" l="l" r="r" t="t"/>
            <a:pathLst>
              <a:path extrusionOk="0" h="8297" w="8297">
                <a:moveTo>
                  <a:pt x="0" y="0"/>
                </a:moveTo>
                <a:lnTo>
                  <a:pt x="0" y="8297"/>
                </a:lnTo>
                <a:lnTo>
                  <a:pt x="8297" y="8297"/>
                </a:lnTo>
                <a:lnTo>
                  <a:pt x="829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3"/>
          <p:cNvSpPr/>
          <p:nvPr/>
        </p:nvSpPr>
        <p:spPr>
          <a:xfrm>
            <a:off x="533979" y="3435558"/>
            <a:ext cx="128749" cy="128764"/>
          </a:xfrm>
          <a:custGeom>
            <a:rect b="b" l="l" r="r" t="t"/>
            <a:pathLst>
              <a:path extrusionOk="0" h="8298" w="8297">
                <a:moveTo>
                  <a:pt x="0" y="1"/>
                </a:moveTo>
                <a:lnTo>
                  <a:pt x="0" y="8297"/>
                </a:lnTo>
                <a:lnTo>
                  <a:pt x="8297" y="8297"/>
                </a:lnTo>
                <a:lnTo>
                  <a:pt x="8297" y="1"/>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3"/>
          <p:cNvSpPr/>
          <p:nvPr/>
        </p:nvSpPr>
        <p:spPr>
          <a:xfrm>
            <a:off x="338622" y="3435558"/>
            <a:ext cx="128749" cy="128764"/>
          </a:xfrm>
          <a:custGeom>
            <a:rect b="b" l="l" r="r" t="t"/>
            <a:pathLst>
              <a:path extrusionOk="0" h="8298" w="8297">
                <a:moveTo>
                  <a:pt x="0" y="1"/>
                </a:moveTo>
                <a:lnTo>
                  <a:pt x="0" y="8297"/>
                </a:lnTo>
                <a:lnTo>
                  <a:pt x="8297" y="8297"/>
                </a:lnTo>
                <a:lnTo>
                  <a:pt x="8297"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33"/>
          <p:cNvSpPr/>
          <p:nvPr/>
        </p:nvSpPr>
        <p:spPr>
          <a:xfrm>
            <a:off x="142891" y="3435558"/>
            <a:ext cx="128764" cy="128764"/>
          </a:xfrm>
          <a:custGeom>
            <a:rect b="b" l="l" r="r" t="t"/>
            <a:pathLst>
              <a:path extrusionOk="0" h="8298" w="8298">
                <a:moveTo>
                  <a:pt x="0" y="1"/>
                </a:moveTo>
                <a:lnTo>
                  <a:pt x="0" y="8297"/>
                </a:lnTo>
                <a:lnTo>
                  <a:pt x="8297" y="8297"/>
                </a:lnTo>
                <a:lnTo>
                  <a:pt x="8297"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3"/>
          <p:cNvSpPr/>
          <p:nvPr/>
        </p:nvSpPr>
        <p:spPr>
          <a:xfrm>
            <a:off x="3094800" y="3009138"/>
            <a:ext cx="128749" cy="128749"/>
          </a:xfrm>
          <a:custGeom>
            <a:rect b="b" l="l" r="r" t="t"/>
            <a:pathLst>
              <a:path extrusionOk="0" h="8297" w="8297">
                <a:moveTo>
                  <a:pt x="0" y="0"/>
                </a:moveTo>
                <a:lnTo>
                  <a:pt x="0" y="8297"/>
                </a:lnTo>
                <a:lnTo>
                  <a:pt x="8297" y="8297"/>
                </a:lnTo>
                <a:lnTo>
                  <a:pt x="8297" y="0"/>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3"/>
          <p:cNvSpPr/>
          <p:nvPr/>
        </p:nvSpPr>
        <p:spPr>
          <a:xfrm>
            <a:off x="1676332" y="2583074"/>
            <a:ext cx="1314984" cy="128764"/>
          </a:xfrm>
          <a:custGeom>
            <a:rect b="b" l="l" r="r" t="t"/>
            <a:pathLst>
              <a:path extrusionOk="0" h="8298" w="84742">
                <a:moveTo>
                  <a:pt x="1" y="0"/>
                </a:moveTo>
                <a:lnTo>
                  <a:pt x="1" y="8297"/>
                </a:lnTo>
                <a:lnTo>
                  <a:pt x="84741" y="8297"/>
                </a:lnTo>
                <a:lnTo>
                  <a:pt x="84741"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33"/>
          <p:cNvSpPr/>
          <p:nvPr/>
        </p:nvSpPr>
        <p:spPr>
          <a:xfrm>
            <a:off x="2267232" y="2796292"/>
            <a:ext cx="956281" cy="128749"/>
          </a:xfrm>
          <a:custGeom>
            <a:rect b="b" l="l" r="r" t="t"/>
            <a:pathLst>
              <a:path extrusionOk="0" h="8297" w="61626">
                <a:moveTo>
                  <a:pt x="1" y="0"/>
                </a:moveTo>
                <a:lnTo>
                  <a:pt x="1" y="8297"/>
                </a:lnTo>
                <a:lnTo>
                  <a:pt x="61626" y="8297"/>
                </a:lnTo>
                <a:lnTo>
                  <a:pt x="61626"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3"/>
          <p:cNvSpPr/>
          <p:nvPr/>
        </p:nvSpPr>
        <p:spPr>
          <a:xfrm>
            <a:off x="641505" y="2796292"/>
            <a:ext cx="896384" cy="128749"/>
          </a:xfrm>
          <a:custGeom>
            <a:rect b="b" l="l" r="r" t="t"/>
            <a:pathLst>
              <a:path extrusionOk="0" h="8297" w="57766">
                <a:moveTo>
                  <a:pt x="1" y="0"/>
                </a:moveTo>
                <a:lnTo>
                  <a:pt x="1" y="8297"/>
                </a:lnTo>
                <a:lnTo>
                  <a:pt x="57765" y="8297"/>
                </a:lnTo>
                <a:lnTo>
                  <a:pt x="57765" y="0"/>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33"/>
          <p:cNvSpPr/>
          <p:nvPr/>
        </p:nvSpPr>
        <p:spPr>
          <a:xfrm>
            <a:off x="0" y="2796292"/>
            <a:ext cx="449495" cy="128749"/>
          </a:xfrm>
          <a:custGeom>
            <a:rect b="b" l="l" r="r" t="t"/>
            <a:pathLst>
              <a:path extrusionOk="0" h="8297" w="28967">
                <a:moveTo>
                  <a:pt x="1" y="0"/>
                </a:moveTo>
                <a:lnTo>
                  <a:pt x="1" y="8297"/>
                </a:lnTo>
                <a:lnTo>
                  <a:pt x="28967" y="8297"/>
                </a:lnTo>
                <a:lnTo>
                  <a:pt x="2896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33"/>
          <p:cNvSpPr/>
          <p:nvPr/>
        </p:nvSpPr>
        <p:spPr>
          <a:xfrm>
            <a:off x="1676332" y="3222340"/>
            <a:ext cx="1547157" cy="128764"/>
          </a:xfrm>
          <a:custGeom>
            <a:rect b="b" l="l" r="r" t="t"/>
            <a:pathLst>
              <a:path extrusionOk="0" h="8298" w="99704">
                <a:moveTo>
                  <a:pt x="1" y="1"/>
                </a:moveTo>
                <a:lnTo>
                  <a:pt x="1" y="8298"/>
                </a:lnTo>
                <a:lnTo>
                  <a:pt x="99704" y="8298"/>
                </a:lnTo>
                <a:lnTo>
                  <a:pt x="99704" y="1"/>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3"/>
          <p:cNvSpPr/>
          <p:nvPr/>
        </p:nvSpPr>
        <p:spPr>
          <a:xfrm>
            <a:off x="2522506" y="3435558"/>
            <a:ext cx="701019" cy="128764"/>
          </a:xfrm>
          <a:custGeom>
            <a:rect b="b" l="l" r="r" t="t"/>
            <a:pathLst>
              <a:path extrusionOk="0" h="8298" w="45176">
                <a:moveTo>
                  <a:pt x="0" y="1"/>
                </a:moveTo>
                <a:lnTo>
                  <a:pt x="0" y="8297"/>
                </a:lnTo>
                <a:lnTo>
                  <a:pt x="45176" y="8297"/>
                </a:lnTo>
                <a:lnTo>
                  <a:pt x="45176"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33"/>
          <p:cNvSpPr/>
          <p:nvPr/>
        </p:nvSpPr>
        <p:spPr>
          <a:xfrm>
            <a:off x="0" y="2583074"/>
            <a:ext cx="1277773" cy="128764"/>
          </a:xfrm>
          <a:custGeom>
            <a:rect b="b" l="l" r="r" t="t"/>
            <a:pathLst>
              <a:path extrusionOk="0" h="8298" w="82344">
                <a:moveTo>
                  <a:pt x="1" y="0"/>
                </a:moveTo>
                <a:lnTo>
                  <a:pt x="1" y="8297"/>
                </a:lnTo>
                <a:lnTo>
                  <a:pt x="82343" y="8297"/>
                </a:lnTo>
                <a:lnTo>
                  <a:pt x="8234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33"/>
          <p:cNvSpPr/>
          <p:nvPr/>
        </p:nvSpPr>
        <p:spPr>
          <a:xfrm>
            <a:off x="812313" y="3435558"/>
            <a:ext cx="1562783" cy="128764"/>
          </a:xfrm>
          <a:custGeom>
            <a:rect b="b" l="l" r="r" t="t"/>
            <a:pathLst>
              <a:path extrusionOk="0" h="8298" w="100711">
                <a:moveTo>
                  <a:pt x="0" y="1"/>
                </a:moveTo>
                <a:lnTo>
                  <a:pt x="0" y="8297"/>
                </a:lnTo>
                <a:lnTo>
                  <a:pt x="100710" y="8297"/>
                </a:lnTo>
                <a:lnTo>
                  <a:pt x="100710" y="1"/>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3"/>
          <p:cNvSpPr/>
          <p:nvPr/>
        </p:nvSpPr>
        <p:spPr>
          <a:xfrm>
            <a:off x="3223538" y="1474200"/>
            <a:ext cx="1086520" cy="2772465"/>
          </a:xfrm>
          <a:custGeom>
            <a:rect b="b" l="l" r="r" t="t"/>
            <a:pathLst>
              <a:path extrusionOk="0" h="178667" w="70019">
                <a:moveTo>
                  <a:pt x="1" y="1"/>
                </a:moveTo>
                <a:lnTo>
                  <a:pt x="1" y="22085"/>
                </a:lnTo>
                <a:lnTo>
                  <a:pt x="7434" y="22085"/>
                </a:lnTo>
                <a:cubicBezTo>
                  <a:pt x="22133" y="22637"/>
                  <a:pt x="29495" y="30574"/>
                  <a:pt x="29495" y="45848"/>
                </a:cubicBezTo>
                <a:lnTo>
                  <a:pt x="29495" y="60259"/>
                </a:lnTo>
                <a:cubicBezTo>
                  <a:pt x="29495" y="76397"/>
                  <a:pt x="35082" y="85941"/>
                  <a:pt x="46256" y="88914"/>
                </a:cubicBezTo>
                <a:lnTo>
                  <a:pt x="46256" y="89753"/>
                </a:lnTo>
                <a:cubicBezTo>
                  <a:pt x="35082" y="92727"/>
                  <a:pt x="29495" y="102270"/>
                  <a:pt x="29495" y="118408"/>
                </a:cubicBezTo>
                <a:lnTo>
                  <a:pt x="29495" y="132843"/>
                </a:lnTo>
                <a:cubicBezTo>
                  <a:pt x="29495" y="148405"/>
                  <a:pt x="22133" y="156390"/>
                  <a:pt x="7434" y="156822"/>
                </a:cubicBezTo>
                <a:lnTo>
                  <a:pt x="1" y="156822"/>
                </a:lnTo>
                <a:lnTo>
                  <a:pt x="1" y="178666"/>
                </a:lnTo>
                <a:lnTo>
                  <a:pt x="7434" y="178666"/>
                </a:lnTo>
                <a:cubicBezTo>
                  <a:pt x="21869" y="178379"/>
                  <a:pt x="33259" y="174038"/>
                  <a:pt x="41604" y="165622"/>
                </a:cubicBezTo>
                <a:cubicBezTo>
                  <a:pt x="49948" y="157205"/>
                  <a:pt x="54121" y="145072"/>
                  <a:pt x="54121" y="129222"/>
                </a:cubicBezTo>
                <a:lnTo>
                  <a:pt x="54121" y="115866"/>
                </a:lnTo>
                <a:cubicBezTo>
                  <a:pt x="54121" y="111046"/>
                  <a:pt x="55032" y="107234"/>
                  <a:pt x="56878" y="104404"/>
                </a:cubicBezTo>
                <a:cubicBezTo>
                  <a:pt x="58701" y="101575"/>
                  <a:pt x="61266" y="100160"/>
                  <a:pt x="64503" y="100160"/>
                </a:cubicBezTo>
                <a:lnTo>
                  <a:pt x="70019" y="100160"/>
                </a:lnTo>
                <a:lnTo>
                  <a:pt x="70019" y="78315"/>
                </a:lnTo>
                <a:lnTo>
                  <a:pt x="64503" y="78315"/>
                </a:lnTo>
                <a:cubicBezTo>
                  <a:pt x="61266" y="78315"/>
                  <a:pt x="58701" y="76901"/>
                  <a:pt x="56878" y="74071"/>
                </a:cubicBezTo>
                <a:cubicBezTo>
                  <a:pt x="55032" y="71242"/>
                  <a:pt x="54121" y="67405"/>
                  <a:pt x="54121" y="62609"/>
                </a:cubicBezTo>
                <a:lnTo>
                  <a:pt x="54121" y="49661"/>
                </a:lnTo>
                <a:cubicBezTo>
                  <a:pt x="54121" y="33667"/>
                  <a:pt x="49972" y="21510"/>
                  <a:pt x="41700" y="13165"/>
                </a:cubicBezTo>
                <a:cubicBezTo>
                  <a:pt x="33427" y="4821"/>
                  <a:pt x="22013" y="433"/>
                  <a:pt x="7434" y="1"/>
                </a:cubicBez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33"/>
          <p:cNvSpPr/>
          <p:nvPr/>
        </p:nvSpPr>
        <p:spPr>
          <a:xfrm>
            <a:off x="-12" y="4446900"/>
            <a:ext cx="1086600" cy="6966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2" name="Shape 92"/>
        <p:cNvGrpSpPr/>
        <p:nvPr/>
      </p:nvGrpSpPr>
      <p:grpSpPr>
        <a:xfrm>
          <a:off x="0" y="0"/>
          <a:ext cx="0" cy="0"/>
          <a:chOff x="0" y="0"/>
          <a:chExt cx="0" cy="0"/>
        </a:xfrm>
      </p:grpSpPr>
      <p:sp>
        <p:nvSpPr>
          <p:cNvPr id="93" name="Google Shape;93;p35"/>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
        <p:nvSpPr>
          <p:cNvPr id="94" name="Google Shape;94;p35"/>
          <p:cNvSpPr txBox="1"/>
          <p:nvPr>
            <p:ph idx="1" type="subTitle"/>
          </p:nvPr>
        </p:nvSpPr>
        <p:spPr>
          <a:xfrm>
            <a:off x="2773575" y="3109000"/>
            <a:ext cx="2226600" cy="843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95" name="Google Shape;95;p35"/>
          <p:cNvSpPr txBox="1"/>
          <p:nvPr>
            <p:ph idx="2" type="title"/>
          </p:nvPr>
        </p:nvSpPr>
        <p:spPr>
          <a:xfrm>
            <a:off x="2646050" y="2523698"/>
            <a:ext cx="2481300" cy="524400"/>
          </a:xfrm>
          <a:prstGeom prst="rect">
            <a:avLst/>
          </a:prstGeom>
          <a:solidFill>
            <a:srgbClr val="4C67ED"/>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FF"/>
              </a:buClr>
              <a:buSzPts val="2200"/>
              <a:buNone/>
              <a:defRPr sz="2200">
                <a:solidFill>
                  <a:srgbClr val="FFFFFF"/>
                </a:solidFill>
              </a:defRPr>
            </a:lvl1pPr>
            <a:lvl2pPr lvl="1"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96" name="Google Shape;96;p35"/>
          <p:cNvSpPr txBox="1"/>
          <p:nvPr>
            <p:ph idx="3" type="subTitle"/>
          </p:nvPr>
        </p:nvSpPr>
        <p:spPr>
          <a:xfrm>
            <a:off x="6070225" y="3109000"/>
            <a:ext cx="2226600" cy="843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97" name="Google Shape;97;p35"/>
          <p:cNvSpPr txBox="1"/>
          <p:nvPr>
            <p:ph idx="4" type="title"/>
          </p:nvPr>
        </p:nvSpPr>
        <p:spPr>
          <a:xfrm>
            <a:off x="5942650" y="2523676"/>
            <a:ext cx="2481300" cy="524400"/>
          </a:xfrm>
          <a:prstGeom prst="rect">
            <a:avLst/>
          </a:prstGeom>
          <a:solidFill>
            <a:srgbClr val="D7073C"/>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2200"/>
              <a:buNone/>
              <a:defRPr sz="2200">
                <a:solidFill>
                  <a:schemeClr val="lt1"/>
                </a:solidFill>
              </a:defRPr>
            </a:lvl1pPr>
            <a:lvl2pPr lvl="1"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98" name="Google Shape;98;p35"/>
          <p:cNvSpPr/>
          <p:nvPr/>
        </p:nvSpPr>
        <p:spPr>
          <a:xfrm flipH="1">
            <a:off x="7772389" y="0"/>
            <a:ext cx="1371614" cy="356851"/>
          </a:xfrm>
          <a:custGeom>
            <a:rect b="b" l="l" r="r" t="t"/>
            <a:pathLst>
              <a:path extrusionOk="0" h="2775" w="16884">
                <a:moveTo>
                  <a:pt x="0" y="1"/>
                </a:moveTo>
                <a:lnTo>
                  <a:pt x="0" y="2775"/>
                </a:lnTo>
                <a:lnTo>
                  <a:pt x="16883" y="2775"/>
                </a:lnTo>
                <a:lnTo>
                  <a:pt x="16883" y="1"/>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USTOM_10">
    <p:spTree>
      <p:nvGrpSpPr>
        <p:cNvPr id="99" name="Shape 99"/>
        <p:cNvGrpSpPr/>
        <p:nvPr/>
      </p:nvGrpSpPr>
      <p:grpSpPr>
        <a:xfrm>
          <a:off x="0" y="0"/>
          <a:ext cx="0" cy="0"/>
          <a:chOff x="0" y="0"/>
          <a:chExt cx="0" cy="0"/>
        </a:xfrm>
      </p:grpSpPr>
      <p:sp>
        <p:nvSpPr>
          <p:cNvPr id="100" name="Google Shape;100;p34"/>
          <p:cNvSpPr txBox="1"/>
          <p:nvPr>
            <p:ph idx="1" type="subTitle"/>
          </p:nvPr>
        </p:nvSpPr>
        <p:spPr>
          <a:xfrm flipH="1">
            <a:off x="720000" y="1132375"/>
            <a:ext cx="7704000" cy="329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Font typeface="Roboto"/>
              <a:buAutoNum type="arabicPeriod"/>
              <a:defRPr sz="1200"/>
            </a:lvl1pPr>
            <a:lvl2pPr lvl="1" algn="ctr">
              <a:lnSpc>
                <a:spcPct val="100000"/>
              </a:lnSpc>
              <a:spcBef>
                <a:spcPts val="0"/>
              </a:spcBef>
              <a:spcAft>
                <a:spcPts val="0"/>
              </a:spcAft>
              <a:buSzPts val="1200"/>
              <a:buFont typeface="Roboto Condensed Light"/>
              <a:buAutoNum type="alphaLcPeriod"/>
              <a:defRPr sz="1200"/>
            </a:lvl2pPr>
            <a:lvl3pPr lvl="2" algn="ctr">
              <a:lnSpc>
                <a:spcPct val="100000"/>
              </a:lnSpc>
              <a:spcBef>
                <a:spcPts val="0"/>
              </a:spcBef>
              <a:spcAft>
                <a:spcPts val="0"/>
              </a:spcAft>
              <a:buSzPts val="1200"/>
              <a:buFont typeface="Roboto Condensed Light"/>
              <a:buAutoNum type="romanLcPeriod"/>
              <a:defRPr sz="1200"/>
            </a:lvl3pPr>
            <a:lvl4pPr lvl="3" algn="ctr">
              <a:lnSpc>
                <a:spcPct val="100000"/>
              </a:lnSpc>
              <a:spcBef>
                <a:spcPts val="0"/>
              </a:spcBef>
              <a:spcAft>
                <a:spcPts val="0"/>
              </a:spcAft>
              <a:buSzPts val="1200"/>
              <a:buFont typeface="Roboto Condensed Light"/>
              <a:buAutoNum type="arabicPeriod"/>
              <a:defRPr sz="1200"/>
            </a:lvl4pPr>
            <a:lvl5pPr lvl="4" algn="ctr">
              <a:lnSpc>
                <a:spcPct val="100000"/>
              </a:lnSpc>
              <a:spcBef>
                <a:spcPts val="0"/>
              </a:spcBef>
              <a:spcAft>
                <a:spcPts val="0"/>
              </a:spcAft>
              <a:buSzPts val="1200"/>
              <a:buFont typeface="Roboto Condensed Light"/>
              <a:buAutoNum type="alphaLcPeriod"/>
              <a:defRPr sz="1200"/>
            </a:lvl5pPr>
            <a:lvl6pPr lvl="5" algn="ctr">
              <a:lnSpc>
                <a:spcPct val="100000"/>
              </a:lnSpc>
              <a:spcBef>
                <a:spcPts val="0"/>
              </a:spcBef>
              <a:spcAft>
                <a:spcPts val="0"/>
              </a:spcAft>
              <a:buSzPts val="1200"/>
              <a:buFont typeface="Roboto Condensed Light"/>
              <a:buAutoNum type="romanLcPeriod"/>
              <a:defRPr sz="1200"/>
            </a:lvl6pPr>
            <a:lvl7pPr lvl="6" algn="ctr">
              <a:lnSpc>
                <a:spcPct val="100000"/>
              </a:lnSpc>
              <a:spcBef>
                <a:spcPts val="0"/>
              </a:spcBef>
              <a:spcAft>
                <a:spcPts val="0"/>
              </a:spcAft>
              <a:buSzPts val="1200"/>
              <a:buFont typeface="Roboto Condensed Light"/>
              <a:buAutoNum type="arabicPeriod"/>
              <a:defRPr sz="1200"/>
            </a:lvl7pPr>
            <a:lvl8pPr lvl="7" algn="ctr">
              <a:lnSpc>
                <a:spcPct val="100000"/>
              </a:lnSpc>
              <a:spcBef>
                <a:spcPts val="0"/>
              </a:spcBef>
              <a:spcAft>
                <a:spcPts val="0"/>
              </a:spcAft>
              <a:buSzPts val="1200"/>
              <a:buFont typeface="Roboto Condensed Light"/>
              <a:buAutoNum type="alphaLcPeriod"/>
              <a:defRPr sz="1200"/>
            </a:lvl8pPr>
            <a:lvl9pPr lvl="8" algn="ctr">
              <a:lnSpc>
                <a:spcPct val="100000"/>
              </a:lnSpc>
              <a:spcBef>
                <a:spcPts val="0"/>
              </a:spcBef>
              <a:spcAft>
                <a:spcPts val="0"/>
              </a:spcAft>
              <a:buSzPts val="1200"/>
              <a:buFont typeface="Roboto Condensed Light"/>
              <a:buAutoNum type="romanLcPeriod"/>
              <a:defRPr sz="1200"/>
            </a:lvl9pPr>
          </a:lstStyle>
          <a:p/>
        </p:txBody>
      </p:sp>
      <p:sp>
        <p:nvSpPr>
          <p:cNvPr id="101" name="Google Shape;101;p34"/>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p:cSld name="CUSTOM_8">
    <p:spTree>
      <p:nvGrpSpPr>
        <p:cNvPr id="102" name="Shape 102"/>
        <p:cNvGrpSpPr/>
        <p:nvPr/>
      </p:nvGrpSpPr>
      <p:grpSpPr>
        <a:xfrm>
          <a:off x="0" y="0"/>
          <a:ext cx="0" cy="0"/>
          <a:chOff x="0" y="0"/>
          <a:chExt cx="0" cy="0"/>
        </a:xfrm>
      </p:grpSpPr>
      <p:sp>
        <p:nvSpPr>
          <p:cNvPr id="103" name="Google Shape;103;p50"/>
          <p:cNvSpPr/>
          <p:nvPr/>
        </p:nvSpPr>
        <p:spPr>
          <a:xfrm>
            <a:off x="5445850" y="1359975"/>
            <a:ext cx="3697248" cy="1208576"/>
          </a:xfrm>
          <a:custGeom>
            <a:rect b="b" l="l" r="r" t="t"/>
            <a:pathLst>
              <a:path extrusionOk="0" h="37768" w="115539">
                <a:moveTo>
                  <a:pt x="1" y="0"/>
                </a:moveTo>
                <a:lnTo>
                  <a:pt x="115539" y="0"/>
                </a:lnTo>
                <a:lnTo>
                  <a:pt x="115539" y="37767"/>
                </a:lnTo>
                <a:lnTo>
                  <a:pt x="1" y="37767"/>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50"/>
          <p:cNvSpPr/>
          <p:nvPr/>
        </p:nvSpPr>
        <p:spPr>
          <a:xfrm>
            <a:off x="-899" y="2568525"/>
            <a:ext cx="3697248" cy="1208544"/>
          </a:xfrm>
          <a:custGeom>
            <a:rect b="b" l="l" r="r" t="t"/>
            <a:pathLst>
              <a:path extrusionOk="0" h="37767" w="115539">
                <a:moveTo>
                  <a:pt x="0" y="0"/>
                </a:moveTo>
                <a:lnTo>
                  <a:pt x="115538" y="0"/>
                </a:lnTo>
                <a:lnTo>
                  <a:pt x="115538" y="37767"/>
                </a:lnTo>
                <a:lnTo>
                  <a:pt x="0" y="37767"/>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50"/>
          <p:cNvSpPr/>
          <p:nvPr/>
        </p:nvSpPr>
        <p:spPr>
          <a:xfrm>
            <a:off x="-905" y="-3217"/>
            <a:ext cx="3697248" cy="357024"/>
          </a:xfrm>
          <a:custGeom>
            <a:rect b="b" l="l" r="r" t="t"/>
            <a:pathLst>
              <a:path extrusionOk="0" h="11157" w="115539">
                <a:moveTo>
                  <a:pt x="0" y="0"/>
                </a:moveTo>
                <a:lnTo>
                  <a:pt x="115538" y="0"/>
                </a:lnTo>
                <a:lnTo>
                  <a:pt x="115538" y="11156"/>
                </a:lnTo>
                <a:lnTo>
                  <a:pt x="0" y="11156"/>
                </a:lnTo>
                <a:close/>
              </a:path>
            </a:pathLst>
          </a:custGeom>
          <a:solidFill>
            <a:srgbClr val="FFFFFF">
              <a:alpha val="1843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50"/>
          <p:cNvSpPr/>
          <p:nvPr/>
        </p:nvSpPr>
        <p:spPr>
          <a:xfrm>
            <a:off x="-905" y="3584623"/>
            <a:ext cx="417216" cy="384864"/>
          </a:xfrm>
          <a:custGeom>
            <a:rect b="b" l="l" r="r" t="t"/>
            <a:pathLst>
              <a:path extrusionOk="0" h="12027" w="13038">
                <a:moveTo>
                  <a:pt x="0" y="1"/>
                </a:moveTo>
                <a:lnTo>
                  <a:pt x="13037" y="1"/>
                </a:lnTo>
                <a:lnTo>
                  <a:pt x="13037" y="12026"/>
                </a:lnTo>
                <a:lnTo>
                  <a:pt x="0" y="12026"/>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50"/>
          <p:cNvSpPr/>
          <p:nvPr/>
        </p:nvSpPr>
        <p:spPr>
          <a:xfrm>
            <a:off x="8017591" y="1161103"/>
            <a:ext cx="1125504" cy="384832"/>
          </a:xfrm>
          <a:custGeom>
            <a:rect b="b" l="l" r="r" t="t"/>
            <a:pathLst>
              <a:path extrusionOk="0" h="12026" w="35172">
                <a:moveTo>
                  <a:pt x="1" y="0"/>
                </a:moveTo>
                <a:lnTo>
                  <a:pt x="35172" y="0"/>
                </a:lnTo>
                <a:lnTo>
                  <a:pt x="35172" y="12026"/>
                </a:lnTo>
                <a:lnTo>
                  <a:pt x="1" y="12026"/>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50"/>
          <p:cNvSpPr txBox="1"/>
          <p:nvPr>
            <p:ph idx="1" type="subTitle"/>
          </p:nvPr>
        </p:nvSpPr>
        <p:spPr>
          <a:xfrm>
            <a:off x="5626675" y="1941426"/>
            <a:ext cx="2391600" cy="466200"/>
          </a:xfrm>
          <a:prstGeom prst="rect">
            <a:avLst/>
          </a:prstGeom>
          <a:noFill/>
          <a:ln>
            <a:noFill/>
          </a:ln>
        </p:spPr>
        <p:txBody>
          <a:bodyPr anchorCtr="0" anchor="t" bIns="91425" lIns="91425" spcFirstLastPara="1" rIns="91425" wrap="square" tIns="0">
            <a:noAutofit/>
          </a:bodyPr>
          <a:lstStyle>
            <a:lvl1pPr lvl="0" algn="l">
              <a:lnSpc>
                <a:spcPct val="100000"/>
              </a:lnSpc>
              <a:spcBef>
                <a:spcPts val="0"/>
              </a:spcBef>
              <a:spcAft>
                <a:spcPts val="0"/>
              </a:spcAft>
              <a:buClr>
                <a:schemeClr val="dk1"/>
              </a:buClr>
              <a:buSzPts val="1400"/>
              <a:buNone/>
              <a:defRPr sz="1400">
                <a:solidFill>
                  <a:schemeClr val="dk1"/>
                </a:solidFill>
              </a:defRPr>
            </a:lvl1pPr>
            <a:lvl2pPr lvl="1" algn="l">
              <a:lnSpc>
                <a:spcPct val="100000"/>
              </a:lnSpc>
              <a:spcBef>
                <a:spcPts val="0"/>
              </a:spcBef>
              <a:spcAft>
                <a:spcPts val="0"/>
              </a:spcAft>
              <a:buClr>
                <a:schemeClr val="dk1"/>
              </a:buClr>
              <a:buSzPts val="1500"/>
              <a:buNone/>
              <a:defRPr sz="1500">
                <a:solidFill>
                  <a:schemeClr val="dk1"/>
                </a:solidFill>
              </a:defRPr>
            </a:lvl2pPr>
            <a:lvl3pPr lvl="2" algn="l">
              <a:lnSpc>
                <a:spcPct val="100000"/>
              </a:lnSpc>
              <a:spcBef>
                <a:spcPts val="0"/>
              </a:spcBef>
              <a:spcAft>
                <a:spcPts val="0"/>
              </a:spcAft>
              <a:buClr>
                <a:schemeClr val="dk1"/>
              </a:buClr>
              <a:buSzPts val="1500"/>
              <a:buNone/>
              <a:defRPr sz="1500">
                <a:solidFill>
                  <a:schemeClr val="dk1"/>
                </a:solidFill>
              </a:defRPr>
            </a:lvl3pPr>
            <a:lvl4pPr lvl="3" algn="l">
              <a:lnSpc>
                <a:spcPct val="100000"/>
              </a:lnSpc>
              <a:spcBef>
                <a:spcPts val="0"/>
              </a:spcBef>
              <a:spcAft>
                <a:spcPts val="0"/>
              </a:spcAft>
              <a:buClr>
                <a:schemeClr val="dk1"/>
              </a:buClr>
              <a:buSzPts val="1500"/>
              <a:buNone/>
              <a:defRPr sz="1500">
                <a:solidFill>
                  <a:schemeClr val="dk1"/>
                </a:solidFill>
              </a:defRPr>
            </a:lvl4pPr>
            <a:lvl5pPr lvl="4" algn="l">
              <a:lnSpc>
                <a:spcPct val="100000"/>
              </a:lnSpc>
              <a:spcBef>
                <a:spcPts val="0"/>
              </a:spcBef>
              <a:spcAft>
                <a:spcPts val="0"/>
              </a:spcAft>
              <a:buClr>
                <a:schemeClr val="dk1"/>
              </a:buClr>
              <a:buSzPts val="1500"/>
              <a:buNone/>
              <a:defRPr sz="1500">
                <a:solidFill>
                  <a:schemeClr val="dk1"/>
                </a:solidFill>
              </a:defRPr>
            </a:lvl5pPr>
            <a:lvl6pPr lvl="5" algn="l">
              <a:lnSpc>
                <a:spcPct val="100000"/>
              </a:lnSpc>
              <a:spcBef>
                <a:spcPts val="0"/>
              </a:spcBef>
              <a:spcAft>
                <a:spcPts val="0"/>
              </a:spcAft>
              <a:buClr>
                <a:schemeClr val="dk1"/>
              </a:buClr>
              <a:buSzPts val="1500"/>
              <a:buNone/>
              <a:defRPr sz="1500">
                <a:solidFill>
                  <a:schemeClr val="dk1"/>
                </a:solidFill>
              </a:defRPr>
            </a:lvl6pPr>
            <a:lvl7pPr lvl="6" algn="l">
              <a:lnSpc>
                <a:spcPct val="100000"/>
              </a:lnSpc>
              <a:spcBef>
                <a:spcPts val="0"/>
              </a:spcBef>
              <a:spcAft>
                <a:spcPts val="0"/>
              </a:spcAft>
              <a:buClr>
                <a:schemeClr val="dk1"/>
              </a:buClr>
              <a:buSzPts val="1500"/>
              <a:buNone/>
              <a:defRPr sz="1500">
                <a:solidFill>
                  <a:schemeClr val="dk1"/>
                </a:solidFill>
              </a:defRPr>
            </a:lvl7pPr>
            <a:lvl8pPr lvl="7" algn="l">
              <a:lnSpc>
                <a:spcPct val="100000"/>
              </a:lnSpc>
              <a:spcBef>
                <a:spcPts val="0"/>
              </a:spcBef>
              <a:spcAft>
                <a:spcPts val="0"/>
              </a:spcAft>
              <a:buClr>
                <a:schemeClr val="dk1"/>
              </a:buClr>
              <a:buSzPts val="1500"/>
              <a:buNone/>
              <a:defRPr sz="1500">
                <a:solidFill>
                  <a:schemeClr val="dk1"/>
                </a:solidFill>
              </a:defRPr>
            </a:lvl8pPr>
            <a:lvl9pPr lvl="8" algn="l">
              <a:lnSpc>
                <a:spcPct val="100000"/>
              </a:lnSpc>
              <a:spcBef>
                <a:spcPts val="0"/>
              </a:spcBef>
              <a:spcAft>
                <a:spcPts val="0"/>
              </a:spcAft>
              <a:buClr>
                <a:schemeClr val="dk1"/>
              </a:buClr>
              <a:buSzPts val="1500"/>
              <a:buNone/>
              <a:defRPr sz="1500">
                <a:solidFill>
                  <a:schemeClr val="dk1"/>
                </a:solidFill>
              </a:defRPr>
            </a:lvl9pPr>
          </a:lstStyle>
          <a:p/>
        </p:txBody>
      </p:sp>
      <p:sp>
        <p:nvSpPr>
          <p:cNvPr id="109" name="Google Shape;109;p50"/>
          <p:cNvSpPr txBox="1"/>
          <p:nvPr>
            <p:ph idx="2" type="subTitle"/>
          </p:nvPr>
        </p:nvSpPr>
        <p:spPr>
          <a:xfrm>
            <a:off x="1129300" y="3151101"/>
            <a:ext cx="2391600" cy="468300"/>
          </a:xfrm>
          <a:prstGeom prst="rect">
            <a:avLst/>
          </a:prstGeom>
          <a:noFill/>
          <a:ln>
            <a:noFill/>
          </a:ln>
        </p:spPr>
        <p:txBody>
          <a:bodyPr anchorCtr="0" anchor="t" bIns="91425" lIns="91425" spcFirstLastPara="1" rIns="91425" wrap="square" tIns="0">
            <a:noAutofit/>
          </a:bodyPr>
          <a:lstStyle>
            <a:lvl1pPr lvl="0" algn="r">
              <a:lnSpc>
                <a:spcPct val="100000"/>
              </a:lnSpc>
              <a:spcBef>
                <a:spcPts val="0"/>
              </a:spcBef>
              <a:spcAft>
                <a:spcPts val="0"/>
              </a:spcAft>
              <a:buSzPts val="1500"/>
              <a:buNone/>
              <a:defRPr sz="1400"/>
            </a:lvl1pPr>
            <a:lvl2pPr lvl="1" algn="r">
              <a:lnSpc>
                <a:spcPct val="100000"/>
              </a:lnSpc>
              <a:spcBef>
                <a:spcPts val="0"/>
              </a:spcBef>
              <a:spcAft>
                <a:spcPts val="0"/>
              </a:spcAft>
              <a:buSzPts val="1500"/>
              <a:buNone/>
              <a:defRPr sz="1500"/>
            </a:lvl2pPr>
            <a:lvl3pPr lvl="2" algn="r">
              <a:lnSpc>
                <a:spcPct val="100000"/>
              </a:lnSpc>
              <a:spcBef>
                <a:spcPts val="0"/>
              </a:spcBef>
              <a:spcAft>
                <a:spcPts val="0"/>
              </a:spcAft>
              <a:buSzPts val="1500"/>
              <a:buNone/>
              <a:defRPr sz="1500"/>
            </a:lvl3pPr>
            <a:lvl4pPr lvl="3" algn="r">
              <a:lnSpc>
                <a:spcPct val="100000"/>
              </a:lnSpc>
              <a:spcBef>
                <a:spcPts val="0"/>
              </a:spcBef>
              <a:spcAft>
                <a:spcPts val="0"/>
              </a:spcAft>
              <a:buSzPts val="1500"/>
              <a:buNone/>
              <a:defRPr sz="1500"/>
            </a:lvl4pPr>
            <a:lvl5pPr lvl="4" algn="r">
              <a:lnSpc>
                <a:spcPct val="100000"/>
              </a:lnSpc>
              <a:spcBef>
                <a:spcPts val="0"/>
              </a:spcBef>
              <a:spcAft>
                <a:spcPts val="0"/>
              </a:spcAft>
              <a:buSzPts val="1500"/>
              <a:buNone/>
              <a:defRPr sz="1500"/>
            </a:lvl5pPr>
            <a:lvl6pPr lvl="5" algn="r">
              <a:lnSpc>
                <a:spcPct val="100000"/>
              </a:lnSpc>
              <a:spcBef>
                <a:spcPts val="0"/>
              </a:spcBef>
              <a:spcAft>
                <a:spcPts val="0"/>
              </a:spcAft>
              <a:buSzPts val="1500"/>
              <a:buNone/>
              <a:defRPr sz="1500"/>
            </a:lvl6pPr>
            <a:lvl7pPr lvl="6" algn="r">
              <a:lnSpc>
                <a:spcPct val="100000"/>
              </a:lnSpc>
              <a:spcBef>
                <a:spcPts val="0"/>
              </a:spcBef>
              <a:spcAft>
                <a:spcPts val="0"/>
              </a:spcAft>
              <a:buSzPts val="1500"/>
              <a:buNone/>
              <a:defRPr sz="1500"/>
            </a:lvl7pPr>
            <a:lvl8pPr lvl="7" algn="r">
              <a:lnSpc>
                <a:spcPct val="100000"/>
              </a:lnSpc>
              <a:spcBef>
                <a:spcPts val="0"/>
              </a:spcBef>
              <a:spcAft>
                <a:spcPts val="0"/>
              </a:spcAft>
              <a:buSzPts val="1500"/>
              <a:buNone/>
              <a:defRPr sz="1500"/>
            </a:lvl8pPr>
            <a:lvl9pPr lvl="8" algn="r">
              <a:lnSpc>
                <a:spcPct val="100000"/>
              </a:lnSpc>
              <a:spcBef>
                <a:spcPts val="0"/>
              </a:spcBef>
              <a:spcAft>
                <a:spcPts val="0"/>
              </a:spcAft>
              <a:buSzPts val="1500"/>
              <a:buNone/>
              <a:defRPr sz="1500"/>
            </a:lvl9pPr>
          </a:lstStyle>
          <a:p/>
        </p:txBody>
      </p:sp>
      <p:sp>
        <p:nvSpPr>
          <p:cNvPr id="110" name="Google Shape;110;p50"/>
          <p:cNvSpPr txBox="1"/>
          <p:nvPr>
            <p:ph type="title"/>
          </p:nvPr>
        </p:nvSpPr>
        <p:spPr>
          <a:xfrm>
            <a:off x="1125100" y="2794025"/>
            <a:ext cx="2395800" cy="263400"/>
          </a:xfrm>
          <a:prstGeom prst="rect">
            <a:avLst/>
          </a:prstGeom>
          <a:noFill/>
          <a:ln>
            <a:noFill/>
          </a:ln>
        </p:spPr>
        <p:txBody>
          <a:bodyPr anchorCtr="0" anchor="ctr" bIns="0" lIns="91425" spcFirstLastPara="1" rIns="91425" wrap="square" tIns="0">
            <a:noAutofit/>
          </a:bodyPr>
          <a:lstStyle>
            <a:lvl1pPr lvl="0" algn="r">
              <a:lnSpc>
                <a:spcPct val="100000"/>
              </a:lnSpc>
              <a:spcBef>
                <a:spcPts val="0"/>
              </a:spcBef>
              <a:spcAft>
                <a:spcPts val="0"/>
              </a:spcAft>
              <a:buSzPts val="2200"/>
              <a:buNone/>
              <a:defRPr sz="2200"/>
            </a:lvl1pPr>
            <a:lvl2pPr lvl="1" algn="r">
              <a:lnSpc>
                <a:spcPct val="100000"/>
              </a:lnSpc>
              <a:spcBef>
                <a:spcPts val="0"/>
              </a:spcBef>
              <a:spcAft>
                <a:spcPts val="0"/>
              </a:spcAft>
              <a:buSzPts val="4800"/>
              <a:buNone/>
              <a:defRPr sz="4800"/>
            </a:lvl2pPr>
            <a:lvl3pPr lvl="2" algn="r">
              <a:lnSpc>
                <a:spcPct val="100000"/>
              </a:lnSpc>
              <a:spcBef>
                <a:spcPts val="0"/>
              </a:spcBef>
              <a:spcAft>
                <a:spcPts val="0"/>
              </a:spcAft>
              <a:buSzPts val="4800"/>
              <a:buNone/>
              <a:defRPr sz="4800"/>
            </a:lvl3pPr>
            <a:lvl4pPr lvl="3" algn="r">
              <a:lnSpc>
                <a:spcPct val="100000"/>
              </a:lnSpc>
              <a:spcBef>
                <a:spcPts val="0"/>
              </a:spcBef>
              <a:spcAft>
                <a:spcPts val="0"/>
              </a:spcAft>
              <a:buSzPts val="4800"/>
              <a:buNone/>
              <a:defRPr sz="4800"/>
            </a:lvl4pPr>
            <a:lvl5pPr lvl="4" algn="r">
              <a:lnSpc>
                <a:spcPct val="100000"/>
              </a:lnSpc>
              <a:spcBef>
                <a:spcPts val="0"/>
              </a:spcBef>
              <a:spcAft>
                <a:spcPts val="0"/>
              </a:spcAft>
              <a:buSzPts val="4800"/>
              <a:buNone/>
              <a:defRPr sz="4800"/>
            </a:lvl5pPr>
            <a:lvl6pPr lvl="5" algn="r">
              <a:lnSpc>
                <a:spcPct val="100000"/>
              </a:lnSpc>
              <a:spcBef>
                <a:spcPts val="0"/>
              </a:spcBef>
              <a:spcAft>
                <a:spcPts val="0"/>
              </a:spcAft>
              <a:buSzPts val="4800"/>
              <a:buNone/>
              <a:defRPr sz="4800"/>
            </a:lvl6pPr>
            <a:lvl7pPr lvl="6" algn="r">
              <a:lnSpc>
                <a:spcPct val="100000"/>
              </a:lnSpc>
              <a:spcBef>
                <a:spcPts val="0"/>
              </a:spcBef>
              <a:spcAft>
                <a:spcPts val="0"/>
              </a:spcAft>
              <a:buSzPts val="4800"/>
              <a:buNone/>
              <a:defRPr sz="4800"/>
            </a:lvl7pPr>
            <a:lvl8pPr lvl="7" algn="r">
              <a:lnSpc>
                <a:spcPct val="100000"/>
              </a:lnSpc>
              <a:spcBef>
                <a:spcPts val="0"/>
              </a:spcBef>
              <a:spcAft>
                <a:spcPts val="0"/>
              </a:spcAft>
              <a:buSzPts val="4800"/>
              <a:buNone/>
              <a:defRPr sz="4800"/>
            </a:lvl8pPr>
            <a:lvl9pPr lvl="8" algn="r">
              <a:lnSpc>
                <a:spcPct val="100000"/>
              </a:lnSpc>
              <a:spcBef>
                <a:spcPts val="0"/>
              </a:spcBef>
              <a:spcAft>
                <a:spcPts val="0"/>
              </a:spcAft>
              <a:buSzPts val="4800"/>
              <a:buNone/>
              <a:defRPr sz="4800"/>
            </a:lvl9pPr>
          </a:lstStyle>
          <a:p/>
        </p:txBody>
      </p:sp>
      <p:sp>
        <p:nvSpPr>
          <p:cNvPr id="111" name="Google Shape;111;p50"/>
          <p:cNvSpPr txBox="1"/>
          <p:nvPr>
            <p:ph idx="3" type="title"/>
          </p:nvPr>
        </p:nvSpPr>
        <p:spPr>
          <a:xfrm>
            <a:off x="5626675" y="1582550"/>
            <a:ext cx="2395800" cy="265200"/>
          </a:xfrm>
          <a:prstGeom prst="rect">
            <a:avLst/>
          </a:prstGeom>
          <a:noFill/>
          <a:ln>
            <a:noFill/>
          </a:ln>
        </p:spPr>
        <p:txBody>
          <a:bodyPr anchorCtr="0" anchor="ctr" bIns="0" lIns="91425" spcFirstLastPara="1" rIns="91425" wrap="square" tIns="0">
            <a:no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2" name="Shape 112"/>
        <p:cNvGrpSpPr/>
        <p:nvPr/>
      </p:nvGrpSpPr>
      <p:grpSpPr>
        <a:xfrm>
          <a:off x="0" y="0"/>
          <a:ext cx="0" cy="0"/>
          <a:chOff x="0" y="0"/>
          <a:chExt cx="0" cy="0"/>
        </a:xfrm>
      </p:grpSpPr>
      <p:sp>
        <p:nvSpPr>
          <p:cNvPr id="113" name="Google Shape;113;p36"/>
          <p:cNvSpPr/>
          <p:nvPr/>
        </p:nvSpPr>
        <p:spPr>
          <a:xfrm>
            <a:off x="0" y="3268775"/>
            <a:ext cx="667651" cy="355450"/>
          </a:xfrm>
          <a:custGeom>
            <a:rect b="b" l="l" r="r" t="t"/>
            <a:pathLst>
              <a:path extrusionOk="0" h="2764" w="2882">
                <a:moveTo>
                  <a:pt x="0" y="1"/>
                </a:moveTo>
                <a:lnTo>
                  <a:pt x="0" y="2763"/>
                </a:lnTo>
                <a:lnTo>
                  <a:pt x="2881" y="2763"/>
                </a:lnTo>
                <a:lnTo>
                  <a:pt x="288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36"/>
          <p:cNvSpPr/>
          <p:nvPr/>
        </p:nvSpPr>
        <p:spPr>
          <a:xfrm>
            <a:off x="7960123" y="323033"/>
            <a:ext cx="1183740" cy="355315"/>
          </a:xfrm>
          <a:custGeom>
            <a:rect b="b" l="l" r="r" t="t"/>
            <a:pathLst>
              <a:path extrusionOk="0" h="2763" w="9205">
                <a:moveTo>
                  <a:pt x="1" y="0"/>
                </a:moveTo>
                <a:lnTo>
                  <a:pt x="1" y="2762"/>
                </a:lnTo>
                <a:lnTo>
                  <a:pt x="9204" y="2762"/>
                </a:lnTo>
                <a:lnTo>
                  <a:pt x="9204"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36"/>
          <p:cNvSpPr/>
          <p:nvPr/>
        </p:nvSpPr>
        <p:spPr>
          <a:xfrm>
            <a:off x="7173125" y="912516"/>
            <a:ext cx="1970757" cy="355315"/>
          </a:xfrm>
          <a:custGeom>
            <a:rect b="b" l="l" r="r" t="t"/>
            <a:pathLst>
              <a:path extrusionOk="0" h="2763" w="15325">
                <a:moveTo>
                  <a:pt x="1" y="0"/>
                </a:moveTo>
                <a:lnTo>
                  <a:pt x="1" y="2762"/>
                </a:lnTo>
                <a:lnTo>
                  <a:pt x="15324" y="2762"/>
                </a:lnTo>
                <a:lnTo>
                  <a:pt x="15324"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6"/>
          <p:cNvSpPr/>
          <p:nvPr/>
        </p:nvSpPr>
        <p:spPr>
          <a:xfrm>
            <a:off x="7173125" y="2089940"/>
            <a:ext cx="1970757" cy="356858"/>
          </a:xfrm>
          <a:custGeom>
            <a:rect b="b" l="l" r="r" t="t"/>
            <a:pathLst>
              <a:path extrusionOk="0" h="2775" w="15325">
                <a:moveTo>
                  <a:pt x="1" y="0"/>
                </a:moveTo>
                <a:lnTo>
                  <a:pt x="1" y="2774"/>
                </a:lnTo>
                <a:lnTo>
                  <a:pt x="15324" y="2774"/>
                </a:lnTo>
                <a:lnTo>
                  <a:pt x="1532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6"/>
          <p:cNvSpPr/>
          <p:nvPr/>
        </p:nvSpPr>
        <p:spPr>
          <a:xfrm>
            <a:off x="0" y="2089940"/>
            <a:ext cx="552969" cy="356858"/>
          </a:xfrm>
          <a:custGeom>
            <a:rect b="b" l="l" r="r" t="t"/>
            <a:pathLst>
              <a:path extrusionOk="0" h="2775" w="4300">
                <a:moveTo>
                  <a:pt x="1" y="0"/>
                </a:moveTo>
                <a:lnTo>
                  <a:pt x="1" y="2774"/>
                </a:lnTo>
                <a:lnTo>
                  <a:pt x="4299" y="2774"/>
                </a:lnTo>
                <a:lnTo>
                  <a:pt x="4299"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36"/>
          <p:cNvSpPr/>
          <p:nvPr/>
        </p:nvSpPr>
        <p:spPr>
          <a:xfrm>
            <a:off x="8773245" y="1500456"/>
            <a:ext cx="370618" cy="356858"/>
          </a:xfrm>
          <a:custGeom>
            <a:rect b="b" l="l" r="r" t="t"/>
            <a:pathLst>
              <a:path extrusionOk="0" h="2775" w="2882">
                <a:moveTo>
                  <a:pt x="1" y="0"/>
                </a:moveTo>
                <a:lnTo>
                  <a:pt x="1" y="2774"/>
                </a:lnTo>
                <a:lnTo>
                  <a:pt x="2882" y="2774"/>
                </a:lnTo>
                <a:lnTo>
                  <a:pt x="2882"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6"/>
          <p:cNvSpPr/>
          <p:nvPr/>
        </p:nvSpPr>
        <p:spPr>
          <a:xfrm>
            <a:off x="8039723" y="3268778"/>
            <a:ext cx="1104138" cy="355443"/>
          </a:xfrm>
          <a:custGeom>
            <a:rect b="b" l="l" r="r" t="t"/>
            <a:pathLst>
              <a:path extrusionOk="0" h="2764" w="8586">
                <a:moveTo>
                  <a:pt x="1" y="1"/>
                </a:moveTo>
                <a:lnTo>
                  <a:pt x="1" y="2763"/>
                </a:lnTo>
                <a:lnTo>
                  <a:pt x="8585" y="2763"/>
                </a:lnTo>
                <a:lnTo>
                  <a:pt x="8585"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6"/>
          <p:cNvSpPr/>
          <p:nvPr/>
        </p:nvSpPr>
        <p:spPr>
          <a:xfrm>
            <a:off x="7555951" y="3858262"/>
            <a:ext cx="1587922" cy="355315"/>
          </a:xfrm>
          <a:custGeom>
            <a:rect b="b" l="l" r="r" t="t"/>
            <a:pathLst>
              <a:path extrusionOk="0" h="2763" w="12348">
                <a:moveTo>
                  <a:pt x="0" y="1"/>
                </a:moveTo>
                <a:lnTo>
                  <a:pt x="0" y="2763"/>
                </a:lnTo>
                <a:lnTo>
                  <a:pt x="12347" y="2763"/>
                </a:lnTo>
                <a:lnTo>
                  <a:pt x="12347"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6"/>
          <p:cNvSpPr/>
          <p:nvPr/>
        </p:nvSpPr>
        <p:spPr>
          <a:xfrm>
            <a:off x="0" y="4446202"/>
            <a:ext cx="1183740" cy="356858"/>
          </a:xfrm>
          <a:custGeom>
            <a:rect b="b" l="l" r="r" t="t"/>
            <a:pathLst>
              <a:path extrusionOk="0" h="2775" w="9205">
                <a:moveTo>
                  <a:pt x="1" y="1"/>
                </a:moveTo>
                <a:lnTo>
                  <a:pt x="1" y="2775"/>
                </a:lnTo>
                <a:lnTo>
                  <a:pt x="9204" y="2775"/>
                </a:lnTo>
                <a:lnTo>
                  <a:pt x="9204"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6"/>
          <p:cNvSpPr/>
          <p:nvPr/>
        </p:nvSpPr>
        <p:spPr>
          <a:xfrm>
            <a:off x="0" y="3858262"/>
            <a:ext cx="1970757" cy="355315"/>
          </a:xfrm>
          <a:custGeom>
            <a:rect b="b" l="l" r="r" t="t"/>
            <a:pathLst>
              <a:path extrusionOk="0" h="2763" w="15325">
                <a:moveTo>
                  <a:pt x="1" y="1"/>
                </a:moveTo>
                <a:lnTo>
                  <a:pt x="1" y="2763"/>
                </a:lnTo>
                <a:lnTo>
                  <a:pt x="15324" y="2763"/>
                </a:lnTo>
                <a:lnTo>
                  <a:pt x="1532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6"/>
          <p:cNvSpPr/>
          <p:nvPr/>
        </p:nvSpPr>
        <p:spPr>
          <a:xfrm>
            <a:off x="2325759" y="3858262"/>
            <a:ext cx="866747" cy="355315"/>
          </a:xfrm>
          <a:custGeom>
            <a:rect b="b" l="l" r="r" t="t"/>
            <a:pathLst>
              <a:path extrusionOk="0" h="2763" w="6740">
                <a:moveTo>
                  <a:pt x="1" y="1"/>
                </a:moveTo>
                <a:lnTo>
                  <a:pt x="1" y="2763"/>
                </a:lnTo>
                <a:lnTo>
                  <a:pt x="6739" y="2763"/>
                </a:lnTo>
                <a:lnTo>
                  <a:pt x="6739"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6"/>
          <p:cNvSpPr/>
          <p:nvPr/>
        </p:nvSpPr>
        <p:spPr>
          <a:xfrm>
            <a:off x="0" y="2679300"/>
            <a:ext cx="1485912" cy="355450"/>
          </a:xfrm>
          <a:custGeom>
            <a:rect b="b" l="l" r="r" t="t"/>
            <a:pathLst>
              <a:path extrusionOk="0" h="2764" w="15325">
                <a:moveTo>
                  <a:pt x="1" y="1"/>
                </a:moveTo>
                <a:lnTo>
                  <a:pt x="1" y="2763"/>
                </a:lnTo>
                <a:lnTo>
                  <a:pt x="15324" y="2763"/>
                </a:lnTo>
                <a:lnTo>
                  <a:pt x="15324" y="1"/>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6"/>
          <p:cNvSpPr/>
          <p:nvPr/>
        </p:nvSpPr>
        <p:spPr>
          <a:xfrm>
            <a:off x="896262" y="3268778"/>
            <a:ext cx="370618" cy="355443"/>
          </a:xfrm>
          <a:custGeom>
            <a:rect b="b" l="l" r="r" t="t"/>
            <a:pathLst>
              <a:path extrusionOk="0" h="2764" w="2882">
                <a:moveTo>
                  <a:pt x="0" y="1"/>
                </a:moveTo>
                <a:lnTo>
                  <a:pt x="0" y="2763"/>
                </a:lnTo>
                <a:lnTo>
                  <a:pt x="2881" y="2763"/>
                </a:lnTo>
                <a:lnTo>
                  <a:pt x="2881"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6"/>
          <p:cNvSpPr/>
          <p:nvPr/>
        </p:nvSpPr>
        <p:spPr>
          <a:xfrm>
            <a:off x="0" y="1500456"/>
            <a:ext cx="1104138" cy="356858"/>
          </a:xfrm>
          <a:custGeom>
            <a:rect b="b" l="l" r="r" t="t"/>
            <a:pathLst>
              <a:path extrusionOk="0" h="2775" w="8586">
                <a:moveTo>
                  <a:pt x="1" y="0"/>
                </a:moveTo>
                <a:lnTo>
                  <a:pt x="1" y="2774"/>
                </a:lnTo>
                <a:lnTo>
                  <a:pt x="8585" y="2774"/>
                </a:lnTo>
                <a:lnTo>
                  <a:pt x="8585"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6"/>
          <p:cNvSpPr/>
          <p:nvPr/>
        </p:nvSpPr>
        <p:spPr>
          <a:xfrm>
            <a:off x="359324" y="912525"/>
            <a:ext cx="1228595" cy="355301"/>
          </a:xfrm>
          <a:custGeom>
            <a:rect b="b" l="l" r="r" t="t"/>
            <a:pathLst>
              <a:path extrusionOk="0" h="2763" w="12348">
                <a:moveTo>
                  <a:pt x="1" y="0"/>
                </a:moveTo>
                <a:lnTo>
                  <a:pt x="1" y="2762"/>
                </a:lnTo>
                <a:lnTo>
                  <a:pt x="12348" y="2762"/>
                </a:lnTo>
                <a:lnTo>
                  <a:pt x="12348"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6"/>
          <p:cNvSpPr/>
          <p:nvPr/>
        </p:nvSpPr>
        <p:spPr>
          <a:xfrm>
            <a:off x="5395565" y="323033"/>
            <a:ext cx="2171240" cy="355315"/>
          </a:xfrm>
          <a:custGeom>
            <a:rect b="b" l="l" r="r" t="t"/>
            <a:pathLst>
              <a:path extrusionOk="0" h="2763" w="16884">
                <a:moveTo>
                  <a:pt x="1" y="0"/>
                </a:moveTo>
                <a:lnTo>
                  <a:pt x="1" y="2762"/>
                </a:lnTo>
                <a:lnTo>
                  <a:pt x="16884" y="2762"/>
                </a:lnTo>
                <a:lnTo>
                  <a:pt x="16884"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6"/>
          <p:cNvSpPr/>
          <p:nvPr/>
        </p:nvSpPr>
        <p:spPr>
          <a:xfrm>
            <a:off x="5729396" y="3858262"/>
            <a:ext cx="1600139" cy="355315"/>
          </a:xfrm>
          <a:custGeom>
            <a:rect b="b" l="l" r="r" t="t"/>
            <a:pathLst>
              <a:path extrusionOk="0" h="2763" w="12443">
                <a:moveTo>
                  <a:pt x="0" y="1"/>
                </a:moveTo>
                <a:lnTo>
                  <a:pt x="0" y="2763"/>
                </a:lnTo>
                <a:lnTo>
                  <a:pt x="12442" y="2763"/>
                </a:lnTo>
                <a:lnTo>
                  <a:pt x="12442"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6"/>
          <p:cNvSpPr/>
          <p:nvPr/>
        </p:nvSpPr>
        <p:spPr>
          <a:xfrm>
            <a:off x="1577072" y="4446200"/>
            <a:ext cx="3118770" cy="356851"/>
          </a:xfrm>
          <a:custGeom>
            <a:rect b="b" l="l" r="r" t="t"/>
            <a:pathLst>
              <a:path extrusionOk="0" h="2775" w="16884">
                <a:moveTo>
                  <a:pt x="0" y="1"/>
                </a:moveTo>
                <a:lnTo>
                  <a:pt x="0" y="2775"/>
                </a:lnTo>
                <a:lnTo>
                  <a:pt x="16883" y="2775"/>
                </a:lnTo>
                <a:lnTo>
                  <a:pt x="16883"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6"/>
          <p:cNvSpPr txBox="1"/>
          <p:nvPr>
            <p:ph type="title"/>
          </p:nvPr>
        </p:nvSpPr>
        <p:spPr>
          <a:xfrm>
            <a:off x="454800" y="2714625"/>
            <a:ext cx="8425200" cy="447900"/>
          </a:xfrm>
          <a:prstGeom prst="rect">
            <a:avLst/>
          </a:prstGeom>
          <a:noFill/>
          <a:ln>
            <a:noFill/>
          </a:ln>
        </p:spPr>
        <p:txBody>
          <a:bodyPr anchorCtr="0" anchor="ctr" bIns="0" lIns="91425" spcFirstLastPara="1" rIns="91425" wrap="square" tIns="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32" name="Google Shape;132;p36"/>
          <p:cNvSpPr txBox="1"/>
          <p:nvPr>
            <p:ph idx="2" type="title"/>
          </p:nvPr>
        </p:nvSpPr>
        <p:spPr>
          <a:xfrm>
            <a:off x="454800" y="2150850"/>
            <a:ext cx="8425200" cy="489600"/>
          </a:xfrm>
          <a:prstGeom prst="rect">
            <a:avLst/>
          </a:prstGeom>
          <a:noFill/>
          <a:ln>
            <a:noFill/>
          </a:ln>
        </p:spPr>
        <p:txBody>
          <a:bodyPr anchorCtr="0" anchor="b" bIns="0" lIns="91425" spcFirstLastPara="1" rIns="91425" wrap="square" tIns="0">
            <a:noAutofit/>
          </a:bodyPr>
          <a:lstStyle>
            <a:lvl1pPr lvl="0" algn="ctr">
              <a:lnSpc>
                <a:spcPct val="100000"/>
              </a:lnSpc>
              <a:spcBef>
                <a:spcPts val="0"/>
              </a:spcBef>
              <a:spcAft>
                <a:spcPts val="0"/>
              </a:spcAft>
              <a:buClr>
                <a:srgbClr val="4C67ED"/>
              </a:buClr>
              <a:buSzPts val="8000"/>
              <a:buNone/>
              <a:defRPr sz="8000">
                <a:solidFill>
                  <a:srgbClr val="4C67ED"/>
                </a:solidFill>
              </a:defRPr>
            </a:lvl1pPr>
            <a:lvl2pPr lvl="1"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2pPr>
            <a:lvl3pPr lvl="2"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3pPr>
            <a:lvl4pPr lvl="3"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4pPr>
            <a:lvl5pPr lvl="4"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5pPr>
            <a:lvl6pPr lvl="5"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6pPr>
            <a:lvl7pPr lvl="6"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7pPr>
            <a:lvl8pPr lvl="7"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8pPr>
            <a:lvl9pPr lvl="8"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3" name="Shape 133"/>
        <p:cNvGrpSpPr/>
        <p:nvPr/>
      </p:nvGrpSpPr>
      <p:grpSpPr>
        <a:xfrm>
          <a:off x="0" y="0"/>
          <a:ext cx="0" cy="0"/>
          <a:chOff x="0" y="0"/>
          <a:chExt cx="0" cy="0"/>
        </a:xfrm>
      </p:grpSpPr>
      <p:sp>
        <p:nvSpPr>
          <p:cNvPr id="134" name="Google Shape;134;p30"/>
          <p:cNvSpPr/>
          <p:nvPr/>
        </p:nvSpPr>
        <p:spPr>
          <a:xfrm>
            <a:off x="0" y="1515825"/>
            <a:ext cx="2943127" cy="241405"/>
          </a:xfrm>
          <a:custGeom>
            <a:rect b="b" l="l" r="r" t="t"/>
            <a:pathLst>
              <a:path extrusionOk="0" h="5859" w="146079">
                <a:moveTo>
                  <a:pt x="1" y="1"/>
                </a:moveTo>
                <a:lnTo>
                  <a:pt x="1" y="5858"/>
                </a:lnTo>
                <a:lnTo>
                  <a:pt x="146079" y="5858"/>
                </a:lnTo>
                <a:lnTo>
                  <a:pt x="146079"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0"/>
          <p:cNvSpPr txBox="1"/>
          <p:nvPr>
            <p:ph idx="1" type="body"/>
          </p:nvPr>
        </p:nvSpPr>
        <p:spPr>
          <a:xfrm>
            <a:off x="609499" y="1973025"/>
            <a:ext cx="3512700" cy="21309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0"/>
              </a:spcBef>
              <a:spcAft>
                <a:spcPts val="0"/>
              </a:spcAft>
              <a:buSzPts val="1600"/>
              <a:buFont typeface="Raleway SemiBold"/>
              <a:buChar char="●"/>
              <a:defRPr sz="1600"/>
            </a:lvl1pPr>
            <a:lvl2pPr indent="-330200" lvl="1" marL="914400" algn="l">
              <a:lnSpc>
                <a:spcPct val="115000"/>
              </a:lnSpc>
              <a:spcBef>
                <a:spcPts val="0"/>
              </a:spcBef>
              <a:spcAft>
                <a:spcPts val="0"/>
              </a:spcAft>
              <a:buSzPts val="1600"/>
              <a:buFont typeface="Nunito Light"/>
              <a:buChar char="○"/>
              <a:defRPr sz="1600"/>
            </a:lvl2pPr>
            <a:lvl3pPr indent="-330200" lvl="2" marL="1371600" algn="l">
              <a:lnSpc>
                <a:spcPct val="115000"/>
              </a:lnSpc>
              <a:spcBef>
                <a:spcPts val="1600"/>
              </a:spcBef>
              <a:spcAft>
                <a:spcPts val="0"/>
              </a:spcAft>
              <a:buSzPts val="1600"/>
              <a:buFont typeface="Nunito Light"/>
              <a:buChar char="■"/>
              <a:defRPr sz="1600"/>
            </a:lvl3pPr>
            <a:lvl4pPr indent="-330200" lvl="3" marL="1828800" algn="l">
              <a:lnSpc>
                <a:spcPct val="115000"/>
              </a:lnSpc>
              <a:spcBef>
                <a:spcPts val="1600"/>
              </a:spcBef>
              <a:spcAft>
                <a:spcPts val="0"/>
              </a:spcAft>
              <a:buSzPts val="1600"/>
              <a:buFont typeface="Nunito Light"/>
              <a:buChar char="●"/>
              <a:defRPr sz="1600"/>
            </a:lvl4pPr>
            <a:lvl5pPr indent="-330200" lvl="4" marL="2286000" algn="l">
              <a:lnSpc>
                <a:spcPct val="115000"/>
              </a:lnSpc>
              <a:spcBef>
                <a:spcPts val="1600"/>
              </a:spcBef>
              <a:spcAft>
                <a:spcPts val="0"/>
              </a:spcAft>
              <a:buSzPts val="1600"/>
              <a:buFont typeface="Nunito Light"/>
              <a:buChar char="○"/>
              <a:defRPr sz="1600"/>
            </a:lvl5pPr>
            <a:lvl6pPr indent="-330200" lvl="5" marL="2743200" algn="l">
              <a:lnSpc>
                <a:spcPct val="115000"/>
              </a:lnSpc>
              <a:spcBef>
                <a:spcPts val="1600"/>
              </a:spcBef>
              <a:spcAft>
                <a:spcPts val="0"/>
              </a:spcAft>
              <a:buSzPts val="1600"/>
              <a:buFont typeface="Nunito Light"/>
              <a:buChar char="■"/>
              <a:defRPr sz="1600"/>
            </a:lvl6pPr>
            <a:lvl7pPr indent="-330200" lvl="6" marL="3200400" algn="l">
              <a:lnSpc>
                <a:spcPct val="115000"/>
              </a:lnSpc>
              <a:spcBef>
                <a:spcPts val="1600"/>
              </a:spcBef>
              <a:spcAft>
                <a:spcPts val="0"/>
              </a:spcAft>
              <a:buSzPts val="1600"/>
              <a:buFont typeface="Nunito Light"/>
              <a:buChar char="●"/>
              <a:defRPr sz="1600"/>
            </a:lvl7pPr>
            <a:lvl8pPr indent="-330200" lvl="7" marL="3657600" algn="l">
              <a:lnSpc>
                <a:spcPct val="115000"/>
              </a:lnSpc>
              <a:spcBef>
                <a:spcPts val="1600"/>
              </a:spcBef>
              <a:spcAft>
                <a:spcPts val="0"/>
              </a:spcAft>
              <a:buSzPts val="1600"/>
              <a:buFont typeface="Nunito Light"/>
              <a:buChar char="○"/>
              <a:defRPr sz="1600"/>
            </a:lvl8pPr>
            <a:lvl9pPr indent="-330200" lvl="8" marL="4114800" algn="l">
              <a:lnSpc>
                <a:spcPct val="115000"/>
              </a:lnSpc>
              <a:spcBef>
                <a:spcPts val="1600"/>
              </a:spcBef>
              <a:spcAft>
                <a:spcPts val="1600"/>
              </a:spcAft>
              <a:buSzPts val="1600"/>
              <a:buFont typeface="Nunito Light"/>
              <a:buChar char="■"/>
              <a:defRPr sz="1600"/>
            </a:lvl9pPr>
          </a:lstStyle>
          <a:p/>
        </p:txBody>
      </p:sp>
      <p:sp>
        <p:nvSpPr>
          <p:cNvPr id="136" name="Google Shape;136;p30"/>
          <p:cNvSpPr txBox="1"/>
          <p:nvPr>
            <p:ph type="title"/>
          </p:nvPr>
        </p:nvSpPr>
        <p:spPr>
          <a:xfrm>
            <a:off x="560825" y="1168325"/>
            <a:ext cx="3561300" cy="669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sz="3000">
                <a:solidFill>
                  <a:srgbClr val="4C67ED"/>
                </a:solidFill>
              </a:defRPr>
            </a:lvl1pPr>
            <a:lvl2pPr lvl="1" algn="l">
              <a:lnSpc>
                <a:spcPct val="100000"/>
              </a:lnSpc>
              <a:spcBef>
                <a:spcPts val="0"/>
              </a:spcBef>
              <a:spcAft>
                <a:spcPts val="0"/>
              </a:spcAft>
              <a:buSzPts val="2800"/>
              <a:buNone/>
              <a:defRPr sz="3000"/>
            </a:lvl2pPr>
            <a:lvl3pPr lvl="2" algn="l">
              <a:lnSpc>
                <a:spcPct val="100000"/>
              </a:lnSpc>
              <a:spcBef>
                <a:spcPts val="0"/>
              </a:spcBef>
              <a:spcAft>
                <a:spcPts val="0"/>
              </a:spcAft>
              <a:buSzPts val="2800"/>
              <a:buNone/>
              <a:defRPr sz="3000"/>
            </a:lvl3pPr>
            <a:lvl4pPr lvl="3" algn="l">
              <a:lnSpc>
                <a:spcPct val="100000"/>
              </a:lnSpc>
              <a:spcBef>
                <a:spcPts val="0"/>
              </a:spcBef>
              <a:spcAft>
                <a:spcPts val="0"/>
              </a:spcAft>
              <a:buSzPts val="2800"/>
              <a:buNone/>
              <a:defRPr sz="3000"/>
            </a:lvl4pPr>
            <a:lvl5pPr lvl="4" algn="l">
              <a:lnSpc>
                <a:spcPct val="100000"/>
              </a:lnSpc>
              <a:spcBef>
                <a:spcPts val="0"/>
              </a:spcBef>
              <a:spcAft>
                <a:spcPts val="0"/>
              </a:spcAft>
              <a:buSzPts val="2800"/>
              <a:buNone/>
              <a:defRPr sz="3000"/>
            </a:lvl5pPr>
            <a:lvl6pPr lvl="5" algn="l">
              <a:lnSpc>
                <a:spcPct val="100000"/>
              </a:lnSpc>
              <a:spcBef>
                <a:spcPts val="0"/>
              </a:spcBef>
              <a:spcAft>
                <a:spcPts val="0"/>
              </a:spcAft>
              <a:buSzPts val="2800"/>
              <a:buNone/>
              <a:defRPr sz="3000"/>
            </a:lvl6pPr>
            <a:lvl7pPr lvl="6" algn="l">
              <a:lnSpc>
                <a:spcPct val="100000"/>
              </a:lnSpc>
              <a:spcBef>
                <a:spcPts val="0"/>
              </a:spcBef>
              <a:spcAft>
                <a:spcPts val="0"/>
              </a:spcAft>
              <a:buSzPts val="2800"/>
              <a:buNone/>
              <a:defRPr sz="3000"/>
            </a:lvl7pPr>
            <a:lvl8pPr lvl="7" algn="l">
              <a:lnSpc>
                <a:spcPct val="100000"/>
              </a:lnSpc>
              <a:spcBef>
                <a:spcPts val="0"/>
              </a:spcBef>
              <a:spcAft>
                <a:spcPts val="0"/>
              </a:spcAft>
              <a:buSzPts val="2800"/>
              <a:buNone/>
              <a:defRPr sz="3000"/>
            </a:lvl8pPr>
            <a:lvl9pPr lvl="8" algn="l">
              <a:lnSpc>
                <a:spcPct val="100000"/>
              </a:lnSpc>
              <a:spcBef>
                <a:spcPts val="0"/>
              </a:spcBef>
              <a:spcAft>
                <a:spcPts val="0"/>
              </a:spcAft>
              <a:buSzPts val="2800"/>
              <a:buNone/>
              <a:defRPr sz="3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principal">
  <p:cSld name="MAIN_POINT_1">
    <p:spTree>
      <p:nvGrpSpPr>
        <p:cNvPr id="137" name="Shape 137"/>
        <p:cNvGrpSpPr/>
        <p:nvPr/>
      </p:nvGrpSpPr>
      <p:grpSpPr>
        <a:xfrm>
          <a:off x="0" y="0"/>
          <a:ext cx="0" cy="0"/>
          <a:chOff x="0" y="0"/>
          <a:chExt cx="0" cy="0"/>
        </a:xfrm>
      </p:grpSpPr>
      <p:sp>
        <p:nvSpPr>
          <p:cNvPr id="138" name="Google Shape;138;p31"/>
          <p:cNvSpPr/>
          <p:nvPr/>
        </p:nvSpPr>
        <p:spPr>
          <a:xfrm flipH="1">
            <a:off x="27" y="323033"/>
            <a:ext cx="1183740" cy="355315"/>
          </a:xfrm>
          <a:custGeom>
            <a:rect b="b" l="l" r="r" t="t"/>
            <a:pathLst>
              <a:path extrusionOk="0" h="2763" w="9205">
                <a:moveTo>
                  <a:pt x="1" y="0"/>
                </a:moveTo>
                <a:lnTo>
                  <a:pt x="1" y="2762"/>
                </a:lnTo>
                <a:lnTo>
                  <a:pt x="9204" y="2762"/>
                </a:lnTo>
                <a:lnTo>
                  <a:pt x="9204"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31"/>
          <p:cNvSpPr/>
          <p:nvPr/>
        </p:nvSpPr>
        <p:spPr>
          <a:xfrm flipH="1">
            <a:off x="3" y="912525"/>
            <a:ext cx="3076570" cy="355301"/>
          </a:xfrm>
          <a:custGeom>
            <a:rect b="b" l="l" r="r" t="t"/>
            <a:pathLst>
              <a:path extrusionOk="0" h="2763" w="15325">
                <a:moveTo>
                  <a:pt x="1" y="0"/>
                </a:moveTo>
                <a:lnTo>
                  <a:pt x="1" y="2762"/>
                </a:lnTo>
                <a:lnTo>
                  <a:pt x="15324" y="2762"/>
                </a:lnTo>
                <a:lnTo>
                  <a:pt x="15324"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31"/>
          <p:cNvSpPr/>
          <p:nvPr/>
        </p:nvSpPr>
        <p:spPr>
          <a:xfrm flipH="1">
            <a:off x="-4" y="2089950"/>
            <a:ext cx="1766704" cy="356851"/>
          </a:xfrm>
          <a:custGeom>
            <a:rect b="b" l="l" r="r" t="t"/>
            <a:pathLst>
              <a:path extrusionOk="0" h="2775" w="15325">
                <a:moveTo>
                  <a:pt x="1" y="0"/>
                </a:moveTo>
                <a:lnTo>
                  <a:pt x="1" y="2774"/>
                </a:lnTo>
                <a:lnTo>
                  <a:pt x="15324" y="2774"/>
                </a:lnTo>
                <a:lnTo>
                  <a:pt x="1532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1"/>
          <p:cNvSpPr/>
          <p:nvPr/>
        </p:nvSpPr>
        <p:spPr>
          <a:xfrm flipH="1">
            <a:off x="6715125" y="2089950"/>
            <a:ext cx="2071751" cy="356851"/>
          </a:xfrm>
          <a:custGeom>
            <a:rect b="b" l="l" r="r" t="t"/>
            <a:pathLst>
              <a:path extrusionOk="0" h="2775" w="4300">
                <a:moveTo>
                  <a:pt x="1" y="0"/>
                </a:moveTo>
                <a:lnTo>
                  <a:pt x="1" y="2774"/>
                </a:lnTo>
                <a:lnTo>
                  <a:pt x="4299" y="2774"/>
                </a:lnTo>
                <a:lnTo>
                  <a:pt x="4299"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31"/>
          <p:cNvSpPr/>
          <p:nvPr/>
        </p:nvSpPr>
        <p:spPr>
          <a:xfrm flipH="1">
            <a:off x="1229469" y="1500450"/>
            <a:ext cx="1104154" cy="356872"/>
          </a:xfrm>
          <a:custGeom>
            <a:rect b="b" l="l" r="r" t="t"/>
            <a:pathLst>
              <a:path extrusionOk="0" h="2775" w="18027">
                <a:moveTo>
                  <a:pt x="0" y="0"/>
                </a:moveTo>
                <a:lnTo>
                  <a:pt x="0" y="2774"/>
                </a:lnTo>
                <a:lnTo>
                  <a:pt x="18026" y="2774"/>
                </a:lnTo>
                <a:lnTo>
                  <a:pt x="1802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31"/>
          <p:cNvSpPr/>
          <p:nvPr/>
        </p:nvSpPr>
        <p:spPr>
          <a:xfrm flipH="1">
            <a:off x="66" y="2679300"/>
            <a:ext cx="2247805" cy="355450"/>
          </a:xfrm>
          <a:custGeom>
            <a:rect b="b" l="l" r="r" t="t"/>
            <a:pathLst>
              <a:path extrusionOk="0" h="2764" w="12872">
                <a:moveTo>
                  <a:pt x="1" y="1"/>
                </a:moveTo>
                <a:lnTo>
                  <a:pt x="1" y="2763"/>
                </a:lnTo>
                <a:lnTo>
                  <a:pt x="12871" y="2763"/>
                </a:lnTo>
                <a:lnTo>
                  <a:pt x="1287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31"/>
          <p:cNvSpPr/>
          <p:nvPr/>
        </p:nvSpPr>
        <p:spPr>
          <a:xfrm flipH="1">
            <a:off x="23" y="1500450"/>
            <a:ext cx="1038298" cy="356872"/>
          </a:xfrm>
          <a:custGeom>
            <a:rect b="b" l="l" r="r" t="t"/>
            <a:pathLst>
              <a:path extrusionOk="0" h="2775" w="2882">
                <a:moveTo>
                  <a:pt x="1" y="0"/>
                </a:moveTo>
                <a:lnTo>
                  <a:pt x="1" y="2774"/>
                </a:lnTo>
                <a:lnTo>
                  <a:pt x="2882" y="2774"/>
                </a:lnTo>
                <a:lnTo>
                  <a:pt x="2882"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31"/>
          <p:cNvSpPr/>
          <p:nvPr/>
        </p:nvSpPr>
        <p:spPr>
          <a:xfrm flipH="1">
            <a:off x="29" y="3268778"/>
            <a:ext cx="1104138" cy="355443"/>
          </a:xfrm>
          <a:custGeom>
            <a:rect b="b" l="l" r="r" t="t"/>
            <a:pathLst>
              <a:path extrusionOk="0" h="2764" w="8586">
                <a:moveTo>
                  <a:pt x="1" y="1"/>
                </a:moveTo>
                <a:lnTo>
                  <a:pt x="1" y="2763"/>
                </a:lnTo>
                <a:lnTo>
                  <a:pt x="8585" y="2763"/>
                </a:lnTo>
                <a:lnTo>
                  <a:pt x="8585" y="1"/>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31"/>
          <p:cNvSpPr/>
          <p:nvPr/>
        </p:nvSpPr>
        <p:spPr>
          <a:xfrm flipH="1">
            <a:off x="1299941" y="3268775"/>
            <a:ext cx="490759" cy="355450"/>
          </a:xfrm>
          <a:custGeom>
            <a:rect b="b" l="l" r="r" t="t"/>
            <a:pathLst>
              <a:path extrusionOk="0" h="2764" w="18396">
                <a:moveTo>
                  <a:pt x="1" y="1"/>
                </a:moveTo>
                <a:lnTo>
                  <a:pt x="1" y="2763"/>
                </a:lnTo>
                <a:lnTo>
                  <a:pt x="18396" y="2763"/>
                </a:lnTo>
                <a:lnTo>
                  <a:pt x="18396"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1"/>
          <p:cNvSpPr/>
          <p:nvPr/>
        </p:nvSpPr>
        <p:spPr>
          <a:xfrm flipH="1">
            <a:off x="13" y="3858250"/>
            <a:ext cx="1457311" cy="355322"/>
          </a:xfrm>
          <a:custGeom>
            <a:rect b="b" l="l" r="r" t="t"/>
            <a:pathLst>
              <a:path extrusionOk="0" h="2763" w="12348">
                <a:moveTo>
                  <a:pt x="0" y="1"/>
                </a:moveTo>
                <a:lnTo>
                  <a:pt x="0" y="2763"/>
                </a:lnTo>
                <a:lnTo>
                  <a:pt x="12347" y="2763"/>
                </a:lnTo>
                <a:lnTo>
                  <a:pt x="12347"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31"/>
          <p:cNvSpPr/>
          <p:nvPr/>
        </p:nvSpPr>
        <p:spPr>
          <a:xfrm flipH="1">
            <a:off x="7377202" y="3858250"/>
            <a:ext cx="1766704" cy="355322"/>
          </a:xfrm>
          <a:custGeom>
            <a:rect b="b" l="l" r="r" t="t"/>
            <a:pathLst>
              <a:path extrusionOk="0" h="2763" w="15325">
                <a:moveTo>
                  <a:pt x="1" y="1"/>
                </a:moveTo>
                <a:lnTo>
                  <a:pt x="1" y="2763"/>
                </a:lnTo>
                <a:lnTo>
                  <a:pt x="15324" y="2763"/>
                </a:lnTo>
                <a:lnTo>
                  <a:pt x="15324"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31"/>
          <p:cNvSpPr/>
          <p:nvPr/>
        </p:nvSpPr>
        <p:spPr>
          <a:xfrm flipH="1">
            <a:off x="7488607" y="2679300"/>
            <a:ext cx="1655292" cy="355450"/>
          </a:xfrm>
          <a:custGeom>
            <a:rect b="b" l="l" r="r" t="t"/>
            <a:pathLst>
              <a:path extrusionOk="0" h="2764" w="15325">
                <a:moveTo>
                  <a:pt x="1" y="1"/>
                </a:moveTo>
                <a:lnTo>
                  <a:pt x="1" y="2763"/>
                </a:lnTo>
                <a:lnTo>
                  <a:pt x="15324" y="2763"/>
                </a:lnTo>
                <a:lnTo>
                  <a:pt x="15324" y="1"/>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1"/>
          <p:cNvSpPr/>
          <p:nvPr/>
        </p:nvSpPr>
        <p:spPr>
          <a:xfrm flipH="1">
            <a:off x="8105584" y="3268775"/>
            <a:ext cx="1038298" cy="355450"/>
          </a:xfrm>
          <a:custGeom>
            <a:rect b="b" l="l" r="r" t="t"/>
            <a:pathLst>
              <a:path extrusionOk="0" h="2764" w="2882">
                <a:moveTo>
                  <a:pt x="0" y="1"/>
                </a:moveTo>
                <a:lnTo>
                  <a:pt x="0" y="2763"/>
                </a:lnTo>
                <a:lnTo>
                  <a:pt x="2881" y="2763"/>
                </a:lnTo>
                <a:lnTo>
                  <a:pt x="2881"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1"/>
          <p:cNvSpPr/>
          <p:nvPr/>
        </p:nvSpPr>
        <p:spPr>
          <a:xfrm flipH="1">
            <a:off x="8039752" y="1500456"/>
            <a:ext cx="1104138" cy="356858"/>
          </a:xfrm>
          <a:custGeom>
            <a:rect b="b" l="l" r="r" t="t"/>
            <a:pathLst>
              <a:path extrusionOk="0" h="2775" w="8586">
                <a:moveTo>
                  <a:pt x="1" y="0"/>
                </a:moveTo>
                <a:lnTo>
                  <a:pt x="1" y="2774"/>
                </a:lnTo>
                <a:lnTo>
                  <a:pt x="8585" y="2774"/>
                </a:lnTo>
                <a:lnTo>
                  <a:pt x="8585"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31"/>
          <p:cNvSpPr/>
          <p:nvPr/>
        </p:nvSpPr>
        <p:spPr>
          <a:xfrm flipH="1">
            <a:off x="5478250" y="1500456"/>
            <a:ext cx="2365680" cy="356858"/>
          </a:xfrm>
          <a:custGeom>
            <a:rect b="b" l="l" r="r" t="t"/>
            <a:pathLst>
              <a:path extrusionOk="0" h="2775" w="18396">
                <a:moveTo>
                  <a:pt x="0" y="0"/>
                </a:moveTo>
                <a:lnTo>
                  <a:pt x="0" y="2774"/>
                </a:lnTo>
                <a:lnTo>
                  <a:pt x="18396" y="2774"/>
                </a:lnTo>
                <a:lnTo>
                  <a:pt x="1839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31"/>
          <p:cNvSpPr/>
          <p:nvPr/>
        </p:nvSpPr>
        <p:spPr>
          <a:xfrm flipH="1">
            <a:off x="6896105" y="912525"/>
            <a:ext cx="2247799" cy="355301"/>
          </a:xfrm>
          <a:custGeom>
            <a:rect b="b" l="l" r="r" t="t"/>
            <a:pathLst>
              <a:path extrusionOk="0" h="2763" w="12348">
                <a:moveTo>
                  <a:pt x="1" y="0"/>
                </a:moveTo>
                <a:lnTo>
                  <a:pt x="1" y="2762"/>
                </a:lnTo>
                <a:lnTo>
                  <a:pt x="12348" y="2762"/>
                </a:lnTo>
                <a:lnTo>
                  <a:pt x="12348"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31"/>
          <p:cNvSpPr/>
          <p:nvPr/>
        </p:nvSpPr>
        <p:spPr>
          <a:xfrm flipH="1">
            <a:off x="3895732" y="323025"/>
            <a:ext cx="4819643" cy="355322"/>
          </a:xfrm>
          <a:custGeom>
            <a:rect b="b" l="l" r="r" t="t"/>
            <a:pathLst>
              <a:path extrusionOk="0" h="2763" w="18087">
                <a:moveTo>
                  <a:pt x="1" y="0"/>
                </a:moveTo>
                <a:lnTo>
                  <a:pt x="1" y="2762"/>
                </a:lnTo>
                <a:lnTo>
                  <a:pt x="18087" y="2762"/>
                </a:lnTo>
                <a:lnTo>
                  <a:pt x="18087"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31"/>
          <p:cNvSpPr/>
          <p:nvPr/>
        </p:nvSpPr>
        <p:spPr>
          <a:xfrm flipH="1">
            <a:off x="2611243" y="4446200"/>
            <a:ext cx="6532757" cy="356851"/>
          </a:xfrm>
          <a:custGeom>
            <a:rect b="b" l="l" r="r" t="t"/>
            <a:pathLst>
              <a:path extrusionOk="0" h="2775" w="16884">
                <a:moveTo>
                  <a:pt x="0" y="1"/>
                </a:moveTo>
                <a:lnTo>
                  <a:pt x="0" y="2775"/>
                </a:lnTo>
                <a:lnTo>
                  <a:pt x="16883" y="2775"/>
                </a:lnTo>
                <a:lnTo>
                  <a:pt x="1688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1"/>
          <p:cNvSpPr/>
          <p:nvPr/>
        </p:nvSpPr>
        <p:spPr>
          <a:xfrm>
            <a:off x="2094068" y="1123143"/>
            <a:ext cx="4955589" cy="3012341"/>
          </a:xfrm>
          <a:custGeom>
            <a:rect b="b" l="l" r="r" t="t"/>
            <a:pathLst>
              <a:path extrusionOk="0" h="92191" w="151663">
                <a:moveTo>
                  <a:pt x="0" y="0"/>
                </a:moveTo>
                <a:lnTo>
                  <a:pt x="0" y="92190"/>
                </a:lnTo>
                <a:lnTo>
                  <a:pt x="151662" y="92190"/>
                </a:lnTo>
                <a:lnTo>
                  <a:pt x="15166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31"/>
          <p:cNvSpPr/>
          <p:nvPr/>
        </p:nvSpPr>
        <p:spPr>
          <a:xfrm flipH="1">
            <a:off x="1647812" y="3858250"/>
            <a:ext cx="1766688" cy="355322"/>
          </a:xfrm>
          <a:custGeom>
            <a:rect b="b" l="l" r="r" t="t"/>
            <a:pathLst>
              <a:path extrusionOk="0" h="2763" w="12443">
                <a:moveTo>
                  <a:pt x="0" y="1"/>
                </a:moveTo>
                <a:lnTo>
                  <a:pt x="0" y="2763"/>
                </a:lnTo>
                <a:lnTo>
                  <a:pt x="12442" y="2763"/>
                </a:lnTo>
                <a:lnTo>
                  <a:pt x="12442"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31"/>
          <p:cNvSpPr/>
          <p:nvPr/>
        </p:nvSpPr>
        <p:spPr>
          <a:xfrm flipH="1">
            <a:off x="6667517" y="3268775"/>
            <a:ext cx="1246883" cy="355450"/>
          </a:xfrm>
          <a:custGeom>
            <a:rect b="b" l="l" r="r" t="t"/>
            <a:pathLst>
              <a:path extrusionOk="0" h="2764" w="18027">
                <a:moveTo>
                  <a:pt x="1" y="1"/>
                </a:moveTo>
                <a:lnTo>
                  <a:pt x="1" y="2763"/>
                </a:lnTo>
                <a:lnTo>
                  <a:pt x="18027" y="2763"/>
                </a:lnTo>
                <a:lnTo>
                  <a:pt x="18027"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31"/>
          <p:cNvSpPr/>
          <p:nvPr/>
        </p:nvSpPr>
        <p:spPr>
          <a:xfrm flipH="1">
            <a:off x="5729417" y="912525"/>
            <a:ext cx="985703" cy="355301"/>
          </a:xfrm>
          <a:custGeom>
            <a:rect b="b" l="l" r="r" t="t"/>
            <a:pathLst>
              <a:path extrusionOk="0" h="2763" w="12443">
                <a:moveTo>
                  <a:pt x="1" y="0"/>
                </a:moveTo>
                <a:lnTo>
                  <a:pt x="1" y="2762"/>
                </a:lnTo>
                <a:lnTo>
                  <a:pt x="12443" y="2762"/>
                </a:lnTo>
                <a:lnTo>
                  <a:pt x="12443"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1"/>
          <p:cNvSpPr txBox="1"/>
          <p:nvPr>
            <p:ph idx="1" type="subTitle"/>
          </p:nvPr>
        </p:nvSpPr>
        <p:spPr>
          <a:xfrm flipH="1">
            <a:off x="2521800" y="2340324"/>
            <a:ext cx="4100400" cy="808500"/>
          </a:xfrm>
          <a:prstGeom prst="rect">
            <a:avLst/>
          </a:prstGeom>
          <a:noFill/>
          <a:ln>
            <a:noFill/>
          </a:ln>
        </p:spPr>
        <p:txBody>
          <a:bodyPr anchorCtr="0" anchor="ctr" bIns="0" lIns="91425" spcFirstLastPara="1" rIns="91425" wrap="square" tIns="0">
            <a:noAutofit/>
          </a:bodyPr>
          <a:lstStyle>
            <a:lvl1pPr lvl="0" algn="ctr">
              <a:lnSpc>
                <a:spcPct val="100000"/>
              </a:lnSpc>
              <a:spcBef>
                <a:spcPts val="0"/>
              </a:spcBef>
              <a:spcAft>
                <a:spcPts val="0"/>
              </a:spcAft>
              <a:buClr>
                <a:schemeClr val="dk1"/>
              </a:buClr>
              <a:buSzPts val="1800"/>
              <a:buFont typeface="Overpass Mono"/>
              <a:buNone/>
              <a:defRPr b="1" sz="1600">
                <a:solidFill>
                  <a:schemeClr val="dk1"/>
                </a:solidFill>
                <a:latin typeface="Overpass Mono"/>
                <a:ea typeface="Overpass Mono"/>
                <a:cs typeface="Overpass Mono"/>
                <a:sym typeface="Overpass Mono"/>
              </a:defRPr>
            </a:lvl1pPr>
            <a:lvl2pPr lvl="1" algn="r">
              <a:lnSpc>
                <a:spcPct val="100000"/>
              </a:lnSpc>
              <a:spcBef>
                <a:spcPts val="0"/>
              </a:spcBef>
              <a:spcAft>
                <a:spcPts val="0"/>
              </a:spcAft>
              <a:buClr>
                <a:schemeClr val="dk1"/>
              </a:buClr>
              <a:buSzPts val="1400"/>
              <a:buNone/>
              <a:defRPr>
                <a:solidFill>
                  <a:schemeClr val="dk1"/>
                </a:solidFill>
              </a:defRPr>
            </a:lvl2pPr>
            <a:lvl3pPr lvl="2" algn="r">
              <a:lnSpc>
                <a:spcPct val="100000"/>
              </a:lnSpc>
              <a:spcBef>
                <a:spcPts val="0"/>
              </a:spcBef>
              <a:spcAft>
                <a:spcPts val="0"/>
              </a:spcAft>
              <a:buClr>
                <a:schemeClr val="dk1"/>
              </a:buClr>
              <a:buSzPts val="1400"/>
              <a:buNone/>
              <a:defRPr>
                <a:solidFill>
                  <a:schemeClr val="dk1"/>
                </a:solidFill>
              </a:defRPr>
            </a:lvl3pPr>
            <a:lvl4pPr lvl="3" algn="r">
              <a:lnSpc>
                <a:spcPct val="100000"/>
              </a:lnSpc>
              <a:spcBef>
                <a:spcPts val="0"/>
              </a:spcBef>
              <a:spcAft>
                <a:spcPts val="0"/>
              </a:spcAft>
              <a:buClr>
                <a:schemeClr val="dk1"/>
              </a:buClr>
              <a:buSzPts val="1400"/>
              <a:buNone/>
              <a:defRPr>
                <a:solidFill>
                  <a:schemeClr val="dk1"/>
                </a:solidFill>
              </a:defRPr>
            </a:lvl4pPr>
            <a:lvl5pPr lvl="4" algn="r">
              <a:lnSpc>
                <a:spcPct val="100000"/>
              </a:lnSpc>
              <a:spcBef>
                <a:spcPts val="0"/>
              </a:spcBef>
              <a:spcAft>
                <a:spcPts val="0"/>
              </a:spcAft>
              <a:buClr>
                <a:schemeClr val="dk1"/>
              </a:buClr>
              <a:buSzPts val="1400"/>
              <a:buNone/>
              <a:defRPr>
                <a:solidFill>
                  <a:schemeClr val="dk1"/>
                </a:solidFill>
              </a:defRPr>
            </a:lvl5pPr>
            <a:lvl6pPr lvl="5" algn="r">
              <a:lnSpc>
                <a:spcPct val="100000"/>
              </a:lnSpc>
              <a:spcBef>
                <a:spcPts val="0"/>
              </a:spcBef>
              <a:spcAft>
                <a:spcPts val="0"/>
              </a:spcAft>
              <a:buClr>
                <a:schemeClr val="dk1"/>
              </a:buClr>
              <a:buSzPts val="1400"/>
              <a:buNone/>
              <a:defRPr>
                <a:solidFill>
                  <a:schemeClr val="dk1"/>
                </a:solidFill>
              </a:defRPr>
            </a:lvl6pPr>
            <a:lvl7pPr lvl="6" algn="r">
              <a:lnSpc>
                <a:spcPct val="100000"/>
              </a:lnSpc>
              <a:spcBef>
                <a:spcPts val="0"/>
              </a:spcBef>
              <a:spcAft>
                <a:spcPts val="0"/>
              </a:spcAft>
              <a:buClr>
                <a:schemeClr val="dk1"/>
              </a:buClr>
              <a:buSzPts val="1400"/>
              <a:buNone/>
              <a:defRPr>
                <a:solidFill>
                  <a:schemeClr val="dk1"/>
                </a:solidFill>
              </a:defRPr>
            </a:lvl7pPr>
            <a:lvl8pPr lvl="7" algn="r">
              <a:lnSpc>
                <a:spcPct val="100000"/>
              </a:lnSpc>
              <a:spcBef>
                <a:spcPts val="0"/>
              </a:spcBef>
              <a:spcAft>
                <a:spcPts val="0"/>
              </a:spcAft>
              <a:buClr>
                <a:schemeClr val="dk1"/>
              </a:buClr>
              <a:buSzPts val="1400"/>
              <a:buNone/>
              <a:defRPr>
                <a:solidFill>
                  <a:schemeClr val="dk1"/>
                </a:solidFill>
              </a:defRPr>
            </a:lvl8pPr>
            <a:lvl9pPr lvl="8" algn="r">
              <a:lnSpc>
                <a:spcPct val="100000"/>
              </a:lnSpc>
              <a:spcBef>
                <a:spcPts val="0"/>
              </a:spcBef>
              <a:spcAft>
                <a:spcPts val="0"/>
              </a:spcAft>
              <a:buClr>
                <a:schemeClr val="dk1"/>
              </a:buClr>
              <a:buSzPts val="1400"/>
              <a:buNone/>
              <a:defRPr>
                <a:solidFill>
                  <a:schemeClr val="dk1"/>
                </a:solidFill>
              </a:defRPr>
            </a:lvl9pPr>
          </a:lstStyle>
          <a:p/>
        </p:txBody>
      </p:sp>
      <p:sp>
        <p:nvSpPr>
          <p:cNvPr id="161" name="Google Shape;161;p31"/>
          <p:cNvSpPr txBox="1"/>
          <p:nvPr>
            <p:ph type="title"/>
          </p:nvPr>
        </p:nvSpPr>
        <p:spPr>
          <a:xfrm>
            <a:off x="2521800" y="3221225"/>
            <a:ext cx="4100400" cy="402900"/>
          </a:xfrm>
          <a:prstGeom prst="rect">
            <a:avLst/>
          </a:prstGeom>
          <a:noFill/>
          <a:ln>
            <a:noFill/>
          </a:ln>
        </p:spPr>
        <p:txBody>
          <a:bodyPr anchorCtr="0" anchor="t" bIns="91425" lIns="91425" spcFirstLastPara="1" rIns="91425" wrap="square" tIns="0">
            <a:noAutofit/>
          </a:bodyPr>
          <a:lstStyle>
            <a:lvl1pPr lvl="0" algn="ctr">
              <a:lnSpc>
                <a:spcPct val="100000"/>
              </a:lnSpc>
              <a:spcBef>
                <a:spcPts val="0"/>
              </a:spcBef>
              <a:spcAft>
                <a:spcPts val="0"/>
              </a:spcAft>
              <a:buSzPts val="2800"/>
              <a:buNone/>
              <a:defRPr b="0" sz="2200">
                <a:solidFill>
                  <a:schemeClr val="dk1"/>
                </a:solidFill>
                <a:latin typeface="Anaheim"/>
                <a:ea typeface="Anaheim"/>
                <a:cs typeface="Anaheim"/>
                <a:sym typeface="Anaheim"/>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3">
    <p:spTree>
      <p:nvGrpSpPr>
        <p:cNvPr id="162" name="Shape 162"/>
        <p:cNvGrpSpPr/>
        <p:nvPr/>
      </p:nvGrpSpPr>
      <p:grpSpPr>
        <a:xfrm>
          <a:off x="0" y="0"/>
          <a:ext cx="0" cy="0"/>
          <a:chOff x="0" y="0"/>
          <a:chExt cx="0" cy="0"/>
        </a:xfrm>
      </p:grpSpPr>
      <p:sp>
        <p:nvSpPr>
          <p:cNvPr id="163" name="Google Shape;163;p39"/>
          <p:cNvSpPr/>
          <p:nvPr/>
        </p:nvSpPr>
        <p:spPr>
          <a:xfrm>
            <a:off x="0" y="4357775"/>
            <a:ext cx="6633906" cy="785368"/>
          </a:xfrm>
          <a:custGeom>
            <a:rect b="b" l="l" r="r" t="t"/>
            <a:pathLst>
              <a:path extrusionOk="0" h="16396" w="17241">
                <a:moveTo>
                  <a:pt x="0" y="1"/>
                </a:moveTo>
                <a:lnTo>
                  <a:pt x="0" y="16396"/>
                </a:lnTo>
                <a:lnTo>
                  <a:pt x="17240" y="16396"/>
                </a:lnTo>
                <a:lnTo>
                  <a:pt x="17240"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9"/>
          <p:cNvSpPr/>
          <p:nvPr/>
        </p:nvSpPr>
        <p:spPr>
          <a:xfrm>
            <a:off x="8355575" y="4357775"/>
            <a:ext cx="788431" cy="785368"/>
          </a:xfrm>
          <a:custGeom>
            <a:rect b="b" l="l" r="r" t="t"/>
            <a:pathLst>
              <a:path extrusionOk="0" h="16396" w="17241">
                <a:moveTo>
                  <a:pt x="0" y="1"/>
                </a:moveTo>
                <a:lnTo>
                  <a:pt x="0" y="16396"/>
                </a:lnTo>
                <a:lnTo>
                  <a:pt x="17240" y="16396"/>
                </a:lnTo>
                <a:lnTo>
                  <a:pt x="1724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9"/>
          <p:cNvSpPr/>
          <p:nvPr/>
        </p:nvSpPr>
        <p:spPr>
          <a:xfrm>
            <a:off x="1923700" y="0"/>
            <a:ext cx="7220221" cy="2724140"/>
          </a:xfrm>
          <a:custGeom>
            <a:rect b="b" l="l" r="r" t="t"/>
            <a:pathLst>
              <a:path extrusionOk="0" h="24170" w="52686">
                <a:moveTo>
                  <a:pt x="1" y="0"/>
                </a:moveTo>
                <a:lnTo>
                  <a:pt x="1" y="24170"/>
                </a:lnTo>
                <a:lnTo>
                  <a:pt x="52686" y="24170"/>
                </a:lnTo>
                <a:lnTo>
                  <a:pt x="52686"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9"/>
          <p:cNvSpPr txBox="1"/>
          <p:nvPr>
            <p:ph type="title"/>
          </p:nvPr>
        </p:nvSpPr>
        <p:spPr>
          <a:xfrm>
            <a:off x="2951850" y="700250"/>
            <a:ext cx="32403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4300"/>
            </a:lvl1pPr>
            <a:lvl2pPr lvl="1" algn="ctr">
              <a:lnSpc>
                <a:spcPct val="100000"/>
              </a:lnSpc>
              <a:spcBef>
                <a:spcPts val="0"/>
              </a:spcBef>
              <a:spcAft>
                <a:spcPts val="0"/>
              </a:spcAft>
              <a:buSzPts val="2800"/>
              <a:buNone/>
              <a:defRPr sz="3000">
                <a:solidFill>
                  <a:schemeClr val="dk1"/>
                </a:solidFill>
              </a:defRPr>
            </a:lvl2pPr>
            <a:lvl3pPr lvl="2" algn="ctr">
              <a:lnSpc>
                <a:spcPct val="100000"/>
              </a:lnSpc>
              <a:spcBef>
                <a:spcPts val="0"/>
              </a:spcBef>
              <a:spcAft>
                <a:spcPts val="0"/>
              </a:spcAft>
              <a:buSzPts val="2800"/>
              <a:buNone/>
              <a:defRPr sz="3000">
                <a:solidFill>
                  <a:schemeClr val="dk1"/>
                </a:solidFill>
              </a:defRPr>
            </a:lvl3pPr>
            <a:lvl4pPr lvl="3" algn="ctr">
              <a:lnSpc>
                <a:spcPct val="100000"/>
              </a:lnSpc>
              <a:spcBef>
                <a:spcPts val="0"/>
              </a:spcBef>
              <a:spcAft>
                <a:spcPts val="0"/>
              </a:spcAft>
              <a:buSzPts val="2800"/>
              <a:buNone/>
              <a:defRPr sz="3000">
                <a:solidFill>
                  <a:schemeClr val="dk1"/>
                </a:solidFill>
              </a:defRPr>
            </a:lvl4pPr>
            <a:lvl5pPr lvl="4" algn="ctr">
              <a:lnSpc>
                <a:spcPct val="100000"/>
              </a:lnSpc>
              <a:spcBef>
                <a:spcPts val="0"/>
              </a:spcBef>
              <a:spcAft>
                <a:spcPts val="0"/>
              </a:spcAft>
              <a:buSzPts val="2800"/>
              <a:buNone/>
              <a:defRPr sz="3000">
                <a:solidFill>
                  <a:schemeClr val="dk1"/>
                </a:solidFill>
              </a:defRPr>
            </a:lvl5pPr>
            <a:lvl6pPr lvl="5" algn="ctr">
              <a:lnSpc>
                <a:spcPct val="100000"/>
              </a:lnSpc>
              <a:spcBef>
                <a:spcPts val="0"/>
              </a:spcBef>
              <a:spcAft>
                <a:spcPts val="0"/>
              </a:spcAft>
              <a:buSzPts val="2800"/>
              <a:buNone/>
              <a:defRPr sz="3000">
                <a:solidFill>
                  <a:schemeClr val="dk1"/>
                </a:solidFill>
              </a:defRPr>
            </a:lvl6pPr>
            <a:lvl7pPr lvl="6" algn="ctr">
              <a:lnSpc>
                <a:spcPct val="100000"/>
              </a:lnSpc>
              <a:spcBef>
                <a:spcPts val="0"/>
              </a:spcBef>
              <a:spcAft>
                <a:spcPts val="0"/>
              </a:spcAft>
              <a:buSzPts val="2800"/>
              <a:buNone/>
              <a:defRPr sz="3000">
                <a:solidFill>
                  <a:schemeClr val="dk1"/>
                </a:solidFill>
              </a:defRPr>
            </a:lvl7pPr>
            <a:lvl8pPr lvl="7" algn="ctr">
              <a:lnSpc>
                <a:spcPct val="100000"/>
              </a:lnSpc>
              <a:spcBef>
                <a:spcPts val="0"/>
              </a:spcBef>
              <a:spcAft>
                <a:spcPts val="0"/>
              </a:spcAft>
              <a:buSzPts val="2800"/>
              <a:buNone/>
              <a:defRPr sz="3000">
                <a:solidFill>
                  <a:schemeClr val="dk1"/>
                </a:solidFill>
              </a:defRPr>
            </a:lvl8pPr>
            <a:lvl9pPr lvl="8" algn="ctr">
              <a:lnSpc>
                <a:spcPct val="100000"/>
              </a:lnSpc>
              <a:spcBef>
                <a:spcPts val="0"/>
              </a:spcBef>
              <a:spcAft>
                <a:spcPts val="0"/>
              </a:spcAft>
              <a:buSzPts val="2800"/>
              <a:buNone/>
              <a:defRPr sz="3000">
                <a:solidFill>
                  <a:schemeClr val="dk1"/>
                </a:solidFill>
              </a:defRPr>
            </a:lvl9pPr>
          </a:lstStyle>
          <a:p/>
        </p:txBody>
      </p:sp>
      <p:sp>
        <p:nvSpPr>
          <p:cNvPr id="167" name="Google Shape;167;p39"/>
          <p:cNvSpPr txBox="1"/>
          <p:nvPr>
            <p:ph idx="1" type="subTitle"/>
          </p:nvPr>
        </p:nvSpPr>
        <p:spPr>
          <a:xfrm>
            <a:off x="2951850" y="1515875"/>
            <a:ext cx="3240300" cy="1208400"/>
          </a:xfrm>
          <a:prstGeom prst="rect">
            <a:avLst/>
          </a:prstGeom>
          <a:noFill/>
          <a:ln>
            <a:noFill/>
          </a:ln>
        </p:spPr>
        <p:txBody>
          <a:bodyPr anchorCtr="0" anchor="t" bIns="91425" lIns="91425" spcFirstLastPara="1" rIns="91425" wrap="square" tIns="0">
            <a:noAutofit/>
          </a:bodyPr>
          <a:lstStyle>
            <a:lvl1pPr lvl="0" algn="ctr">
              <a:lnSpc>
                <a:spcPct val="100000"/>
              </a:lnSpc>
              <a:spcBef>
                <a:spcPts val="0"/>
              </a:spcBef>
              <a:spcAft>
                <a:spcPts val="0"/>
              </a:spcAft>
              <a:buClr>
                <a:schemeClr val="dk1"/>
              </a:buClr>
              <a:buSzPts val="3000"/>
              <a:buNone/>
              <a:defRPr sz="1600">
                <a:solidFill>
                  <a:schemeClr val="dk1"/>
                </a:solidFill>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168" name="Google Shape;168;p39"/>
          <p:cNvSpPr/>
          <p:nvPr/>
        </p:nvSpPr>
        <p:spPr>
          <a:xfrm>
            <a:off x="7377200" y="2089950"/>
            <a:ext cx="1766704" cy="356851"/>
          </a:xfrm>
          <a:custGeom>
            <a:rect b="b" l="l" r="r" t="t"/>
            <a:pathLst>
              <a:path extrusionOk="0" h="2775" w="15325">
                <a:moveTo>
                  <a:pt x="1" y="0"/>
                </a:moveTo>
                <a:lnTo>
                  <a:pt x="1" y="2774"/>
                </a:lnTo>
                <a:lnTo>
                  <a:pt x="15324" y="2774"/>
                </a:lnTo>
                <a:lnTo>
                  <a:pt x="1532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39"/>
          <p:cNvSpPr/>
          <p:nvPr/>
        </p:nvSpPr>
        <p:spPr>
          <a:xfrm>
            <a:off x="357025" y="2089950"/>
            <a:ext cx="2071751" cy="356851"/>
          </a:xfrm>
          <a:custGeom>
            <a:rect b="b" l="l" r="r" t="t"/>
            <a:pathLst>
              <a:path extrusionOk="0" h="2775" w="4300">
                <a:moveTo>
                  <a:pt x="1" y="0"/>
                </a:moveTo>
                <a:lnTo>
                  <a:pt x="1" y="2774"/>
                </a:lnTo>
                <a:lnTo>
                  <a:pt x="4299" y="2774"/>
                </a:lnTo>
                <a:lnTo>
                  <a:pt x="4299"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39"/>
          <p:cNvSpPr/>
          <p:nvPr/>
        </p:nvSpPr>
        <p:spPr>
          <a:xfrm>
            <a:off x="6810278" y="1500450"/>
            <a:ext cx="1104154" cy="356872"/>
          </a:xfrm>
          <a:custGeom>
            <a:rect b="b" l="l" r="r" t="t"/>
            <a:pathLst>
              <a:path extrusionOk="0" h="2775" w="18027">
                <a:moveTo>
                  <a:pt x="0" y="0"/>
                </a:moveTo>
                <a:lnTo>
                  <a:pt x="0" y="2774"/>
                </a:lnTo>
                <a:lnTo>
                  <a:pt x="18026" y="2774"/>
                </a:lnTo>
                <a:lnTo>
                  <a:pt x="1802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9"/>
          <p:cNvSpPr/>
          <p:nvPr/>
        </p:nvSpPr>
        <p:spPr>
          <a:xfrm>
            <a:off x="6896029" y="2679300"/>
            <a:ext cx="2247805" cy="355450"/>
          </a:xfrm>
          <a:custGeom>
            <a:rect b="b" l="l" r="r" t="t"/>
            <a:pathLst>
              <a:path extrusionOk="0" h="2764" w="12872">
                <a:moveTo>
                  <a:pt x="1" y="1"/>
                </a:moveTo>
                <a:lnTo>
                  <a:pt x="1" y="2763"/>
                </a:lnTo>
                <a:lnTo>
                  <a:pt x="12871" y="2763"/>
                </a:lnTo>
                <a:lnTo>
                  <a:pt x="1287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9"/>
          <p:cNvSpPr/>
          <p:nvPr/>
        </p:nvSpPr>
        <p:spPr>
          <a:xfrm>
            <a:off x="8105579" y="1500450"/>
            <a:ext cx="1038298" cy="356872"/>
          </a:xfrm>
          <a:custGeom>
            <a:rect b="b" l="l" r="r" t="t"/>
            <a:pathLst>
              <a:path extrusionOk="0" h="2775" w="2882">
                <a:moveTo>
                  <a:pt x="1" y="0"/>
                </a:moveTo>
                <a:lnTo>
                  <a:pt x="1" y="2774"/>
                </a:lnTo>
                <a:lnTo>
                  <a:pt x="2882" y="2774"/>
                </a:lnTo>
                <a:lnTo>
                  <a:pt x="2882" y="0"/>
                </a:lnTo>
                <a:close/>
              </a:path>
            </a:pathLst>
          </a:custGeom>
          <a:solidFill>
            <a:srgbClr val="FFFFFF">
              <a:alpha val="5607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9"/>
          <p:cNvSpPr/>
          <p:nvPr/>
        </p:nvSpPr>
        <p:spPr>
          <a:xfrm>
            <a:off x="6739789" y="3268775"/>
            <a:ext cx="1104128" cy="355450"/>
          </a:xfrm>
          <a:custGeom>
            <a:rect b="b" l="l" r="r" t="t"/>
            <a:pathLst>
              <a:path extrusionOk="0" h="2764" w="18396">
                <a:moveTo>
                  <a:pt x="1" y="1"/>
                </a:moveTo>
                <a:lnTo>
                  <a:pt x="1" y="2763"/>
                </a:lnTo>
                <a:lnTo>
                  <a:pt x="18396" y="2763"/>
                </a:lnTo>
                <a:lnTo>
                  <a:pt x="18396"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39"/>
          <p:cNvSpPr/>
          <p:nvPr/>
        </p:nvSpPr>
        <p:spPr>
          <a:xfrm>
            <a:off x="18" y="3268775"/>
            <a:ext cx="1038298" cy="355450"/>
          </a:xfrm>
          <a:custGeom>
            <a:rect b="b" l="l" r="r" t="t"/>
            <a:pathLst>
              <a:path extrusionOk="0" h="2764" w="2882">
                <a:moveTo>
                  <a:pt x="0" y="1"/>
                </a:moveTo>
                <a:lnTo>
                  <a:pt x="0" y="2763"/>
                </a:lnTo>
                <a:lnTo>
                  <a:pt x="2881" y="2763"/>
                </a:lnTo>
                <a:lnTo>
                  <a:pt x="2881" y="1"/>
                </a:lnTo>
                <a:close/>
              </a:path>
            </a:pathLst>
          </a:custGeom>
          <a:solidFill>
            <a:srgbClr val="FFFFFF">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9"/>
          <p:cNvSpPr/>
          <p:nvPr/>
        </p:nvSpPr>
        <p:spPr>
          <a:xfrm>
            <a:off x="10" y="1500456"/>
            <a:ext cx="1104138" cy="356858"/>
          </a:xfrm>
          <a:custGeom>
            <a:rect b="b" l="l" r="r" t="t"/>
            <a:pathLst>
              <a:path extrusionOk="0" h="2775" w="8586">
                <a:moveTo>
                  <a:pt x="1" y="0"/>
                </a:moveTo>
                <a:lnTo>
                  <a:pt x="1" y="2774"/>
                </a:lnTo>
                <a:lnTo>
                  <a:pt x="8585" y="2774"/>
                </a:lnTo>
                <a:lnTo>
                  <a:pt x="8585"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39"/>
          <p:cNvSpPr/>
          <p:nvPr/>
        </p:nvSpPr>
        <p:spPr>
          <a:xfrm>
            <a:off x="1299972" y="1500450"/>
            <a:ext cx="490621" cy="356872"/>
          </a:xfrm>
          <a:custGeom>
            <a:rect b="b" l="l" r="r" t="t"/>
            <a:pathLst>
              <a:path extrusionOk="0" h="2775" w="18396">
                <a:moveTo>
                  <a:pt x="0" y="0"/>
                </a:moveTo>
                <a:lnTo>
                  <a:pt x="0" y="2774"/>
                </a:lnTo>
                <a:lnTo>
                  <a:pt x="18396" y="2774"/>
                </a:lnTo>
                <a:lnTo>
                  <a:pt x="1839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7" name="Shape 177"/>
        <p:cNvGrpSpPr/>
        <p:nvPr/>
      </p:nvGrpSpPr>
      <p:grpSpPr>
        <a:xfrm>
          <a:off x="0" y="0"/>
          <a:ext cx="0" cy="0"/>
          <a:chOff x="0" y="0"/>
          <a:chExt cx="0" cy="0"/>
        </a:xfrm>
      </p:grpSpPr>
      <p:sp>
        <p:nvSpPr>
          <p:cNvPr id="178" name="Google Shape;178;p40"/>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9" name="Shape 179"/>
        <p:cNvGrpSpPr/>
        <p:nvPr/>
      </p:nvGrpSpPr>
      <p:grpSpPr>
        <a:xfrm>
          <a:off x="0" y="0"/>
          <a:ext cx="0" cy="0"/>
          <a:chOff x="0" y="0"/>
          <a:chExt cx="0" cy="0"/>
        </a:xfrm>
      </p:grpSpPr>
      <p:sp>
        <p:nvSpPr>
          <p:cNvPr id="180" name="Google Shape;180;p41"/>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
        <p:nvSpPr>
          <p:cNvPr id="181" name="Google Shape;181;p41"/>
          <p:cNvSpPr txBox="1"/>
          <p:nvPr>
            <p:ph idx="1" type="subTitle"/>
          </p:nvPr>
        </p:nvSpPr>
        <p:spPr>
          <a:xfrm flipH="1">
            <a:off x="1456725" y="1617100"/>
            <a:ext cx="1960800" cy="103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82" name="Google Shape;182;p41"/>
          <p:cNvSpPr/>
          <p:nvPr/>
        </p:nvSpPr>
        <p:spPr>
          <a:xfrm>
            <a:off x="0" y="2689849"/>
            <a:ext cx="2770896" cy="1033530"/>
          </a:xfrm>
          <a:custGeom>
            <a:rect b="b" l="l" r="r" t="t"/>
            <a:pathLst>
              <a:path extrusionOk="0" h="5847" w="106491">
                <a:moveTo>
                  <a:pt x="1" y="0"/>
                </a:moveTo>
                <a:lnTo>
                  <a:pt x="1" y="5846"/>
                </a:lnTo>
                <a:lnTo>
                  <a:pt x="106490" y="5846"/>
                </a:lnTo>
                <a:lnTo>
                  <a:pt x="106490"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41"/>
          <p:cNvSpPr/>
          <p:nvPr/>
        </p:nvSpPr>
        <p:spPr>
          <a:xfrm>
            <a:off x="0" y="0"/>
            <a:ext cx="1278158" cy="442823"/>
          </a:xfrm>
          <a:custGeom>
            <a:rect b="b" l="l" r="r" t="t"/>
            <a:pathLst>
              <a:path extrusionOk="0" h="5847" w="106491">
                <a:moveTo>
                  <a:pt x="1" y="0"/>
                </a:moveTo>
                <a:lnTo>
                  <a:pt x="1" y="5846"/>
                </a:lnTo>
                <a:lnTo>
                  <a:pt x="106490" y="5846"/>
                </a:lnTo>
                <a:lnTo>
                  <a:pt x="106490"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4" name="Shape 184"/>
        <p:cNvGrpSpPr/>
        <p:nvPr/>
      </p:nvGrpSpPr>
      <p:grpSpPr>
        <a:xfrm>
          <a:off x="0" y="0"/>
          <a:ext cx="0" cy="0"/>
          <a:chOff x="0" y="0"/>
          <a:chExt cx="0" cy="0"/>
        </a:xfrm>
      </p:grpSpPr>
      <p:sp>
        <p:nvSpPr>
          <p:cNvPr id="185" name="Google Shape;185;p42"/>
          <p:cNvSpPr txBox="1"/>
          <p:nvPr>
            <p:ph idx="1" type="subTitle"/>
          </p:nvPr>
        </p:nvSpPr>
        <p:spPr>
          <a:xfrm flipH="1">
            <a:off x="5247750" y="2169550"/>
            <a:ext cx="2467500" cy="1455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86" name="Google Shape;186;p42"/>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
        <p:nvSpPr>
          <p:cNvPr id="187" name="Google Shape;187;p42"/>
          <p:cNvSpPr/>
          <p:nvPr/>
        </p:nvSpPr>
        <p:spPr>
          <a:xfrm>
            <a:off x="6419025" y="1575200"/>
            <a:ext cx="2725105" cy="240896"/>
          </a:xfrm>
          <a:custGeom>
            <a:rect b="b" l="l" r="r" t="t"/>
            <a:pathLst>
              <a:path extrusionOk="0" h="5847" w="106491">
                <a:moveTo>
                  <a:pt x="1" y="0"/>
                </a:moveTo>
                <a:lnTo>
                  <a:pt x="1" y="5846"/>
                </a:lnTo>
                <a:lnTo>
                  <a:pt x="106490" y="5846"/>
                </a:lnTo>
                <a:lnTo>
                  <a:pt x="106490"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42"/>
          <p:cNvSpPr/>
          <p:nvPr/>
        </p:nvSpPr>
        <p:spPr>
          <a:xfrm>
            <a:off x="0" y="4700673"/>
            <a:ext cx="1675636" cy="442823"/>
          </a:xfrm>
          <a:custGeom>
            <a:rect b="b" l="l" r="r" t="t"/>
            <a:pathLst>
              <a:path extrusionOk="0" h="5847" w="106491">
                <a:moveTo>
                  <a:pt x="1" y="0"/>
                </a:moveTo>
                <a:lnTo>
                  <a:pt x="1" y="5846"/>
                </a:lnTo>
                <a:lnTo>
                  <a:pt x="106490" y="5846"/>
                </a:lnTo>
                <a:lnTo>
                  <a:pt x="106490"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9" name="Shape 189"/>
        <p:cNvGrpSpPr/>
        <p:nvPr/>
      </p:nvGrpSpPr>
      <p:grpSpPr>
        <a:xfrm>
          <a:off x="0" y="0"/>
          <a:ext cx="0" cy="0"/>
          <a:chOff x="0" y="0"/>
          <a:chExt cx="0" cy="0"/>
        </a:xfrm>
      </p:grpSpPr>
      <p:sp>
        <p:nvSpPr>
          <p:cNvPr id="190" name="Google Shape;190;p43"/>
          <p:cNvSpPr txBox="1"/>
          <p:nvPr>
            <p:ph idx="1" type="body"/>
          </p:nvPr>
        </p:nvSpPr>
        <p:spPr>
          <a:xfrm>
            <a:off x="311700" y="3306869"/>
            <a:ext cx="8520600" cy="651000"/>
          </a:xfrm>
          <a:prstGeom prst="rect">
            <a:avLst/>
          </a:prstGeom>
          <a:noFill/>
          <a:ln>
            <a:noFill/>
          </a:ln>
        </p:spPr>
        <p:txBody>
          <a:bodyPr anchorCtr="0" anchor="t" bIns="91425" lIns="91425" spcFirstLastPara="1" rIns="91425" wrap="square" tIns="91425">
            <a:noAutofit/>
          </a:bodyPr>
          <a:lstStyle>
            <a:lvl1pPr indent="-330200" lvl="0" marL="457200" algn="ctr">
              <a:lnSpc>
                <a:spcPct val="115000"/>
              </a:lnSpc>
              <a:spcBef>
                <a:spcPts val="0"/>
              </a:spcBef>
              <a:spcAft>
                <a:spcPts val="0"/>
              </a:spcAft>
              <a:buSzPts val="1600"/>
              <a:buChar char="●"/>
              <a:defRPr sz="1600"/>
            </a:lvl1pPr>
            <a:lvl2pPr indent="-330200" lvl="1" marL="914400" algn="ctr">
              <a:lnSpc>
                <a:spcPct val="115000"/>
              </a:lnSpc>
              <a:spcBef>
                <a:spcPts val="1600"/>
              </a:spcBef>
              <a:spcAft>
                <a:spcPts val="0"/>
              </a:spcAft>
              <a:buSzPts val="1600"/>
              <a:buChar char="○"/>
              <a:defRPr sz="1600"/>
            </a:lvl2pPr>
            <a:lvl3pPr indent="-330200" lvl="2" marL="1371600" algn="ctr">
              <a:lnSpc>
                <a:spcPct val="115000"/>
              </a:lnSpc>
              <a:spcBef>
                <a:spcPts val="1600"/>
              </a:spcBef>
              <a:spcAft>
                <a:spcPts val="0"/>
              </a:spcAft>
              <a:buSzPts val="1600"/>
              <a:buChar char="■"/>
              <a:defRPr sz="1600"/>
            </a:lvl3pPr>
            <a:lvl4pPr indent="-330200" lvl="3" marL="1828800" algn="ctr">
              <a:lnSpc>
                <a:spcPct val="115000"/>
              </a:lnSpc>
              <a:spcBef>
                <a:spcPts val="1600"/>
              </a:spcBef>
              <a:spcAft>
                <a:spcPts val="0"/>
              </a:spcAft>
              <a:buSzPts val="1600"/>
              <a:buChar char="●"/>
              <a:defRPr sz="1600"/>
            </a:lvl4pPr>
            <a:lvl5pPr indent="-330200" lvl="4" marL="2286000" algn="ctr">
              <a:lnSpc>
                <a:spcPct val="115000"/>
              </a:lnSpc>
              <a:spcBef>
                <a:spcPts val="1600"/>
              </a:spcBef>
              <a:spcAft>
                <a:spcPts val="0"/>
              </a:spcAft>
              <a:buSzPts val="1600"/>
              <a:buChar char="○"/>
              <a:defRPr sz="1600"/>
            </a:lvl5pPr>
            <a:lvl6pPr indent="-330200" lvl="5" marL="2743200" algn="ctr">
              <a:lnSpc>
                <a:spcPct val="115000"/>
              </a:lnSpc>
              <a:spcBef>
                <a:spcPts val="1600"/>
              </a:spcBef>
              <a:spcAft>
                <a:spcPts val="0"/>
              </a:spcAft>
              <a:buSzPts val="1600"/>
              <a:buChar char="■"/>
              <a:defRPr sz="1600"/>
            </a:lvl6pPr>
            <a:lvl7pPr indent="-330200" lvl="6" marL="3200400" algn="ctr">
              <a:lnSpc>
                <a:spcPct val="115000"/>
              </a:lnSpc>
              <a:spcBef>
                <a:spcPts val="1600"/>
              </a:spcBef>
              <a:spcAft>
                <a:spcPts val="0"/>
              </a:spcAft>
              <a:buSzPts val="1600"/>
              <a:buChar char="●"/>
              <a:defRPr sz="1600"/>
            </a:lvl7pPr>
            <a:lvl8pPr indent="-330200" lvl="7" marL="3657600" algn="ctr">
              <a:lnSpc>
                <a:spcPct val="115000"/>
              </a:lnSpc>
              <a:spcBef>
                <a:spcPts val="1600"/>
              </a:spcBef>
              <a:spcAft>
                <a:spcPts val="0"/>
              </a:spcAft>
              <a:buSzPts val="1600"/>
              <a:buChar char="○"/>
              <a:defRPr sz="1600"/>
            </a:lvl8pPr>
            <a:lvl9pPr indent="-330200" lvl="8" marL="4114800" algn="ctr">
              <a:lnSpc>
                <a:spcPct val="115000"/>
              </a:lnSpc>
              <a:spcBef>
                <a:spcPts val="1600"/>
              </a:spcBef>
              <a:spcAft>
                <a:spcPts val="1600"/>
              </a:spcAft>
              <a:buSzPts val="1600"/>
              <a:buChar char="■"/>
              <a:defRPr sz="1600"/>
            </a:lvl9pPr>
          </a:lstStyle>
          <a:p/>
        </p:txBody>
      </p:sp>
      <p:sp>
        <p:nvSpPr>
          <p:cNvPr id="191" name="Google Shape;191;p43"/>
          <p:cNvSpPr/>
          <p:nvPr/>
        </p:nvSpPr>
        <p:spPr>
          <a:xfrm rot="10800000">
            <a:off x="2751806" y="4243474"/>
            <a:ext cx="6391269" cy="904876"/>
          </a:xfrm>
          <a:custGeom>
            <a:rect b="b" l="l" r="r" t="t"/>
            <a:pathLst>
              <a:path extrusionOk="0" h="2763" w="16884">
                <a:moveTo>
                  <a:pt x="1" y="0"/>
                </a:moveTo>
                <a:lnTo>
                  <a:pt x="1" y="2762"/>
                </a:lnTo>
                <a:lnTo>
                  <a:pt x="16884" y="2762"/>
                </a:lnTo>
                <a:lnTo>
                  <a:pt x="1688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43"/>
          <p:cNvSpPr/>
          <p:nvPr/>
        </p:nvSpPr>
        <p:spPr>
          <a:xfrm rot="10800000">
            <a:off x="1361250" y="1501127"/>
            <a:ext cx="7781825" cy="1525098"/>
          </a:xfrm>
          <a:custGeom>
            <a:rect b="b" l="l" r="r" t="t"/>
            <a:pathLst>
              <a:path extrusionOk="0" h="2775" w="2882">
                <a:moveTo>
                  <a:pt x="1" y="0"/>
                </a:moveTo>
                <a:lnTo>
                  <a:pt x="1" y="2774"/>
                </a:lnTo>
                <a:lnTo>
                  <a:pt x="2882" y="2774"/>
                </a:lnTo>
                <a:lnTo>
                  <a:pt x="2882"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43"/>
          <p:cNvSpPr/>
          <p:nvPr/>
        </p:nvSpPr>
        <p:spPr>
          <a:xfrm rot="10800000">
            <a:off x="2" y="1"/>
            <a:ext cx="5791098" cy="505550"/>
          </a:xfrm>
          <a:custGeom>
            <a:rect b="b" l="l" r="r" t="t"/>
            <a:pathLst>
              <a:path extrusionOk="0" h="2775" w="2882">
                <a:moveTo>
                  <a:pt x="1" y="0"/>
                </a:moveTo>
                <a:lnTo>
                  <a:pt x="1" y="2774"/>
                </a:lnTo>
                <a:lnTo>
                  <a:pt x="2882" y="2774"/>
                </a:lnTo>
                <a:lnTo>
                  <a:pt x="2882" y="0"/>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43"/>
          <p:cNvSpPr/>
          <p:nvPr/>
        </p:nvSpPr>
        <p:spPr>
          <a:xfrm rot="10800000">
            <a:off x="21" y="1501871"/>
            <a:ext cx="1104138" cy="355443"/>
          </a:xfrm>
          <a:custGeom>
            <a:rect b="b" l="l" r="r" t="t"/>
            <a:pathLst>
              <a:path extrusionOk="0" h="2764" w="8586">
                <a:moveTo>
                  <a:pt x="1" y="1"/>
                </a:moveTo>
                <a:lnTo>
                  <a:pt x="1" y="2763"/>
                </a:lnTo>
                <a:lnTo>
                  <a:pt x="8585" y="2763"/>
                </a:lnTo>
                <a:lnTo>
                  <a:pt x="8585"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43"/>
          <p:cNvSpPr/>
          <p:nvPr/>
        </p:nvSpPr>
        <p:spPr>
          <a:xfrm rot="10800000">
            <a:off x="532482" y="912524"/>
            <a:ext cx="1055445" cy="355301"/>
          </a:xfrm>
          <a:custGeom>
            <a:rect b="b" l="l" r="r" t="t"/>
            <a:pathLst>
              <a:path extrusionOk="0" h="2763" w="12348">
                <a:moveTo>
                  <a:pt x="0" y="1"/>
                </a:moveTo>
                <a:lnTo>
                  <a:pt x="0" y="2763"/>
                </a:lnTo>
                <a:lnTo>
                  <a:pt x="12347" y="2763"/>
                </a:lnTo>
                <a:lnTo>
                  <a:pt x="12347"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43"/>
          <p:cNvSpPr/>
          <p:nvPr/>
        </p:nvSpPr>
        <p:spPr>
          <a:xfrm rot="10800000">
            <a:off x="7173125" y="912516"/>
            <a:ext cx="1970757" cy="355315"/>
          </a:xfrm>
          <a:custGeom>
            <a:rect b="b" l="l" r="r" t="t"/>
            <a:pathLst>
              <a:path extrusionOk="0" h="2763" w="15325">
                <a:moveTo>
                  <a:pt x="1" y="1"/>
                </a:moveTo>
                <a:lnTo>
                  <a:pt x="1" y="2763"/>
                </a:lnTo>
                <a:lnTo>
                  <a:pt x="15324" y="2763"/>
                </a:lnTo>
                <a:lnTo>
                  <a:pt x="1532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43"/>
          <p:cNvSpPr/>
          <p:nvPr/>
        </p:nvSpPr>
        <p:spPr>
          <a:xfrm rot="10800000">
            <a:off x="1814348" y="912516"/>
            <a:ext cx="1600139" cy="355315"/>
          </a:xfrm>
          <a:custGeom>
            <a:rect b="b" l="l" r="r" t="t"/>
            <a:pathLst>
              <a:path extrusionOk="0" h="2763" w="12443">
                <a:moveTo>
                  <a:pt x="0" y="1"/>
                </a:moveTo>
                <a:lnTo>
                  <a:pt x="0" y="2763"/>
                </a:lnTo>
                <a:lnTo>
                  <a:pt x="12442" y="2763"/>
                </a:lnTo>
                <a:lnTo>
                  <a:pt x="12442"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43"/>
          <p:cNvSpPr/>
          <p:nvPr/>
        </p:nvSpPr>
        <p:spPr>
          <a:xfrm rot="10800000">
            <a:off x="4523560" y="323049"/>
            <a:ext cx="2095515" cy="356851"/>
          </a:xfrm>
          <a:custGeom>
            <a:rect b="b" l="l" r="r" t="t"/>
            <a:pathLst>
              <a:path extrusionOk="0" h="2775" w="16884">
                <a:moveTo>
                  <a:pt x="0" y="1"/>
                </a:moveTo>
                <a:lnTo>
                  <a:pt x="0" y="2775"/>
                </a:lnTo>
                <a:lnTo>
                  <a:pt x="16883" y="2775"/>
                </a:lnTo>
                <a:lnTo>
                  <a:pt x="16883"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43"/>
          <p:cNvSpPr/>
          <p:nvPr/>
        </p:nvSpPr>
        <p:spPr>
          <a:xfrm rot="10800000">
            <a:off x="7381057" y="3345678"/>
            <a:ext cx="1762943" cy="355322"/>
          </a:xfrm>
          <a:custGeom>
            <a:rect b="b" l="l" r="r" t="t"/>
            <a:pathLst>
              <a:path extrusionOk="0" h="2763" w="16884">
                <a:moveTo>
                  <a:pt x="1" y="0"/>
                </a:moveTo>
                <a:lnTo>
                  <a:pt x="1" y="2762"/>
                </a:lnTo>
                <a:lnTo>
                  <a:pt x="16884" y="2762"/>
                </a:lnTo>
                <a:lnTo>
                  <a:pt x="16884"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43"/>
          <p:cNvSpPr/>
          <p:nvPr/>
        </p:nvSpPr>
        <p:spPr>
          <a:xfrm rot="10800000">
            <a:off x="-4" y="2084924"/>
            <a:ext cx="1785554" cy="356851"/>
          </a:xfrm>
          <a:custGeom>
            <a:rect b="b" l="l" r="r" t="t"/>
            <a:pathLst>
              <a:path extrusionOk="0" h="2775" w="15325">
                <a:moveTo>
                  <a:pt x="1" y="0"/>
                </a:moveTo>
                <a:lnTo>
                  <a:pt x="1" y="2774"/>
                </a:lnTo>
                <a:lnTo>
                  <a:pt x="15324" y="2774"/>
                </a:lnTo>
                <a:lnTo>
                  <a:pt x="15324"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43"/>
          <p:cNvSpPr/>
          <p:nvPr/>
        </p:nvSpPr>
        <p:spPr>
          <a:xfrm rot="10800000">
            <a:off x="656319" y="4788199"/>
            <a:ext cx="2628881" cy="355301"/>
          </a:xfrm>
          <a:custGeom>
            <a:rect b="b" l="l" r="r" t="t"/>
            <a:pathLst>
              <a:path extrusionOk="0" h="2763" w="16884">
                <a:moveTo>
                  <a:pt x="1" y="0"/>
                </a:moveTo>
                <a:lnTo>
                  <a:pt x="1" y="2762"/>
                </a:lnTo>
                <a:lnTo>
                  <a:pt x="16884" y="2762"/>
                </a:lnTo>
                <a:lnTo>
                  <a:pt x="16884"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43"/>
          <p:cNvSpPr txBox="1"/>
          <p:nvPr>
            <p:ph hasCustomPrompt="1" type="title"/>
          </p:nvPr>
        </p:nvSpPr>
        <p:spPr>
          <a:xfrm>
            <a:off x="311700" y="1847850"/>
            <a:ext cx="8520600" cy="1382700"/>
          </a:xfrm>
          <a:prstGeom prst="rect">
            <a:avLst/>
          </a:prstGeom>
          <a:noFill/>
          <a:ln>
            <a:noFill/>
          </a:ln>
        </p:spPr>
        <p:txBody>
          <a:bodyPr anchorCtr="0" anchor="b" bIns="0" lIns="91425" spcFirstLastPara="1" rIns="91425" wrap="square" tIns="0">
            <a:noAutofit/>
          </a:bodyPr>
          <a:lstStyle>
            <a:lvl1pPr lvl="0" algn="ctr">
              <a:lnSpc>
                <a:spcPct val="100000"/>
              </a:lnSpc>
              <a:spcBef>
                <a:spcPts val="0"/>
              </a:spcBef>
              <a:spcAft>
                <a:spcPts val="0"/>
              </a:spcAft>
              <a:buSzPts val="12500"/>
              <a:buNone/>
              <a:defRPr sz="12500"/>
            </a:lvl1pPr>
            <a:lvl2pPr lvl="1"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2pPr>
            <a:lvl3pPr lvl="2"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3pPr>
            <a:lvl4pPr lvl="3"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4pPr>
            <a:lvl5pPr lvl="4"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5pPr>
            <a:lvl6pPr lvl="5"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6pPr>
            <a:lvl7pPr lvl="6"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7pPr>
            <a:lvl8pPr lvl="7"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8pPr>
            <a:lvl9pPr lvl="8"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9pPr>
          </a:lstStyle>
          <a:p>
            <a:r>
              <a:t>xx%</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3" name="Shape 203"/>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hree columns">
  <p:cSld name="CUSTOM_1">
    <p:spTree>
      <p:nvGrpSpPr>
        <p:cNvPr id="204" name="Shape 204"/>
        <p:cNvGrpSpPr/>
        <p:nvPr/>
      </p:nvGrpSpPr>
      <p:grpSpPr>
        <a:xfrm>
          <a:off x="0" y="0"/>
          <a:ext cx="0" cy="0"/>
          <a:chOff x="0" y="0"/>
          <a:chExt cx="0" cy="0"/>
        </a:xfrm>
      </p:grpSpPr>
      <p:grpSp>
        <p:nvGrpSpPr>
          <p:cNvPr id="205" name="Google Shape;205;p45"/>
          <p:cNvGrpSpPr/>
          <p:nvPr/>
        </p:nvGrpSpPr>
        <p:grpSpPr>
          <a:xfrm>
            <a:off x="-25" y="2816286"/>
            <a:ext cx="9144046" cy="948350"/>
            <a:chOff x="-25" y="2816286"/>
            <a:chExt cx="9144046" cy="948350"/>
          </a:xfrm>
        </p:grpSpPr>
        <p:sp>
          <p:nvSpPr>
            <p:cNvPr id="206" name="Google Shape;206;p45"/>
            <p:cNvSpPr/>
            <p:nvPr/>
          </p:nvSpPr>
          <p:spPr>
            <a:xfrm>
              <a:off x="5439453" y="3632754"/>
              <a:ext cx="142155" cy="131882"/>
            </a:xfrm>
            <a:custGeom>
              <a:rect b="b" l="l" r="r" t="t"/>
              <a:pathLst>
                <a:path extrusionOk="0" h="4121" w="4442">
                  <a:moveTo>
                    <a:pt x="1" y="1"/>
                  </a:moveTo>
                  <a:lnTo>
                    <a:pt x="1" y="4120"/>
                  </a:lnTo>
                  <a:lnTo>
                    <a:pt x="4442" y="4120"/>
                  </a:lnTo>
                  <a:lnTo>
                    <a:pt x="4442"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45"/>
            <p:cNvSpPr/>
            <p:nvPr/>
          </p:nvSpPr>
          <p:spPr>
            <a:xfrm>
              <a:off x="5723675" y="3632754"/>
              <a:ext cx="2948838" cy="131882"/>
            </a:xfrm>
            <a:custGeom>
              <a:rect b="b" l="l" r="r" t="t"/>
              <a:pathLst>
                <a:path extrusionOk="0" h="4121" w="92144">
                  <a:moveTo>
                    <a:pt x="1" y="1"/>
                  </a:moveTo>
                  <a:lnTo>
                    <a:pt x="1" y="4120"/>
                  </a:lnTo>
                  <a:lnTo>
                    <a:pt x="92143" y="4120"/>
                  </a:lnTo>
                  <a:lnTo>
                    <a:pt x="9214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45"/>
            <p:cNvSpPr/>
            <p:nvPr/>
          </p:nvSpPr>
          <p:spPr>
            <a:xfrm>
              <a:off x="4574596" y="3360726"/>
              <a:ext cx="1353834" cy="131882"/>
            </a:xfrm>
            <a:custGeom>
              <a:rect b="b" l="l" r="r" t="t"/>
              <a:pathLst>
                <a:path extrusionOk="0" h="4121" w="42304">
                  <a:moveTo>
                    <a:pt x="0" y="1"/>
                  </a:moveTo>
                  <a:lnTo>
                    <a:pt x="0" y="4120"/>
                  </a:lnTo>
                  <a:lnTo>
                    <a:pt x="42303" y="4120"/>
                  </a:lnTo>
                  <a:lnTo>
                    <a:pt x="4230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45"/>
            <p:cNvSpPr/>
            <p:nvPr/>
          </p:nvSpPr>
          <p:spPr>
            <a:xfrm>
              <a:off x="5129312" y="2816286"/>
              <a:ext cx="1148858" cy="131498"/>
            </a:xfrm>
            <a:custGeom>
              <a:rect b="b" l="l" r="r" t="t"/>
              <a:pathLst>
                <a:path extrusionOk="0" h="4109" w="35899">
                  <a:moveTo>
                    <a:pt x="1" y="1"/>
                  </a:moveTo>
                  <a:lnTo>
                    <a:pt x="1" y="4108"/>
                  </a:lnTo>
                  <a:lnTo>
                    <a:pt x="35898" y="4108"/>
                  </a:lnTo>
                  <a:lnTo>
                    <a:pt x="35898"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45"/>
            <p:cNvSpPr/>
            <p:nvPr/>
          </p:nvSpPr>
          <p:spPr>
            <a:xfrm>
              <a:off x="3376749" y="3632754"/>
              <a:ext cx="142155" cy="131882"/>
            </a:xfrm>
            <a:custGeom>
              <a:rect b="b" l="l" r="r" t="t"/>
              <a:pathLst>
                <a:path extrusionOk="0" h="4121" w="4442">
                  <a:moveTo>
                    <a:pt x="0" y="1"/>
                  </a:moveTo>
                  <a:lnTo>
                    <a:pt x="0" y="4120"/>
                  </a:lnTo>
                  <a:lnTo>
                    <a:pt x="4441" y="4120"/>
                  </a:lnTo>
                  <a:lnTo>
                    <a:pt x="444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45"/>
            <p:cNvSpPr/>
            <p:nvPr/>
          </p:nvSpPr>
          <p:spPr>
            <a:xfrm>
              <a:off x="3077647" y="2816286"/>
              <a:ext cx="370397" cy="131498"/>
            </a:xfrm>
            <a:custGeom>
              <a:rect b="b" l="l" r="r" t="t"/>
              <a:pathLst>
                <a:path extrusionOk="0" h="4109" w="11574">
                  <a:moveTo>
                    <a:pt x="1" y="1"/>
                  </a:moveTo>
                  <a:lnTo>
                    <a:pt x="1" y="4108"/>
                  </a:lnTo>
                  <a:lnTo>
                    <a:pt x="11574" y="4108"/>
                  </a:lnTo>
                  <a:lnTo>
                    <a:pt x="11574"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45"/>
            <p:cNvSpPr/>
            <p:nvPr/>
          </p:nvSpPr>
          <p:spPr>
            <a:xfrm>
              <a:off x="3542860" y="2816286"/>
              <a:ext cx="139467" cy="131498"/>
            </a:xfrm>
            <a:custGeom>
              <a:rect b="b" l="l" r="r" t="t"/>
              <a:pathLst>
                <a:path extrusionOk="0" h="4109" w="4358">
                  <a:moveTo>
                    <a:pt x="0" y="1"/>
                  </a:moveTo>
                  <a:lnTo>
                    <a:pt x="0" y="4108"/>
                  </a:lnTo>
                  <a:lnTo>
                    <a:pt x="4358" y="4108"/>
                  </a:lnTo>
                  <a:lnTo>
                    <a:pt x="4358"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45"/>
            <p:cNvSpPr/>
            <p:nvPr/>
          </p:nvSpPr>
          <p:spPr>
            <a:xfrm>
              <a:off x="3723818" y="3088314"/>
              <a:ext cx="366205" cy="131882"/>
            </a:xfrm>
            <a:custGeom>
              <a:rect b="b" l="l" r="r" t="t"/>
              <a:pathLst>
                <a:path extrusionOk="0" h="4121" w="11443">
                  <a:moveTo>
                    <a:pt x="1" y="1"/>
                  </a:moveTo>
                  <a:lnTo>
                    <a:pt x="1" y="4120"/>
                  </a:lnTo>
                  <a:lnTo>
                    <a:pt x="11443" y="4120"/>
                  </a:lnTo>
                  <a:lnTo>
                    <a:pt x="1144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45"/>
            <p:cNvSpPr/>
            <p:nvPr/>
          </p:nvSpPr>
          <p:spPr>
            <a:xfrm>
              <a:off x="2734770" y="3088314"/>
              <a:ext cx="891622" cy="131882"/>
            </a:xfrm>
            <a:custGeom>
              <a:rect b="b" l="l" r="r" t="t"/>
              <a:pathLst>
                <a:path extrusionOk="0" h="4121" w="27861">
                  <a:moveTo>
                    <a:pt x="0" y="1"/>
                  </a:moveTo>
                  <a:lnTo>
                    <a:pt x="0" y="4120"/>
                  </a:lnTo>
                  <a:lnTo>
                    <a:pt x="27861" y="4120"/>
                  </a:lnTo>
                  <a:lnTo>
                    <a:pt x="2786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45"/>
            <p:cNvSpPr/>
            <p:nvPr/>
          </p:nvSpPr>
          <p:spPr>
            <a:xfrm>
              <a:off x="864832" y="3632754"/>
              <a:ext cx="142155" cy="131882"/>
            </a:xfrm>
            <a:custGeom>
              <a:rect b="b" l="l" r="r" t="t"/>
              <a:pathLst>
                <a:path extrusionOk="0" h="4121" w="4442">
                  <a:moveTo>
                    <a:pt x="0" y="1"/>
                  </a:moveTo>
                  <a:lnTo>
                    <a:pt x="0" y="4120"/>
                  </a:lnTo>
                  <a:lnTo>
                    <a:pt x="4441" y="4120"/>
                  </a:lnTo>
                  <a:lnTo>
                    <a:pt x="444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45"/>
            <p:cNvSpPr/>
            <p:nvPr/>
          </p:nvSpPr>
          <p:spPr>
            <a:xfrm>
              <a:off x="1149054" y="3632754"/>
              <a:ext cx="2031679" cy="131882"/>
            </a:xfrm>
            <a:custGeom>
              <a:rect b="b" l="l" r="r" t="t"/>
              <a:pathLst>
                <a:path extrusionOk="0" h="4121" w="63485">
                  <a:moveTo>
                    <a:pt x="0" y="1"/>
                  </a:moveTo>
                  <a:lnTo>
                    <a:pt x="0" y="4120"/>
                  </a:lnTo>
                  <a:lnTo>
                    <a:pt x="63484" y="4120"/>
                  </a:lnTo>
                  <a:lnTo>
                    <a:pt x="63484"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45"/>
            <p:cNvSpPr/>
            <p:nvPr/>
          </p:nvSpPr>
          <p:spPr>
            <a:xfrm>
              <a:off x="-25" y="3360726"/>
              <a:ext cx="1353802" cy="131882"/>
            </a:xfrm>
            <a:custGeom>
              <a:rect b="b" l="l" r="r" t="t"/>
              <a:pathLst>
                <a:path extrusionOk="0" h="4121" w="42303">
                  <a:moveTo>
                    <a:pt x="0" y="1"/>
                  </a:moveTo>
                  <a:lnTo>
                    <a:pt x="0" y="4120"/>
                  </a:lnTo>
                  <a:lnTo>
                    <a:pt x="42303" y="4120"/>
                  </a:lnTo>
                  <a:lnTo>
                    <a:pt x="4230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45"/>
            <p:cNvSpPr/>
            <p:nvPr/>
          </p:nvSpPr>
          <p:spPr>
            <a:xfrm>
              <a:off x="824064" y="2816286"/>
              <a:ext cx="1337833" cy="131498"/>
            </a:xfrm>
            <a:custGeom>
              <a:rect b="b" l="l" r="r" t="t"/>
              <a:pathLst>
                <a:path extrusionOk="0" h="4109" w="41804">
                  <a:moveTo>
                    <a:pt x="0" y="1"/>
                  </a:moveTo>
                  <a:lnTo>
                    <a:pt x="0" y="4108"/>
                  </a:lnTo>
                  <a:lnTo>
                    <a:pt x="41803" y="4108"/>
                  </a:lnTo>
                  <a:lnTo>
                    <a:pt x="4180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45"/>
            <p:cNvSpPr/>
            <p:nvPr/>
          </p:nvSpPr>
          <p:spPr>
            <a:xfrm>
              <a:off x="582114" y="2816286"/>
              <a:ext cx="139499" cy="131498"/>
            </a:xfrm>
            <a:custGeom>
              <a:rect b="b" l="l" r="r" t="t"/>
              <a:pathLst>
                <a:path extrusionOk="0" h="4109" w="4359">
                  <a:moveTo>
                    <a:pt x="1" y="1"/>
                  </a:moveTo>
                  <a:lnTo>
                    <a:pt x="1" y="4108"/>
                  </a:lnTo>
                  <a:lnTo>
                    <a:pt x="4358" y="4108"/>
                  </a:lnTo>
                  <a:lnTo>
                    <a:pt x="4358"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45"/>
            <p:cNvSpPr/>
            <p:nvPr/>
          </p:nvSpPr>
          <p:spPr>
            <a:xfrm>
              <a:off x="8756420" y="3632754"/>
              <a:ext cx="142155" cy="131882"/>
            </a:xfrm>
            <a:custGeom>
              <a:rect b="b" l="l" r="r" t="t"/>
              <a:pathLst>
                <a:path extrusionOk="0" h="4121" w="4442">
                  <a:moveTo>
                    <a:pt x="0" y="1"/>
                  </a:moveTo>
                  <a:lnTo>
                    <a:pt x="0" y="4120"/>
                  </a:lnTo>
                  <a:lnTo>
                    <a:pt x="4441" y="4120"/>
                  </a:lnTo>
                  <a:lnTo>
                    <a:pt x="444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45"/>
            <p:cNvSpPr/>
            <p:nvPr/>
          </p:nvSpPr>
          <p:spPr>
            <a:xfrm>
              <a:off x="7790219" y="3360726"/>
              <a:ext cx="1353802" cy="131882"/>
            </a:xfrm>
            <a:custGeom>
              <a:rect b="b" l="l" r="r" t="t"/>
              <a:pathLst>
                <a:path extrusionOk="0" h="4121" w="42303">
                  <a:moveTo>
                    <a:pt x="0" y="1"/>
                  </a:moveTo>
                  <a:lnTo>
                    <a:pt x="0" y="4120"/>
                  </a:lnTo>
                  <a:lnTo>
                    <a:pt x="42303" y="4120"/>
                  </a:lnTo>
                  <a:lnTo>
                    <a:pt x="4230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5"/>
            <p:cNvSpPr/>
            <p:nvPr/>
          </p:nvSpPr>
          <p:spPr>
            <a:xfrm>
              <a:off x="6982098" y="2816286"/>
              <a:ext cx="1154938" cy="131498"/>
            </a:xfrm>
            <a:custGeom>
              <a:rect b="b" l="l" r="r" t="t"/>
              <a:pathLst>
                <a:path extrusionOk="0" h="4109" w="36089">
                  <a:moveTo>
                    <a:pt x="1" y="1"/>
                  </a:moveTo>
                  <a:lnTo>
                    <a:pt x="1" y="4108"/>
                  </a:lnTo>
                  <a:lnTo>
                    <a:pt x="36089" y="4108"/>
                  </a:lnTo>
                  <a:lnTo>
                    <a:pt x="36089"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5"/>
            <p:cNvSpPr/>
            <p:nvPr/>
          </p:nvSpPr>
          <p:spPr>
            <a:xfrm>
              <a:off x="8279016" y="2816286"/>
              <a:ext cx="139883" cy="131498"/>
            </a:xfrm>
            <a:custGeom>
              <a:rect b="b" l="l" r="r" t="t"/>
              <a:pathLst>
                <a:path extrusionOk="0" h="4109" w="4371">
                  <a:moveTo>
                    <a:pt x="1" y="1"/>
                  </a:moveTo>
                  <a:lnTo>
                    <a:pt x="1" y="4108"/>
                  </a:lnTo>
                  <a:lnTo>
                    <a:pt x="4370" y="4108"/>
                  </a:lnTo>
                  <a:lnTo>
                    <a:pt x="4370"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4" name="Google Shape;224;p45"/>
          <p:cNvSpPr txBox="1"/>
          <p:nvPr>
            <p:ph type="ctrTitle"/>
          </p:nvPr>
        </p:nvSpPr>
        <p:spPr>
          <a:xfrm flipH="1">
            <a:off x="6355375" y="-142871"/>
            <a:ext cx="1435800" cy="430500"/>
          </a:xfrm>
          <a:prstGeom prst="rect">
            <a:avLst/>
          </a:prstGeom>
          <a:noFill/>
          <a:ln>
            <a:noFill/>
          </a:ln>
        </p:spPr>
        <p:txBody>
          <a:bodyPr anchorCtr="0" anchor="b" bIns="0" lIns="91425" spcFirstLastPara="1" rIns="91425" wrap="square" tIns="91425">
            <a:noAutofit/>
          </a:bodyPr>
          <a:lstStyle>
            <a:lvl1pPr lvl="0" algn="ctr">
              <a:lnSpc>
                <a:spcPct val="100000"/>
              </a:lnSpc>
              <a:spcBef>
                <a:spcPts val="0"/>
              </a:spcBef>
              <a:spcAft>
                <a:spcPts val="0"/>
              </a:spcAft>
              <a:buClr>
                <a:schemeClr val="lt1"/>
              </a:buClr>
              <a:buSzPts val="2400"/>
              <a:buNone/>
              <a:defRPr sz="2200"/>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p:txBody>
      </p:sp>
      <p:sp>
        <p:nvSpPr>
          <p:cNvPr id="225" name="Google Shape;225;p45"/>
          <p:cNvSpPr txBox="1"/>
          <p:nvPr>
            <p:ph idx="1" type="subTitle"/>
          </p:nvPr>
        </p:nvSpPr>
        <p:spPr>
          <a:xfrm flipH="1">
            <a:off x="6040625" y="1928650"/>
            <a:ext cx="2066400" cy="430500"/>
          </a:xfrm>
          <a:prstGeom prst="rect">
            <a:avLst/>
          </a:prstGeom>
          <a:noFill/>
          <a:ln>
            <a:noFill/>
          </a:ln>
        </p:spPr>
        <p:txBody>
          <a:bodyPr anchorCtr="0" anchor="t" bIns="91425" lIns="91425" spcFirstLastPara="1" rIns="91425" wrap="square" tIns="0">
            <a:noAutofit/>
          </a:bodyPr>
          <a:lstStyle>
            <a:lvl1pPr lvl="0" algn="ctr">
              <a:lnSpc>
                <a:spcPct val="115000"/>
              </a:lnSpc>
              <a:spcBef>
                <a:spcPts val="0"/>
              </a:spcBef>
              <a:spcAft>
                <a:spcPts val="0"/>
              </a:spcAft>
              <a:buSzPts val="1400"/>
              <a:buFont typeface="Anaheim"/>
              <a:buNone/>
              <a:defRPr sz="1400">
                <a:latin typeface="Anaheim"/>
                <a:ea typeface="Anaheim"/>
                <a:cs typeface="Anaheim"/>
                <a:sym typeface="Anaheim"/>
              </a:defRPr>
            </a:lvl1pPr>
            <a:lvl2pPr lvl="1" algn="ctr">
              <a:lnSpc>
                <a:spcPct val="115000"/>
              </a:lnSpc>
              <a:spcBef>
                <a:spcPts val="0"/>
              </a:spcBef>
              <a:spcAft>
                <a:spcPts val="0"/>
              </a:spcAft>
              <a:buSzPts val="1400"/>
              <a:buFont typeface="Anaheim"/>
              <a:buNone/>
              <a:defRPr>
                <a:latin typeface="Anaheim"/>
                <a:ea typeface="Anaheim"/>
                <a:cs typeface="Anaheim"/>
                <a:sym typeface="Anaheim"/>
              </a:defRPr>
            </a:lvl2pPr>
            <a:lvl3pPr lvl="2" algn="ctr">
              <a:lnSpc>
                <a:spcPct val="115000"/>
              </a:lnSpc>
              <a:spcBef>
                <a:spcPts val="0"/>
              </a:spcBef>
              <a:spcAft>
                <a:spcPts val="0"/>
              </a:spcAft>
              <a:buSzPts val="1400"/>
              <a:buFont typeface="Anaheim"/>
              <a:buNone/>
              <a:defRPr sz="1400">
                <a:latin typeface="Anaheim"/>
                <a:ea typeface="Anaheim"/>
                <a:cs typeface="Anaheim"/>
                <a:sym typeface="Anaheim"/>
              </a:defRPr>
            </a:lvl3pPr>
            <a:lvl4pPr lvl="3" algn="ctr">
              <a:lnSpc>
                <a:spcPct val="115000"/>
              </a:lnSpc>
              <a:spcBef>
                <a:spcPts val="0"/>
              </a:spcBef>
              <a:spcAft>
                <a:spcPts val="0"/>
              </a:spcAft>
              <a:buSzPts val="1400"/>
              <a:buFont typeface="Anaheim"/>
              <a:buNone/>
              <a:defRPr sz="1400">
                <a:latin typeface="Anaheim"/>
                <a:ea typeface="Anaheim"/>
                <a:cs typeface="Anaheim"/>
                <a:sym typeface="Anaheim"/>
              </a:defRPr>
            </a:lvl4pPr>
            <a:lvl5pPr lvl="4" algn="ctr">
              <a:lnSpc>
                <a:spcPct val="115000"/>
              </a:lnSpc>
              <a:spcBef>
                <a:spcPts val="0"/>
              </a:spcBef>
              <a:spcAft>
                <a:spcPts val="0"/>
              </a:spcAft>
              <a:buSzPts val="1400"/>
              <a:buFont typeface="Anaheim"/>
              <a:buNone/>
              <a:defRPr sz="1400">
                <a:latin typeface="Anaheim"/>
                <a:ea typeface="Anaheim"/>
                <a:cs typeface="Anaheim"/>
                <a:sym typeface="Anaheim"/>
              </a:defRPr>
            </a:lvl5pPr>
            <a:lvl6pPr lvl="5" algn="ctr">
              <a:lnSpc>
                <a:spcPct val="115000"/>
              </a:lnSpc>
              <a:spcBef>
                <a:spcPts val="0"/>
              </a:spcBef>
              <a:spcAft>
                <a:spcPts val="0"/>
              </a:spcAft>
              <a:buSzPts val="1400"/>
              <a:buFont typeface="Anaheim"/>
              <a:buNone/>
              <a:defRPr sz="1400">
                <a:latin typeface="Anaheim"/>
                <a:ea typeface="Anaheim"/>
                <a:cs typeface="Anaheim"/>
                <a:sym typeface="Anaheim"/>
              </a:defRPr>
            </a:lvl6pPr>
            <a:lvl7pPr lvl="6" algn="ctr">
              <a:lnSpc>
                <a:spcPct val="115000"/>
              </a:lnSpc>
              <a:spcBef>
                <a:spcPts val="0"/>
              </a:spcBef>
              <a:spcAft>
                <a:spcPts val="0"/>
              </a:spcAft>
              <a:buSzPts val="1400"/>
              <a:buFont typeface="Anaheim"/>
              <a:buNone/>
              <a:defRPr sz="1400">
                <a:latin typeface="Anaheim"/>
                <a:ea typeface="Anaheim"/>
                <a:cs typeface="Anaheim"/>
                <a:sym typeface="Anaheim"/>
              </a:defRPr>
            </a:lvl7pPr>
            <a:lvl8pPr lvl="7" algn="ctr">
              <a:lnSpc>
                <a:spcPct val="115000"/>
              </a:lnSpc>
              <a:spcBef>
                <a:spcPts val="0"/>
              </a:spcBef>
              <a:spcAft>
                <a:spcPts val="0"/>
              </a:spcAft>
              <a:buSzPts val="1400"/>
              <a:buFont typeface="Anaheim"/>
              <a:buNone/>
              <a:defRPr sz="1400">
                <a:latin typeface="Anaheim"/>
                <a:ea typeface="Anaheim"/>
                <a:cs typeface="Anaheim"/>
                <a:sym typeface="Anaheim"/>
              </a:defRPr>
            </a:lvl8pPr>
            <a:lvl9pPr lvl="8" algn="ctr">
              <a:lnSpc>
                <a:spcPct val="115000"/>
              </a:lnSpc>
              <a:spcBef>
                <a:spcPts val="0"/>
              </a:spcBef>
              <a:spcAft>
                <a:spcPts val="0"/>
              </a:spcAft>
              <a:buSzPts val="1400"/>
              <a:buFont typeface="Anaheim"/>
              <a:buNone/>
              <a:defRPr sz="1400">
                <a:latin typeface="Anaheim"/>
                <a:ea typeface="Anaheim"/>
                <a:cs typeface="Anaheim"/>
                <a:sym typeface="Anaheim"/>
              </a:defRPr>
            </a:lvl9pPr>
          </a:lstStyle>
          <a:p/>
        </p:txBody>
      </p:sp>
      <p:sp>
        <p:nvSpPr>
          <p:cNvPr id="226" name="Google Shape;226;p45"/>
          <p:cNvSpPr txBox="1"/>
          <p:nvPr>
            <p:ph idx="2" type="ctrTitle"/>
          </p:nvPr>
        </p:nvSpPr>
        <p:spPr>
          <a:xfrm flipH="1">
            <a:off x="1037600" y="1428754"/>
            <a:ext cx="2066400" cy="430500"/>
          </a:xfrm>
          <a:prstGeom prst="rect">
            <a:avLst/>
          </a:prstGeom>
          <a:noFill/>
          <a:ln>
            <a:noFill/>
          </a:ln>
        </p:spPr>
        <p:txBody>
          <a:bodyPr anchorCtr="0" anchor="b" bIns="0" lIns="91425" spcFirstLastPara="1" rIns="91425" wrap="square" tIns="91425">
            <a:noAutofit/>
          </a:bodyPr>
          <a:lstStyle>
            <a:lvl1pPr lvl="0" algn="ctr">
              <a:lnSpc>
                <a:spcPct val="100000"/>
              </a:lnSpc>
              <a:spcBef>
                <a:spcPts val="0"/>
              </a:spcBef>
              <a:spcAft>
                <a:spcPts val="0"/>
              </a:spcAft>
              <a:buClr>
                <a:schemeClr val="lt1"/>
              </a:buClr>
              <a:buSzPts val="2400"/>
              <a:buNone/>
              <a:defRPr sz="2200"/>
            </a:lvl1pPr>
            <a:lvl2pPr lvl="1" algn="r">
              <a:lnSpc>
                <a:spcPct val="100000"/>
              </a:lnSpc>
              <a:spcBef>
                <a:spcPts val="0"/>
              </a:spcBef>
              <a:spcAft>
                <a:spcPts val="0"/>
              </a:spcAft>
              <a:buClr>
                <a:schemeClr val="lt1"/>
              </a:buClr>
              <a:buSzPts val="1800"/>
              <a:buNone/>
              <a:defRPr sz="1800">
                <a:solidFill>
                  <a:schemeClr val="lt1"/>
                </a:solidFill>
              </a:defRPr>
            </a:lvl2pPr>
            <a:lvl3pPr lvl="2" algn="r">
              <a:lnSpc>
                <a:spcPct val="100000"/>
              </a:lnSpc>
              <a:spcBef>
                <a:spcPts val="0"/>
              </a:spcBef>
              <a:spcAft>
                <a:spcPts val="0"/>
              </a:spcAft>
              <a:buClr>
                <a:schemeClr val="lt1"/>
              </a:buClr>
              <a:buSzPts val="1800"/>
              <a:buNone/>
              <a:defRPr sz="1800">
                <a:solidFill>
                  <a:schemeClr val="lt1"/>
                </a:solidFill>
              </a:defRPr>
            </a:lvl3pPr>
            <a:lvl4pPr lvl="3" algn="r">
              <a:lnSpc>
                <a:spcPct val="100000"/>
              </a:lnSpc>
              <a:spcBef>
                <a:spcPts val="0"/>
              </a:spcBef>
              <a:spcAft>
                <a:spcPts val="0"/>
              </a:spcAft>
              <a:buClr>
                <a:schemeClr val="lt1"/>
              </a:buClr>
              <a:buSzPts val="1800"/>
              <a:buNone/>
              <a:defRPr sz="1800">
                <a:solidFill>
                  <a:schemeClr val="lt1"/>
                </a:solidFill>
              </a:defRPr>
            </a:lvl4pPr>
            <a:lvl5pPr lvl="4" algn="r">
              <a:lnSpc>
                <a:spcPct val="100000"/>
              </a:lnSpc>
              <a:spcBef>
                <a:spcPts val="0"/>
              </a:spcBef>
              <a:spcAft>
                <a:spcPts val="0"/>
              </a:spcAft>
              <a:buClr>
                <a:schemeClr val="lt1"/>
              </a:buClr>
              <a:buSzPts val="1800"/>
              <a:buNone/>
              <a:defRPr sz="1800">
                <a:solidFill>
                  <a:schemeClr val="lt1"/>
                </a:solidFill>
              </a:defRPr>
            </a:lvl5pPr>
            <a:lvl6pPr lvl="5" algn="r">
              <a:lnSpc>
                <a:spcPct val="100000"/>
              </a:lnSpc>
              <a:spcBef>
                <a:spcPts val="0"/>
              </a:spcBef>
              <a:spcAft>
                <a:spcPts val="0"/>
              </a:spcAft>
              <a:buClr>
                <a:schemeClr val="lt1"/>
              </a:buClr>
              <a:buSzPts val="1800"/>
              <a:buNone/>
              <a:defRPr sz="1800">
                <a:solidFill>
                  <a:schemeClr val="lt1"/>
                </a:solidFill>
              </a:defRPr>
            </a:lvl6pPr>
            <a:lvl7pPr lvl="6" algn="r">
              <a:lnSpc>
                <a:spcPct val="100000"/>
              </a:lnSpc>
              <a:spcBef>
                <a:spcPts val="0"/>
              </a:spcBef>
              <a:spcAft>
                <a:spcPts val="0"/>
              </a:spcAft>
              <a:buClr>
                <a:schemeClr val="lt1"/>
              </a:buClr>
              <a:buSzPts val="1800"/>
              <a:buNone/>
              <a:defRPr sz="1800">
                <a:solidFill>
                  <a:schemeClr val="lt1"/>
                </a:solidFill>
              </a:defRPr>
            </a:lvl7pPr>
            <a:lvl8pPr lvl="7" algn="r">
              <a:lnSpc>
                <a:spcPct val="100000"/>
              </a:lnSpc>
              <a:spcBef>
                <a:spcPts val="0"/>
              </a:spcBef>
              <a:spcAft>
                <a:spcPts val="0"/>
              </a:spcAft>
              <a:buClr>
                <a:schemeClr val="lt1"/>
              </a:buClr>
              <a:buSzPts val="1800"/>
              <a:buNone/>
              <a:defRPr sz="1800">
                <a:solidFill>
                  <a:schemeClr val="lt1"/>
                </a:solidFill>
              </a:defRPr>
            </a:lvl8pPr>
            <a:lvl9pPr lvl="8" algn="r">
              <a:lnSpc>
                <a:spcPct val="100000"/>
              </a:lnSpc>
              <a:spcBef>
                <a:spcPts val="0"/>
              </a:spcBef>
              <a:spcAft>
                <a:spcPts val="0"/>
              </a:spcAft>
              <a:buClr>
                <a:schemeClr val="lt1"/>
              </a:buClr>
              <a:buSzPts val="1800"/>
              <a:buNone/>
              <a:defRPr sz="1800">
                <a:solidFill>
                  <a:schemeClr val="lt1"/>
                </a:solidFill>
              </a:defRPr>
            </a:lvl9pPr>
          </a:lstStyle>
          <a:p/>
        </p:txBody>
      </p:sp>
      <p:sp>
        <p:nvSpPr>
          <p:cNvPr id="227" name="Google Shape;227;p45"/>
          <p:cNvSpPr txBox="1"/>
          <p:nvPr>
            <p:ph idx="3" type="subTitle"/>
          </p:nvPr>
        </p:nvSpPr>
        <p:spPr>
          <a:xfrm flipH="1">
            <a:off x="1037000" y="1928650"/>
            <a:ext cx="2067000" cy="430500"/>
          </a:xfrm>
          <a:prstGeom prst="rect">
            <a:avLst/>
          </a:prstGeom>
          <a:noFill/>
          <a:ln>
            <a:noFill/>
          </a:ln>
        </p:spPr>
        <p:txBody>
          <a:bodyPr anchorCtr="0" anchor="t" bIns="91425" lIns="91425" spcFirstLastPara="1" rIns="91425" wrap="square" tIns="0">
            <a:noAutofit/>
          </a:bodyPr>
          <a:lstStyle>
            <a:lvl1pPr lvl="0" algn="ctr">
              <a:lnSpc>
                <a:spcPct val="115000"/>
              </a:lnSpc>
              <a:spcBef>
                <a:spcPts val="0"/>
              </a:spcBef>
              <a:spcAft>
                <a:spcPts val="0"/>
              </a:spcAft>
              <a:buSzPts val="1400"/>
              <a:buFont typeface="Anaheim"/>
              <a:buNone/>
              <a:defRPr sz="1400">
                <a:latin typeface="Anaheim"/>
                <a:ea typeface="Anaheim"/>
                <a:cs typeface="Anaheim"/>
                <a:sym typeface="Anaheim"/>
              </a:defRPr>
            </a:lvl1pPr>
            <a:lvl2pPr lvl="1" algn="ctr">
              <a:lnSpc>
                <a:spcPct val="115000"/>
              </a:lnSpc>
              <a:spcBef>
                <a:spcPts val="0"/>
              </a:spcBef>
              <a:spcAft>
                <a:spcPts val="0"/>
              </a:spcAft>
              <a:buSzPts val="1400"/>
              <a:buFont typeface="Anaheim"/>
              <a:buNone/>
              <a:defRPr>
                <a:latin typeface="Anaheim"/>
                <a:ea typeface="Anaheim"/>
                <a:cs typeface="Anaheim"/>
                <a:sym typeface="Anaheim"/>
              </a:defRPr>
            </a:lvl2pPr>
            <a:lvl3pPr lvl="2" algn="ctr">
              <a:lnSpc>
                <a:spcPct val="115000"/>
              </a:lnSpc>
              <a:spcBef>
                <a:spcPts val="0"/>
              </a:spcBef>
              <a:spcAft>
                <a:spcPts val="0"/>
              </a:spcAft>
              <a:buSzPts val="1400"/>
              <a:buFont typeface="Anaheim"/>
              <a:buNone/>
              <a:defRPr sz="1400">
                <a:latin typeface="Anaheim"/>
                <a:ea typeface="Anaheim"/>
                <a:cs typeface="Anaheim"/>
                <a:sym typeface="Anaheim"/>
              </a:defRPr>
            </a:lvl3pPr>
            <a:lvl4pPr lvl="3" algn="ctr">
              <a:lnSpc>
                <a:spcPct val="115000"/>
              </a:lnSpc>
              <a:spcBef>
                <a:spcPts val="0"/>
              </a:spcBef>
              <a:spcAft>
                <a:spcPts val="0"/>
              </a:spcAft>
              <a:buSzPts val="1400"/>
              <a:buFont typeface="Anaheim"/>
              <a:buNone/>
              <a:defRPr sz="1400">
                <a:latin typeface="Anaheim"/>
                <a:ea typeface="Anaheim"/>
                <a:cs typeface="Anaheim"/>
                <a:sym typeface="Anaheim"/>
              </a:defRPr>
            </a:lvl4pPr>
            <a:lvl5pPr lvl="4" algn="ctr">
              <a:lnSpc>
                <a:spcPct val="115000"/>
              </a:lnSpc>
              <a:spcBef>
                <a:spcPts val="0"/>
              </a:spcBef>
              <a:spcAft>
                <a:spcPts val="0"/>
              </a:spcAft>
              <a:buSzPts val="1400"/>
              <a:buFont typeface="Anaheim"/>
              <a:buNone/>
              <a:defRPr sz="1400">
                <a:latin typeface="Anaheim"/>
                <a:ea typeface="Anaheim"/>
                <a:cs typeface="Anaheim"/>
                <a:sym typeface="Anaheim"/>
              </a:defRPr>
            </a:lvl5pPr>
            <a:lvl6pPr lvl="5" algn="ctr">
              <a:lnSpc>
                <a:spcPct val="115000"/>
              </a:lnSpc>
              <a:spcBef>
                <a:spcPts val="0"/>
              </a:spcBef>
              <a:spcAft>
                <a:spcPts val="0"/>
              </a:spcAft>
              <a:buSzPts val="1400"/>
              <a:buFont typeface="Anaheim"/>
              <a:buNone/>
              <a:defRPr sz="1400">
                <a:latin typeface="Anaheim"/>
                <a:ea typeface="Anaheim"/>
                <a:cs typeface="Anaheim"/>
                <a:sym typeface="Anaheim"/>
              </a:defRPr>
            </a:lvl6pPr>
            <a:lvl7pPr lvl="6" algn="ctr">
              <a:lnSpc>
                <a:spcPct val="115000"/>
              </a:lnSpc>
              <a:spcBef>
                <a:spcPts val="0"/>
              </a:spcBef>
              <a:spcAft>
                <a:spcPts val="0"/>
              </a:spcAft>
              <a:buSzPts val="1400"/>
              <a:buFont typeface="Anaheim"/>
              <a:buNone/>
              <a:defRPr sz="1400">
                <a:latin typeface="Anaheim"/>
                <a:ea typeface="Anaheim"/>
                <a:cs typeface="Anaheim"/>
                <a:sym typeface="Anaheim"/>
              </a:defRPr>
            </a:lvl7pPr>
            <a:lvl8pPr lvl="7" algn="ctr">
              <a:lnSpc>
                <a:spcPct val="115000"/>
              </a:lnSpc>
              <a:spcBef>
                <a:spcPts val="0"/>
              </a:spcBef>
              <a:spcAft>
                <a:spcPts val="0"/>
              </a:spcAft>
              <a:buSzPts val="1400"/>
              <a:buFont typeface="Anaheim"/>
              <a:buNone/>
              <a:defRPr sz="1400">
                <a:latin typeface="Anaheim"/>
                <a:ea typeface="Anaheim"/>
                <a:cs typeface="Anaheim"/>
                <a:sym typeface="Anaheim"/>
              </a:defRPr>
            </a:lvl8pPr>
            <a:lvl9pPr lvl="8" algn="ctr">
              <a:lnSpc>
                <a:spcPct val="115000"/>
              </a:lnSpc>
              <a:spcBef>
                <a:spcPts val="0"/>
              </a:spcBef>
              <a:spcAft>
                <a:spcPts val="0"/>
              </a:spcAft>
              <a:buSzPts val="1400"/>
              <a:buFont typeface="Anaheim"/>
              <a:buNone/>
              <a:defRPr sz="1400">
                <a:latin typeface="Anaheim"/>
                <a:ea typeface="Anaheim"/>
                <a:cs typeface="Anaheim"/>
                <a:sym typeface="Anaheim"/>
              </a:defRPr>
            </a:lvl9pPr>
          </a:lstStyle>
          <a:p/>
        </p:txBody>
      </p:sp>
      <p:sp>
        <p:nvSpPr>
          <p:cNvPr id="228" name="Google Shape;228;p45"/>
          <p:cNvSpPr txBox="1"/>
          <p:nvPr>
            <p:ph idx="4" type="ctrTitle"/>
          </p:nvPr>
        </p:nvSpPr>
        <p:spPr>
          <a:xfrm flipH="1">
            <a:off x="3829056" y="-219071"/>
            <a:ext cx="1466400" cy="430500"/>
          </a:xfrm>
          <a:prstGeom prst="rect">
            <a:avLst/>
          </a:prstGeom>
          <a:noFill/>
          <a:ln>
            <a:noFill/>
          </a:ln>
        </p:spPr>
        <p:txBody>
          <a:bodyPr anchorCtr="0" anchor="b" bIns="0" lIns="91425" spcFirstLastPara="1" rIns="91425" wrap="square" tIns="91425">
            <a:noAutofit/>
          </a:bodyPr>
          <a:lstStyle>
            <a:lvl1pPr lvl="0" algn="ctr">
              <a:lnSpc>
                <a:spcPct val="100000"/>
              </a:lnSpc>
              <a:spcBef>
                <a:spcPts val="0"/>
              </a:spcBef>
              <a:spcAft>
                <a:spcPts val="0"/>
              </a:spcAft>
              <a:buClr>
                <a:schemeClr val="lt1"/>
              </a:buClr>
              <a:buSzPts val="2400"/>
              <a:buNone/>
              <a:defRPr sz="2200"/>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p:txBody>
      </p:sp>
      <p:sp>
        <p:nvSpPr>
          <p:cNvPr id="229" name="Google Shape;229;p45"/>
          <p:cNvSpPr txBox="1"/>
          <p:nvPr>
            <p:ph idx="5" type="subTitle"/>
          </p:nvPr>
        </p:nvSpPr>
        <p:spPr>
          <a:xfrm flipH="1">
            <a:off x="3539465" y="1928650"/>
            <a:ext cx="2067000" cy="430500"/>
          </a:xfrm>
          <a:prstGeom prst="rect">
            <a:avLst/>
          </a:prstGeom>
          <a:noFill/>
          <a:ln>
            <a:noFill/>
          </a:ln>
        </p:spPr>
        <p:txBody>
          <a:bodyPr anchorCtr="0" anchor="t" bIns="91425" lIns="91425" spcFirstLastPara="1" rIns="91425" wrap="square" tIns="0">
            <a:noAutofit/>
          </a:bodyPr>
          <a:lstStyle>
            <a:lvl1pPr lvl="0" algn="ctr">
              <a:lnSpc>
                <a:spcPct val="115000"/>
              </a:lnSpc>
              <a:spcBef>
                <a:spcPts val="0"/>
              </a:spcBef>
              <a:spcAft>
                <a:spcPts val="0"/>
              </a:spcAft>
              <a:buSzPts val="1400"/>
              <a:buFont typeface="Anaheim"/>
              <a:buNone/>
              <a:defRPr sz="1400">
                <a:latin typeface="Anaheim"/>
                <a:ea typeface="Anaheim"/>
                <a:cs typeface="Anaheim"/>
                <a:sym typeface="Anaheim"/>
              </a:defRPr>
            </a:lvl1pPr>
            <a:lvl2pPr lvl="1" algn="ctr">
              <a:lnSpc>
                <a:spcPct val="115000"/>
              </a:lnSpc>
              <a:spcBef>
                <a:spcPts val="0"/>
              </a:spcBef>
              <a:spcAft>
                <a:spcPts val="0"/>
              </a:spcAft>
              <a:buSzPts val="1400"/>
              <a:buFont typeface="Anaheim"/>
              <a:buNone/>
              <a:defRPr>
                <a:latin typeface="Anaheim"/>
                <a:ea typeface="Anaheim"/>
                <a:cs typeface="Anaheim"/>
                <a:sym typeface="Anaheim"/>
              </a:defRPr>
            </a:lvl2pPr>
            <a:lvl3pPr lvl="2" algn="ctr">
              <a:lnSpc>
                <a:spcPct val="115000"/>
              </a:lnSpc>
              <a:spcBef>
                <a:spcPts val="0"/>
              </a:spcBef>
              <a:spcAft>
                <a:spcPts val="0"/>
              </a:spcAft>
              <a:buSzPts val="1400"/>
              <a:buFont typeface="Anaheim"/>
              <a:buNone/>
              <a:defRPr sz="1400">
                <a:latin typeface="Anaheim"/>
                <a:ea typeface="Anaheim"/>
                <a:cs typeface="Anaheim"/>
                <a:sym typeface="Anaheim"/>
              </a:defRPr>
            </a:lvl3pPr>
            <a:lvl4pPr lvl="3" algn="ctr">
              <a:lnSpc>
                <a:spcPct val="115000"/>
              </a:lnSpc>
              <a:spcBef>
                <a:spcPts val="0"/>
              </a:spcBef>
              <a:spcAft>
                <a:spcPts val="0"/>
              </a:spcAft>
              <a:buSzPts val="1400"/>
              <a:buFont typeface="Anaheim"/>
              <a:buNone/>
              <a:defRPr sz="1400">
                <a:latin typeface="Anaheim"/>
                <a:ea typeface="Anaheim"/>
                <a:cs typeface="Anaheim"/>
                <a:sym typeface="Anaheim"/>
              </a:defRPr>
            </a:lvl4pPr>
            <a:lvl5pPr lvl="4" algn="ctr">
              <a:lnSpc>
                <a:spcPct val="115000"/>
              </a:lnSpc>
              <a:spcBef>
                <a:spcPts val="0"/>
              </a:spcBef>
              <a:spcAft>
                <a:spcPts val="0"/>
              </a:spcAft>
              <a:buSzPts val="1400"/>
              <a:buFont typeface="Anaheim"/>
              <a:buNone/>
              <a:defRPr sz="1400">
                <a:latin typeface="Anaheim"/>
                <a:ea typeface="Anaheim"/>
                <a:cs typeface="Anaheim"/>
                <a:sym typeface="Anaheim"/>
              </a:defRPr>
            </a:lvl5pPr>
            <a:lvl6pPr lvl="5" algn="ctr">
              <a:lnSpc>
                <a:spcPct val="115000"/>
              </a:lnSpc>
              <a:spcBef>
                <a:spcPts val="0"/>
              </a:spcBef>
              <a:spcAft>
                <a:spcPts val="0"/>
              </a:spcAft>
              <a:buSzPts val="1400"/>
              <a:buFont typeface="Anaheim"/>
              <a:buNone/>
              <a:defRPr sz="1400">
                <a:latin typeface="Anaheim"/>
                <a:ea typeface="Anaheim"/>
                <a:cs typeface="Anaheim"/>
                <a:sym typeface="Anaheim"/>
              </a:defRPr>
            </a:lvl6pPr>
            <a:lvl7pPr lvl="6" algn="ctr">
              <a:lnSpc>
                <a:spcPct val="115000"/>
              </a:lnSpc>
              <a:spcBef>
                <a:spcPts val="0"/>
              </a:spcBef>
              <a:spcAft>
                <a:spcPts val="0"/>
              </a:spcAft>
              <a:buSzPts val="1400"/>
              <a:buFont typeface="Anaheim"/>
              <a:buNone/>
              <a:defRPr sz="1400">
                <a:latin typeface="Anaheim"/>
                <a:ea typeface="Anaheim"/>
                <a:cs typeface="Anaheim"/>
                <a:sym typeface="Anaheim"/>
              </a:defRPr>
            </a:lvl7pPr>
            <a:lvl8pPr lvl="7" algn="ctr">
              <a:lnSpc>
                <a:spcPct val="115000"/>
              </a:lnSpc>
              <a:spcBef>
                <a:spcPts val="0"/>
              </a:spcBef>
              <a:spcAft>
                <a:spcPts val="0"/>
              </a:spcAft>
              <a:buSzPts val="1400"/>
              <a:buFont typeface="Anaheim"/>
              <a:buNone/>
              <a:defRPr sz="1400">
                <a:latin typeface="Anaheim"/>
                <a:ea typeface="Anaheim"/>
                <a:cs typeface="Anaheim"/>
                <a:sym typeface="Anaheim"/>
              </a:defRPr>
            </a:lvl8pPr>
            <a:lvl9pPr lvl="8" algn="ctr">
              <a:lnSpc>
                <a:spcPct val="115000"/>
              </a:lnSpc>
              <a:spcBef>
                <a:spcPts val="0"/>
              </a:spcBef>
              <a:spcAft>
                <a:spcPts val="0"/>
              </a:spcAft>
              <a:buSzPts val="1400"/>
              <a:buFont typeface="Anaheim"/>
              <a:buNone/>
              <a:defRPr sz="1400">
                <a:latin typeface="Anaheim"/>
                <a:ea typeface="Anaheim"/>
                <a:cs typeface="Anaheim"/>
                <a:sym typeface="Anaheim"/>
              </a:defRPr>
            </a:lvl9pPr>
          </a:lstStyle>
          <a:p/>
        </p:txBody>
      </p:sp>
      <p:sp>
        <p:nvSpPr>
          <p:cNvPr id="230" name="Google Shape;230;p45"/>
          <p:cNvSpPr txBox="1"/>
          <p:nvPr>
            <p:ph idx="6" type="title"/>
          </p:nvPr>
        </p:nvSpPr>
        <p:spPr>
          <a:xfrm>
            <a:off x="1278000" y="3420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
        <p:nvSpPr>
          <p:cNvPr id="231" name="Google Shape;231;p45"/>
          <p:cNvSpPr txBox="1"/>
          <p:nvPr>
            <p:ph idx="7" type="ctrTitle"/>
          </p:nvPr>
        </p:nvSpPr>
        <p:spPr>
          <a:xfrm flipH="1">
            <a:off x="3539112" y="1428754"/>
            <a:ext cx="2066400" cy="430500"/>
          </a:xfrm>
          <a:prstGeom prst="rect">
            <a:avLst/>
          </a:prstGeom>
          <a:noFill/>
          <a:ln>
            <a:noFill/>
          </a:ln>
        </p:spPr>
        <p:txBody>
          <a:bodyPr anchorCtr="0" anchor="b" bIns="0" lIns="91425" spcFirstLastPara="1" rIns="91425" wrap="square" tIns="91425">
            <a:noAutofit/>
          </a:bodyPr>
          <a:lstStyle>
            <a:lvl1pPr lvl="0" algn="ctr">
              <a:lnSpc>
                <a:spcPct val="100000"/>
              </a:lnSpc>
              <a:spcBef>
                <a:spcPts val="0"/>
              </a:spcBef>
              <a:spcAft>
                <a:spcPts val="0"/>
              </a:spcAft>
              <a:buClr>
                <a:schemeClr val="lt1"/>
              </a:buClr>
              <a:buSzPts val="2400"/>
              <a:buNone/>
              <a:defRPr sz="2200"/>
            </a:lvl1pPr>
            <a:lvl2pPr lvl="1" algn="r">
              <a:lnSpc>
                <a:spcPct val="100000"/>
              </a:lnSpc>
              <a:spcBef>
                <a:spcPts val="0"/>
              </a:spcBef>
              <a:spcAft>
                <a:spcPts val="0"/>
              </a:spcAft>
              <a:buClr>
                <a:schemeClr val="lt1"/>
              </a:buClr>
              <a:buSzPts val="1800"/>
              <a:buNone/>
              <a:defRPr sz="1800">
                <a:solidFill>
                  <a:schemeClr val="lt1"/>
                </a:solidFill>
              </a:defRPr>
            </a:lvl2pPr>
            <a:lvl3pPr lvl="2" algn="r">
              <a:lnSpc>
                <a:spcPct val="100000"/>
              </a:lnSpc>
              <a:spcBef>
                <a:spcPts val="0"/>
              </a:spcBef>
              <a:spcAft>
                <a:spcPts val="0"/>
              </a:spcAft>
              <a:buClr>
                <a:schemeClr val="lt1"/>
              </a:buClr>
              <a:buSzPts val="1800"/>
              <a:buNone/>
              <a:defRPr sz="1800">
                <a:solidFill>
                  <a:schemeClr val="lt1"/>
                </a:solidFill>
              </a:defRPr>
            </a:lvl3pPr>
            <a:lvl4pPr lvl="3" algn="r">
              <a:lnSpc>
                <a:spcPct val="100000"/>
              </a:lnSpc>
              <a:spcBef>
                <a:spcPts val="0"/>
              </a:spcBef>
              <a:spcAft>
                <a:spcPts val="0"/>
              </a:spcAft>
              <a:buClr>
                <a:schemeClr val="lt1"/>
              </a:buClr>
              <a:buSzPts val="1800"/>
              <a:buNone/>
              <a:defRPr sz="1800">
                <a:solidFill>
                  <a:schemeClr val="lt1"/>
                </a:solidFill>
              </a:defRPr>
            </a:lvl4pPr>
            <a:lvl5pPr lvl="4" algn="r">
              <a:lnSpc>
                <a:spcPct val="100000"/>
              </a:lnSpc>
              <a:spcBef>
                <a:spcPts val="0"/>
              </a:spcBef>
              <a:spcAft>
                <a:spcPts val="0"/>
              </a:spcAft>
              <a:buClr>
                <a:schemeClr val="lt1"/>
              </a:buClr>
              <a:buSzPts val="1800"/>
              <a:buNone/>
              <a:defRPr sz="1800">
                <a:solidFill>
                  <a:schemeClr val="lt1"/>
                </a:solidFill>
              </a:defRPr>
            </a:lvl5pPr>
            <a:lvl6pPr lvl="5" algn="r">
              <a:lnSpc>
                <a:spcPct val="100000"/>
              </a:lnSpc>
              <a:spcBef>
                <a:spcPts val="0"/>
              </a:spcBef>
              <a:spcAft>
                <a:spcPts val="0"/>
              </a:spcAft>
              <a:buClr>
                <a:schemeClr val="lt1"/>
              </a:buClr>
              <a:buSzPts val="1800"/>
              <a:buNone/>
              <a:defRPr sz="1800">
                <a:solidFill>
                  <a:schemeClr val="lt1"/>
                </a:solidFill>
              </a:defRPr>
            </a:lvl6pPr>
            <a:lvl7pPr lvl="6" algn="r">
              <a:lnSpc>
                <a:spcPct val="100000"/>
              </a:lnSpc>
              <a:spcBef>
                <a:spcPts val="0"/>
              </a:spcBef>
              <a:spcAft>
                <a:spcPts val="0"/>
              </a:spcAft>
              <a:buClr>
                <a:schemeClr val="lt1"/>
              </a:buClr>
              <a:buSzPts val="1800"/>
              <a:buNone/>
              <a:defRPr sz="1800">
                <a:solidFill>
                  <a:schemeClr val="lt1"/>
                </a:solidFill>
              </a:defRPr>
            </a:lvl7pPr>
            <a:lvl8pPr lvl="7" algn="r">
              <a:lnSpc>
                <a:spcPct val="100000"/>
              </a:lnSpc>
              <a:spcBef>
                <a:spcPts val="0"/>
              </a:spcBef>
              <a:spcAft>
                <a:spcPts val="0"/>
              </a:spcAft>
              <a:buClr>
                <a:schemeClr val="lt1"/>
              </a:buClr>
              <a:buSzPts val="1800"/>
              <a:buNone/>
              <a:defRPr sz="1800">
                <a:solidFill>
                  <a:schemeClr val="lt1"/>
                </a:solidFill>
              </a:defRPr>
            </a:lvl8pPr>
            <a:lvl9pPr lvl="8" algn="r">
              <a:lnSpc>
                <a:spcPct val="100000"/>
              </a:lnSpc>
              <a:spcBef>
                <a:spcPts val="0"/>
              </a:spcBef>
              <a:spcAft>
                <a:spcPts val="0"/>
              </a:spcAft>
              <a:buClr>
                <a:schemeClr val="lt1"/>
              </a:buClr>
              <a:buSzPts val="1800"/>
              <a:buNone/>
              <a:defRPr sz="1800">
                <a:solidFill>
                  <a:schemeClr val="lt1"/>
                </a:solidFill>
              </a:defRPr>
            </a:lvl9pPr>
          </a:lstStyle>
          <a:p/>
        </p:txBody>
      </p:sp>
      <p:sp>
        <p:nvSpPr>
          <p:cNvPr id="232" name="Google Shape;232;p45"/>
          <p:cNvSpPr txBox="1"/>
          <p:nvPr>
            <p:ph idx="8" type="ctrTitle"/>
          </p:nvPr>
        </p:nvSpPr>
        <p:spPr>
          <a:xfrm flipH="1">
            <a:off x="6041962" y="1428754"/>
            <a:ext cx="2066400" cy="430500"/>
          </a:xfrm>
          <a:prstGeom prst="rect">
            <a:avLst/>
          </a:prstGeom>
          <a:noFill/>
          <a:ln>
            <a:noFill/>
          </a:ln>
        </p:spPr>
        <p:txBody>
          <a:bodyPr anchorCtr="0" anchor="b" bIns="0" lIns="91425" spcFirstLastPara="1" rIns="91425" wrap="square" tIns="91425">
            <a:noAutofit/>
          </a:bodyPr>
          <a:lstStyle>
            <a:lvl1pPr lvl="0" algn="ctr">
              <a:lnSpc>
                <a:spcPct val="100000"/>
              </a:lnSpc>
              <a:spcBef>
                <a:spcPts val="0"/>
              </a:spcBef>
              <a:spcAft>
                <a:spcPts val="0"/>
              </a:spcAft>
              <a:buClr>
                <a:schemeClr val="lt1"/>
              </a:buClr>
              <a:buSzPts val="2400"/>
              <a:buNone/>
              <a:defRPr sz="2200"/>
            </a:lvl1pPr>
            <a:lvl2pPr lvl="1" algn="r">
              <a:lnSpc>
                <a:spcPct val="100000"/>
              </a:lnSpc>
              <a:spcBef>
                <a:spcPts val="0"/>
              </a:spcBef>
              <a:spcAft>
                <a:spcPts val="0"/>
              </a:spcAft>
              <a:buClr>
                <a:schemeClr val="lt1"/>
              </a:buClr>
              <a:buSzPts val="1800"/>
              <a:buNone/>
              <a:defRPr sz="1800">
                <a:solidFill>
                  <a:schemeClr val="lt1"/>
                </a:solidFill>
              </a:defRPr>
            </a:lvl2pPr>
            <a:lvl3pPr lvl="2" algn="r">
              <a:lnSpc>
                <a:spcPct val="100000"/>
              </a:lnSpc>
              <a:spcBef>
                <a:spcPts val="0"/>
              </a:spcBef>
              <a:spcAft>
                <a:spcPts val="0"/>
              </a:spcAft>
              <a:buClr>
                <a:schemeClr val="lt1"/>
              </a:buClr>
              <a:buSzPts val="1800"/>
              <a:buNone/>
              <a:defRPr sz="1800">
                <a:solidFill>
                  <a:schemeClr val="lt1"/>
                </a:solidFill>
              </a:defRPr>
            </a:lvl3pPr>
            <a:lvl4pPr lvl="3" algn="r">
              <a:lnSpc>
                <a:spcPct val="100000"/>
              </a:lnSpc>
              <a:spcBef>
                <a:spcPts val="0"/>
              </a:spcBef>
              <a:spcAft>
                <a:spcPts val="0"/>
              </a:spcAft>
              <a:buClr>
                <a:schemeClr val="lt1"/>
              </a:buClr>
              <a:buSzPts val="1800"/>
              <a:buNone/>
              <a:defRPr sz="1800">
                <a:solidFill>
                  <a:schemeClr val="lt1"/>
                </a:solidFill>
              </a:defRPr>
            </a:lvl4pPr>
            <a:lvl5pPr lvl="4" algn="r">
              <a:lnSpc>
                <a:spcPct val="100000"/>
              </a:lnSpc>
              <a:spcBef>
                <a:spcPts val="0"/>
              </a:spcBef>
              <a:spcAft>
                <a:spcPts val="0"/>
              </a:spcAft>
              <a:buClr>
                <a:schemeClr val="lt1"/>
              </a:buClr>
              <a:buSzPts val="1800"/>
              <a:buNone/>
              <a:defRPr sz="1800">
                <a:solidFill>
                  <a:schemeClr val="lt1"/>
                </a:solidFill>
              </a:defRPr>
            </a:lvl5pPr>
            <a:lvl6pPr lvl="5" algn="r">
              <a:lnSpc>
                <a:spcPct val="100000"/>
              </a:lnSpc>
              <a:spcBef>
                <a:spcPts val="0"/>
              </a:spcBef>
              <a:spcAft>
                <a:spcPts val="0"/>
              </a:spcAft>
              <a:buClr>
                <a:schemeClr val="lt1"/>
              </a:buClr>
              <a:buSzPts val="1800"/>
              <a:buNone/>
              <a:defRPr sz="1800">
                <a:solidFill>
                  <a:schemeClr val="lt1"/>
                </a:solidFill>
              </a:defRPr>
            </a:lvl6pPr>
            <a:lvl7pPr lvl="6" algn="r">
              <a:lnSpc>
                <a:spcPct val="100000"/>
              </a:lnSpc>
              <a:spcBef>
                <a:spcPts val="0"/>
              </a:spcBef>
              <a:spcAft>
                <a:spcPts val="0"/>
              </a:spcAft>
              <a:buClr>
                <a:schemeClr val="lt1"/>
              </a:buClr>
              <a:buSzPts val="1800"/>
              <a:buNone/>
              <a:defRPr sz="1800">
                <a:solidFill>
                  <a:schemeClr val="lt1"/>
                </a:solidFill>
              </a:defRPr>
            </a:lvl7pPr>
            <a:lvl8pPr lvl="7" algn="r">
              <a:lnSpc>
                <a:spcPct val="100000"/>
              </a:lnSpc>
              <a:spcBef>
                <a:spcPts val="0"/>
              </a:spcBef>
              <a:spcAft>
                <a:spcPts val="0"/>
              </a:spcAft>
              <a:buClr>
                <a:schemeClr val="lt1"/>
              </a:buClr>
              <a:buSzPts val="1800"/>
              <a:buNone/>
              <a:defRPr sz="1800">
                <a:solidFill>
                  <a:schemeClr val="lt1"/>
                </a:solidFill>
              </a:defRPr>
            </a:lvl8pPr>
            <a:lvl9pPr lvl="8" algn="r">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233" name="Shape 233"/>
        <p:cNvGrpSpPr/>
        <p:nvPr/>
      </p:nvGrpSpPr>
      <p:grpSpPr>
        <a:xfrm>
          <a:off x="0" y="0"/>
          <a:ext cx="0" cy="0"/>
          <a:chOff x="0" y="0"/>
          <a:chExt cx="0" cy="0"/>
        </a:xfrm>
      </p:grpSpPr>
      <p:sp>
        <p:nvSpPr>
          <p:cNvPr id="234" name="Google Shape;234;p46"/>
          <p:cNvSpPr/>
          <p:nvPr/>
        </p:nvSpPr>
        <p:spPr>
          <a:xfrm>
            <a:off x="0" y="1584850"/>
            <a:ext cx="4361919" cy="241405"/>
          </a:xfrm>
          <a:custGeom>
            <a:rect b="b" l="l" r="r" t="t"/>
            <a:pathLst>
              <a:path extrusionOk="0" h="5859" w="146079">
                <a:moveTo>
                  <a:pt x="1" y="1"/>
                </a:moveTo>
                <a:lnTo>
                  <a:pt x="1" y="5858"/>
                </a:lnTo>
                <a:lnTo>
                  <a:pt x="146079" y="5858"/>
                </a:lnTo>
                <a:lnTo>
                  <a:pt x="146079"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46"/>
          <p:cNvSpPr/>
          <p:nvPr/>
        </p:nvSpPr>
        <p:spPr>
          <a:xfrm>
            <a:off x="6076300" y="1584850"/>
            <a:ext cx="1243658" cy="241393"/>
          </a:xfrm>
          <a:custGeom>
            <a:rect b="b" l="l" r="r" t="t"/>
            <a:pathLst>
              <a:path extrusionOk="0" h="5847" w="19503">
                <a:moveTo>
                  <a:pt x="0" y="1"/>
                </a:moveTo>
                <a:lnTo>
                  <a:pt x="0" y="5847"/>
                </a:lnTo>
                <a:lnTo>
                  <a:pt x="19503" y="5847"/>
                </a:lnTo>
                <a:lnTo>
                  <a:pt x="19503"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46"/>
          <p:cNvSpPr/>
          <p:nvPr/>
        </p:nvSpPr>
        <p:spPr>
          <a:xfrm>
            <a:off x="2172024" y="3002644"/>
            <a:ext cx="1243656" cy="240911"/>
          </a:xfrm>
          <a:custGeom>
            <a:rect b="b" l="l" r="r" t="t"/>
            <a:pathLst>
              <a:path extrusionOk="0" h="5847" w="30184">
                <a:moveTo>
                  <a:pt x="1" y="0"/>
                </a:moveTo>
                <a:lnTo>
                  <a:pt x="1" y="5846"/>
                </a:lnTo>
                <a:lnTo>
                  <a:pt x="30183" y="5846"/>
                </a:lnTo>
                <a:lnTo>
                  <a:pt x="30183"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46"/>
          <p:cNvSpPr/>
          <p:nvPr/>
        </p:nvSpPr>
        <p:spPr>
          <a:xfrm>
            <a:off x="4667250" y="3002650"/>
            <a:ext cx="4476882" cy="240896"/>
          </a:xfrm>
          <a:custGeom>
            <a:rect b="b" l="l" r="r" t="t"/>
            <a:pathLst>
              <a:path extrusionOk="0" h="5847" w="106491">
                <a:moveTo>
                  <a:pt x="1" y="0"/>
                </a:moveTo>
                <a:lnTo>
                  <a:pt x="1" y="5846"/>
                </a:lnTo>
                <a:lnTo>
                  <a:pt x="106490" y="5846"/>
                </a:lnTo>
                <a:lnTo>
                  <a:pt x="106490"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46"/>
          <p:cNvSpPr/>
          <p:nvPr/>
        </p:nvSpPr>
        <p:spPr>
          <a:xfrm>
            <a:off x="4552950" y="1584850"/>
            <a:ext cx="1342466" cy="241405"/>
          </a:xfrm>
          <a:custGeom>
            <a:rect b="b" l="l" r="r" t="t"/>
            <a:pathLst>
              <a:path extrusionOk="0" h="5859" w="146079">
                <a:moveTo>
                  <a:pt x="1" y="1"/>
                </a:moveTo>
                <a:lnTo>
                  <a:pt x="1" y="5858"/>
                </a:lnTo>
                <a:lnTo>
                  <a:pt x="146079" y="5858"/>
                </a:lnTo>
                <a:lnTo>
                  <a:pt x="146079"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46"/>
          <p:cNvSpPr txBox="1"/>
          <p:nvPr>
            <p:ph type="ctrTitle"/>
          </p:nvPr>
        </p:nvSpPr>
        <p:spPr>
          <a:xfrm flipH="1">
            <a:off x="2189800" y="1848349"/>
            <a:ext cx="2163900" cy="2409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3500"/>
              <a:buNone/>
              <a:defRPr sz="3500"/>
            </a:lvl1pPr>
            <a:lvl2pPr lvl="1" algn="ctr">
              <a:lnSpc>
                <a:spcPct val="100000"/>
              </a:lnSpc>
              <a:spcBef>
                <a:spcPts val="0"/>
              </a:spcBef>
              <a:spcAft>
                <a:spcPts val="0"/>
              </a:spcAft>
              <a:buClr>
                <a:srgbClr val="434343"/>
              </a:buClr>
              <a:buSzPts val="3500"/>
              <a:buNone/>
              <a:defRPr b="1" sz="3500">
                <a:solidFill>
                  <a:srgbClr val="434343"/>
                </a:solidFill>
              </a:defRPr>
            </a:lvl2pPr>
            <a:lvl3pPr lvl="2" algn="ctr">
              <a:lnSpc>
                <a:spcPct val="100000"/>
              </a:lnSpc>
              <a:spcBef>
                <a:spcPts val="0"/>
              </a:spcBef>
              <a:spcAft>
                <a:spcPts val="0"/>
              </a:spcAft>
              <a:buClr>
                <a:srgbClr val="434343"/>
              </a:buClr>
              <a:buSzPts val="3500"/>
              <a:buNone/>
              <a:defRPr b="1" sz="3500">
                <a:solidFill>
                  <a:srgbClr val="434343"/>
                </a:solidFill>
              </a:defRPr>
            </a:lvl3pPr>
            <a:lvl4pPr lvl="3" algn="ctr">
              <a:lnSpc>
                <a:spcPct val="100000"/>
              </a:lnSpc>
              <a:spcBef>
                <a:spcPts val="0"/>
              </a:spcBef>
              <a:spcAft>
                <a:spcPts val="0"/>
              </a:spcAft>
              <a:buClr>
                <a:srgbClr val="434343"/>
              </a:buClr>
              <a:buSzPts val="3500"/>
              <a:buNone/>
              <a:defRPr b="1" sz="3500">
                <a:solidFill>
                  <a:srgbClr val="434343"/>
                </a:solidFill>
              </a:defRPr>
            </a:lvl4pPr>
            <a:lvl5pPr lvl="4" algn="ctr">
              <a:lnSpc>
                <a:spcPct val="100000"/>
              </a:lnSpc>
              <a:spcBef>
                <a:spcPts val="0"/>
              </a:spcBef>
              <a:spcAft>
                <a:spcPts val="0"/>
              </a:spcAft>
              <a:buClr>
                <a:srgbClr val="434343"/>
              </a:buClr>
              <a:buSzPts val="3500"/>
              <a:buNone/>
              <a:defRPr b="1" sz="3500">
                <a:solidFill>
                  <a:srgbClr val="434343"/>
                </a:solidFill>
              </a:defRPr>
            </a:lvl5pPr>
            <a:lvl6pPr lvl="5" algn="ctr">
              <a:lnSpc>
                <a:spcPct val="100000"/>
              </a:lnSpc>
              <a:spcBef>
                <a:spcPts val="0"/>
              </a:spcBef>
              <a:spcAft>
                <a:spcPts val="0"/>
              </a:spcAft>
              <a:buClr>
                <a:srgbClr val="434343"/>
              </a:buClr>
              <a:buSzPts val="3500"/>
              <a:buNone/>
              <a:defRPr b="1" sz="3500">
                <a:solidFill>
                  <a:srgbClr val="434343"/>
                </a:solidFill>
              </a:defRPr>
            </a:lvl6pPr>
            <a:lvl7pPr lvl="6" algn="ctr">
              <a:lnSpc>
                <a:spcPct val="100000"/>
              </a:lnSpc>
              <a:spcBef>
                <a:spcPts val="0"/>
              </a:spcBef>
              <a:spcAft>
                <a:spcPts val="0"/>
              </a:spcAft>
              <a:buClr>
                <a:srgbClr val="434343"/>
              </a:buClr>
              <a:buSzPts val="3500"/>
              <a:buNone/>
              <a:defRPr b="1" sz="3500">
                <a:solidFill>
                  <a:srgbClr val="434343"/>
                </a:solidFill>
              </a:defRPr>
            </a:lvl7pPr>
            <a:lvl8pPr lvl="7" algn="ctr">
              <a:lnSpc>
                <a:spcPct val="100000"/>
              </a:lnSpc>
              <a:spcBef>
                <a:spcPts val="0"/>
              </a:spcBef>
              <a:spcAft>
                <a:spcPts val="0"/>
              </a:spcAft>
              <a:buClr>
                <a:srgbClr val="434343"/>
              </a:buClr>
              <a:buSzPts val="3500"/>
              <a:buNone/>
              <a:defRPr b="1" sz="3500">
                <a:solidFill>
                  <a:srgbClr val="434343"/>
                </a:solidFill>
              </a:defRPr>
            </a:lvl8pPr>
            <a:lvl9pPr lvl="8" algn="ctr">
              <a:lnSpc>
                <a:spcPct val="100000"/>
              </a:lnSpc>
              <a:spcBef>
                <a:spcPts val="0"/>
              </a:spcBef>
              <a:spcAft>
                <a:spcPts val="0"/>
              </a:spcAft>
              <a:buClr>
                <a:srgbClr val="434343"/>
              </a:buClr>
              <a:buSzPts val="3500"/>
              <a:buNone/>
              <a:defRPr b="1" sz="3500">
                <a:solidFill>
                  <a:srgbClr val="434343"/>
                </a:solidFill>
              </a:defRPr>
            </a:lvl9pPr>
          </a:lstStyle>
          <a:p/>
        </p:txBody>
      </p:sp>
      <p:sp>
        <p:nvSpPr>
          <p:cNvPr id="240" name="Google Shape;240;p46"/>
          <p:cNvSpPr txBox="1"/>
          <p:nvPr>
            <p:ph idx="1" type="subTitle"/>
          </p:nvPr>
        </p:nvSpPr>
        <p:spPr>
          <a:xfrm flipH="1">
            <a:off x="2189801" y="2162325"/>
            <a:ext cx="2163900" cy="426600"/>
          </a:xfrm>
          <a:prstGeom prst="rect">
            <a:avLst/>
          </a:prstGeom>
          <a:noFill/>
          <a:ln>
            <a:noFill/>
          </a:ln>
        </p:spPr>
        <p:txBody>
          <a:bodyPr anchorCtr="0" anchor="t" bIns="0" lIns="91425" spcFirstLastPara="1" rIns="91425" wrap="square" tIns="0">
            <a:noAutofit/>
          </a:bodyPr>
          <a:lstStyle>
            <a:lvl1pPr lvl="0" algn="l">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1pPr>
            <a:lvl2pPr lvl="1"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2pPr>
            <a:lvl3pPr lvl="2"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3pPr>
            <a:lvl4pPr lvl="3"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4pPr>
            <a:lvl5pPr lvl="4"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5pPr>
            <a:lvl6pPr lvl="5"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6pPr>
            <a:lvl7pPr lvl="6"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7pPr>
            <a:lvl8pPr lvl="7"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8pPr>
            <a:lvl9pPr lvl="8"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9pPr>
          </a:lstStyle>
          <a:p/>
        </p:txBody>
      </p:sp>
      <p:sp>
        <p:nvSpPr>
          <p:cNvPr id="241" name="Google Shape;241;p46"/>
          <p:cNvSpPr txBox="1"/>
          <p:nvPr>
            <p:ph idx="2" type="ctrTitle"/>
          </p:nvPr>
        </p:nvSpPr>
        <p:spPr>
          <a:xfrm flipH="1">
            <a:off x="4811675" y="1848401"/>
            <a:ext cx="2163900" cy="240900"/>
          </a:xfrm>
          <a:prstGeom prst="rect">
            <a:avLst/>
          </a:prstGeom>
          <a:noFill/>
          <a:ln>
            <a:noFill/>
          </a:ln>
        </p:spPr>
        <p:txBody>
          <a:bodyPr anchorCtr="0" anchor="b" bIns="0" lIns="91425" spcFirstLastPara="1" rIns="91425" wrap="square" tIns="0">
            <a:noAutofit/>
          </a:bodyPr>
          <a:lstStyle>
            <a:lvl1pPr lvl="0" algn="r">
              <a:lnSpc>
                <a:spcPct val="100000"/>
              </a:lnSpc>
              <a:spcBef>
                <a:spcPts val="0"/>
              </a:spcBef>
              <a:spcAft>
                <a:spcPts val="0"/>
              </a:spcAft>
              <a:buSzPts val="3500"/>
              <a:buNone/>
              <a:defRPr sz="3500"/>
            </a:lvl1pPr>
            <a:lvl2pPr lvl="1" algn="r">
              <a:lnSpc>
                <a:spcPct val="100000"/>
              </a:lnSpc>
              <a:spcBef>
                <a:spcPts val="0"/>
              </a:spcBef>
              <a:spcAft>
                <a:spcPts val="0"/>
              </a:spcAft>
              <a:buClr>
                <a:srgbClr val="434343"/>
              </a:buClr>
              <a:buSzPts val="3500"/>
              <a:buNone/>
              <a:defRPr b="1" sz="3500">
                <a:solidFill>
                  <a:srgbClr val="434343"/>
                </a:solidFill>
              </a:defRPr>
            </a:lvl2pPr>
            <a:lvl3pPr lvl="2" algn="r">
              <a:lnSpc>
                <a:spcPct val="100000"/>
              </a:lnSpc>
              <a:spcBef>
                <a:spcPts val="0"/>
              </a:spcBef>
              <a:spcAft>
                <a:spcPts val="0"/>
              </a:spcAft>
              <a:buClr>
                <a:srgbClr val="434343"/>
              </a:buClr>
              <a:buSzPts val="3500"/>
              <a:buNone/>
              <a:defRPr b="1" sz="3500">
                <a:solidFill>
                  <a:srgbClr val="434343"/>
                </a:solidFill>
              </a:defRPr>
            </a:lvl3pPr>
            <a:lvl4pPr lvl="3" algn="r">
              <a:lnSpc>
                <a:spcPct val="100000"/>
              </a:lnSpc>
              <a:spcBef>
                <a:spcPts val="0"/>
              </a:spcBef>
              <a:spcAft>
                <a:spcPts val="0"/>
              </a:spcAft>
              <a:buClr>
                <a:srgbClr val="434343"/>
              </a:buClr>
              <a:buSzPts val="3500"/>
              <a:buNone/>
              <a:defRPr b="1" sz="3500">
                <a:solidFill>
                  <a:srgbClr val="434343"/>
                </a:solidFill>
              </a:defRPr>
            </a:lvl4pPr>
            <a:lvl5pPr lvl="4" algn="r">
              <a:lnSpc>
                <a:spcPct val="100000"/>
              </a:lnSpc>
              <a:spcBef>
                <a:spcPts val="0"/>
              </a:spcBef>
              <a:spcAft>
                <a:spcPts val="0"/>
              </a:spcAft>
              <a:buClr>
                <a:srgbClr val="434343"/>
              </a:buClr>
              <a:buSzPts val="3500"/>
              <a:buNone/>
              <a:defRPr b="1" sz="3500">
                <a:solidFill>
                  <a:srgbClr val="434343"/>
                </a:solidFill>
              </a:defRPr>
            </a:lvl5pPr>
            <a:lvl6pPr lvl="5" algn="r">
              <a:lnSpc>
                <a:spcPct val="100000"/>
              </a:lnSpc>
              <a:spcBef>
                <a:spcPts val="0"/>
              </a:spcBef>
              <a:spcAft>
                <a:spcPts val="0"/>
              </a:spcAft>
              <a:buClr>
                <a:srgbClr val="434343"/>
              </a:buClr>
              <a:buSzPts val="3500"/>
              <a:buNone/>
              <a:defRPr b="1" sz="3500">
                <a:solidFill>
                  <a:srgbClr val="434343"/>
                </a:solidFill>
              </a:defRPr>
            </a:lvl6pPr>
            <a:lvl7pPr lvl="6" algn="r">
              <a:lnSpc>
                <a:spcPct val="100000"/>
              </a:lnSpc>
              <a:spcBef>
                <a:spcPts val="0"/>
              </a:spcBef>
              <a:spcAft>
                <a:spcPts val="0"/>
              </a:spcAft>
              <a:buClr>
                <a:srgbClr val="434343"/>
              </a:buClr>
              <a:buSzPts val="3500"/>
              <a:buNone/>
              <a:defRPr b="1" sz="3500">
                <a:solidFill>
                  <a:srgbClr val="434343"/>
                </a:solidFill>
              </a:defRPr>
            </a:lvl7pPr>
            <a:lvl8pPr lvl="7" algn="r">
              <a:lnSpc>
                <a:spcPct val="100000"/>
              </a:lnSpc>
              <a:spcBef>
                <a:spcPts val="0"/>
              </a:spcBef>
              <a:spcAft>
                <a:spcPts val="0"/>
              </a:spcAft>
              <a:buClr>
                <a:srgbClr val="434343"/>
              </a:buClr>
              <a:buSzPts val="3500"/>
              <a:buNone/>
              <a:defRPr b="1" sz="3500">
                <a:solidFill>
                  <a:srgbClr val="434343"/>
                </a:solidFill>
              </a:defRPr>
            </a:lvl8pPr>
            <a:lvl9pPr lvl="8" algn="r">
              <a:lnSpc>
                <a:spcPct val="100000"/>
              </a:lnSpc>
              <a:spcBef>
                <a:spcPts val="0"/>
              </a:spcBef>
              <a:spcAft>
                <a:spcPts val="0"/>
              </a:spcAft>
              <a:buClr>
                <a:srgbClr val="434343"/>
              </a:buClr>
              <a:buSzPts val="3500"/>
              <a:buNone/>
              <a:defRPr b="1" sz="3500">
                <a:solidFill>
                  <a:srgbClr val="434343"/>
                </a:solidFill>
              </a:defRPr>
            </a:lvl9pPr>
          </a:lstStyle>
          <a:p/>
        </p:txBody>
      </p:sp>
      <p:sp>
        <p:nvSpPr>
          <p:cNvPr id="242" name="Google Shape;242;p46"/>
          <p:cNvSpPr txBox="1"/>
          <p:nvPr>
            <p:ph idx="3" type="subTitle"/>
          </p:nvPr>
        </p:nvSpPr>
        <p:spPr>
          <a:xfrm flipH="1">
            <a:off x="4811675" y="2163531"/>
            <a:ext cx="2163900" cy="426600"/>
          </a:xfrm>
          <a:prstGeom prst="rect">
            <a:avLst/>
          </a:prstGeom>
          <a:noFill/>
          <a:ln>
            <a:noFill/>
          </a:ln>
        </p:spPr>
        <p:txBody>
          <a:bodyPr anchorCtr="0" anchor="t" bIns="0" lIns="91425" spcFirstLastPara="1" rIns="91425" wrap="square" tIns="0">
            <a:noAutofit/>
          </a:bodyPr>
          <a:lstStyle>
            <a:lvl1pPr lvl="0"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1pPr>
            <a:lvl2pPr lvl="1"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2pPr>
            <a:lvl3pPr lvl="2"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3pPr>
            <a:lvl4pPr lvl="3"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4pPr>
            <a:lvl5pPr lvl="4"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5pPr>
            <a:lvl6pPr lvl="5"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6pPr>
            <a:lvl7pPr lvl="6"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7pPr>
            <a:lvl8pPr lvl="7"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8pPr>
            <a:lvl9pPr lvl="8"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9pPr>
          </a:lstStyle>
          <a:p/>
        </p:txBody>
      </p:sp>
      <p:sp>
        <p:nvSpPr>
          <p:cNvPr id="243" name="Google Shape;243;p46"/>
          <p:cNvSpPr txBox="1"/>
          <p:nvPr>
            <p:ph idx="4" type="ctrTitle"/>
          </p:nvPr>
        </p:nvSpPr>
        <p:spPr>
          <a:xfrm flipH="1">
            <a:off x="2189796" y="3103412"/>
            <a:ext cx="21639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Clr>
                <a:srgbClr val="434343"/>
              </a:buClr>
              <a:buSzPts val="1800"/>
              <a:buNone/>
              <a:defRPr sz="1800">
                <a:solidFill>
                  <a:srgbClr val="434343"/>
                </a:solidFill>
              </a:defRPr>
            </a:lvl2pPr>
            <a:lvl3pPr lvl="2" algn="ctr">
              <a:lnSpc>
                <a:spcPct val="100000"/>
              </a:lnSpc>
              <a:spcBef>
                <a:spcPts val="0"/>
              </a:spcBef>
              <a:spcAft>
                <a:spcPts val="0"/>
              </a:spcAft>
              <a:buClr>
                <a:srgbClr val="434343"/>
              </a:buClr>
              <a:buSzPts val="1800"/>
              <a:buNone/>
              <a:defRPr sz="1800">
                <a:solidFill>
                  <a:srgbClr val="434343"/>
                </a:solidFill>
              </a:defRPr>
            </a:lvl3pPr>
            <a:lvl4pPr lvl="3" algn="ctr">
              <a:lnSpc>
                <a:spcPct val="100000"/>
              </a:lnSpc>
              <a:spcBef>
                <a:spcPts val="0"/>
              </a:spcBef>
              <a:spcAft>
                <a:spcPts val="0"/>
              </a:spcAft>
              <a:buClr>
                <a:srgbClr val="434343"/>
              </a:buClr>
              <a:buSzPts val="1800"/>
              <a:buNone/>
              <a:defRPr sz="1800">
                <a:solidFill>
                  <a:srgbClr val="434343"/>
                </a:solidFill>
              </a:defRPr>
            </a:lvl4pPr>
            <a:lvl5pPr lvl="4" algn="ctr">
              <a:lnSpc>
                <a:spcPct val="100000"/>
              </a:lnSpc>
              <a:spcBef>
                <a:spcPts val="0"/>
              </a:spcBef>
              <a:spcAft>
                <a:spcPts val="0"/>
              </a:spcAft>
              <a:buClr>
                <a:srgbClr val="434343"/>
              </a:buClr>
              <a:buSzPts val="1800"/>
              <a:buNone/>
              <a:defRPr sz="1800">
                <a:solidFill>
                  <a:srgbClr val="434343"/>
                </a:solidFill>
              </a:defRPr>
            </a:lvl5pPr>
            <a:lvl6pPr lvl="5" algn="ctr">
              <a:lnSpc>
                <a:spcPct val="100000"/>
              </a:lnSpc>
              <a:spcBef>
                <a:spcPts val="0"/>
              </a:spcBef>
              <a:spcAft>
                <a:spcPts val="0"/>
              </a:spcAft>
              <a:buClr>
                <a:srgbClr val="434343"/>
              </a:buClr>
              <a:buSzPts val="1800"/>
              <a:buNone/>
              <a:defRPr sz="1800">
                <a:solidFill>
                  <a:srgbClr val="434343"/>
                </a:solidFill>
              </a:defRPr>
            </a:lvl6pPr>
            <a:lvl7pPr lvl="6" algn="ctr">
              <a:lnSpc>
                <a:spcPct val="100000"/>
              </a:lnSpc>
              <a:spcBef>
                <a:spcPts val="0"/>
              </a:spcBef>
              <a:spcAft>
                <a:spcPts val="0"/>
              </a:spcAft>
              <a:buClr>
                <a:srgbClr val="434343"/>
              </a:buClr>
              <a:buSzPts val="1800"/>
              <a:buNone/>
              <a:defRPr sz="1800">
                <a:solidFill>
                  <a:srgbClr val="434343"/>
                </a:solidFill>
              </a:defRPr>
            </a:lvl7pPr>
            <a:lvl8pPr lvl="7" algn="ctr">
              <a:lnSpc>
                <a:spcPct val="100000"/>
              </a:lnSpc>
              <a:spcBef>
                <a:spcPts val="0"/>
              </a:spcBef>
              <a:spcAft>
                <a:spcPts val="0"/>
              </a:spcAft>
              <a:buClr>
                <a:srgbClr val="434343"/>
              </a:buClr>
              <a:buSzPts val="1800"/>
              <a:buNone/>
              <a:defRPr sz="1800">
                <a:solidFill>
                  <a:srgbClr val="434343"/>
                </a:solidFill>
              </a:defRPr>
            </a:lvl8pPr>
            <a:lvl9pPr lvl="8" algn="ctr">
              <a:lnSpc>
                <a:spcPct val="100000"/>
              </a:lnSpc>
              <a:spcBef>
                <a:spcPts val="0"/>
              </a:spcBef>
              <a:spcAft>
                <a:spcPts val="0"/>
              </a:spcAft>
              <a:buClr>
                <a:srgbClr val="434343"/>
              </a:buClr>
              <a:buSzPts val="1800"/>
              <a:buNone/>
              <a:defRPr sz="1800">
                <a:solidFill>
                  <a:srgbClr val="434343"/>
                </a:solidFill>
              </a:defRPr>
            </a:lvl9pPr>
          </a:lstStyle>
          <a:p/>
        </p:txBody>
      </p:sp>
      <p:sp>
        <p:nvSpPr>
          <p:cNvPr id="244" name="Google Shape;244;p46"/>
          <p:cNvSpPr txBox="1"/>
          <p:nvPr>
            <p:ph idx="5" type="title"/>
          </p:nvPr>
        </p:nvSpPr>
        <p:spPr>
          <a:xfrm>
            <a:off x="1278000" y="3420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solidFill>
                  <a:schemeClr val="dk2"/>
                </a:solidFill>
              </a:defRPr>
            </a:lvl2pPr>
            <a:lvl3pPr lvl="2" algn="ctr">
              <a:lnSpc>
                <a:spcPct val="100000"/>
              </a:lnSpc>
              <a:spcBef>
                <a:spcPts val="0"/>
              </a:spcBef>
              <a:spcAft>
                <a:spcPts val="0"/>
              </a:spcAft>
              <a:buSzPts val="2800"/>
              <a:buNone/>
              <a:defRPr sz="3000">
                <a:solidFill>
                  <a:schemeClr val="dk2"/>
                </a:solidFill>
              </a:defRPr>
            </a:lvl3pPr>
            <a:lvl4pPr lvl="3" algn="ctr">
              <a:lnSpc>
                <a:spcPct val="100000"/>
              </a:lnSpc>
              <a:spcBef>
                <a:spcPts val="0"/>
              </a:spcBef>
              <a:spcAft>
                <a:spcPts val="0"/>
              </a:spcAft>
              <a:buSzPts val="2800"/>
              <a:buNone/>
              <a:defRPr sz="3000">
                <a:solidFill>
                  <a:schemeClr val="dk2"/>
                </a:solidFill>
              </a:defRPr>
            </a:lvl4pPr>
            <a:lvl5pPr lvl="4" algn="ctr">
              <a:lnSpc>
                <a:spcPct val="100000"/>
              </a:lnSpc>
              <a:spcBef>
                <a:spcPts val="0"/>
              </a:spcBef>
              <a:spcAft>
                <a:spcPts val="0"/>
              </a:spcAft>
              <a:buSzPts val="2800"/>
              <a:buNone/>
              <a:defRPr sz="3000">
                <a:solidFill>
                  <a:schemeClr val="dk2"/>
                </a:solidFill>
              </a:defRPr>
            </a:lvl5pPr>
            <a:lvl6pPr lvl="5" algn="ctr">
              <a:lnSpc>
                <a:spcPct val="100000"/>
              </a:lnSpc>
              <a:spcBef>
                <a:spcPts val="0"/>
              </a:spcBef>
              <a:spcAft>
                <a:spcPts val="0"/>
              </a:spcAft>
              <a:buSzPts val="2800"/>
              <a:buNone/>
              <a:defRPr sz="3000">
                <a:solidFill>
                  <a:schemeClr val="dk2"/>
                </a:solidFill>
              </a:defRPr>
            </a:lvl6pPr>
            <a:lvl7pPr lvl="6" algn="ctr">
              <a:lnSpc>
                <a:spcPct val="100000"/>
              </a:lnSpc>
              <a:spcBef>
                <a:spcPts val="0"/>
              </a:spcBef>
              <a:spcAft>
                <a:spcPts val="0"/>
              </a:spcAft>
              <a:buSzPts val="2800"/>
              <a:buNone/>
              <a:defRPr sz="3000">
                <a:solidFill>
                  <a:schemeClr val="dk2"/>
                </a:solidFill>
              </a:defRPr>
            </a:lvl7pPr>
            <a:lvl8pPr lvl="7" algn="ctr">
              <a:lnSpc>
                <a:spcPct val="100000"/>
              </a:lnSpc>
              <a:spcBef>
                <a:spcPts val="0"/>
              </a:spcBef>
              <a:spcAft>
                <a:spcPts val="0"/>
              </a:spcAft>
              <a:buSzPts val="2800"/>
              <a:buNone/>
              <a:defRPr sz="3000">
                <a:solidFill>
                  <a:schemeClr val="dk2"/>
                </a:solidFill>
              </a:defRPr>
            </a:lvl8pPr>
            <a:lvl9pPr lvl="8" algn="ctr">
              <a:lnSpc>
                <a:spcPct val="100000"/>
              </a:lnSpc>
              <a:spcBef>
                <a:spcPts val="0"/>
              </a:spcBef>
              <a:spcAft>
                <a:spcPts val="0"/>
              </a:spcAft>
              <a:buSzPts val="2800"/>
              <a:buNone/>
              <a:defRPr sz="3000">
                <a:solidFill>
                  <a:schemeClr val="dk2"/>
                </a:solidFill>
              </a:defRPr>
            </a:lvl9pPr>
          </a:lstStyle>
          <a:p/>
        </p:txBody>
      </p:sp>
      <p:sp>
        <p:nvSpPr>
          <p:cNvPr id="245" name="Google Shape;245;p46"/>
          <p:cNvSpPr txBox="1"/>
          <p:nvPr>
            <p:ph idx="6" type="ctrTitle"/>
          </p:nvPr>
        </p:nvSpPr>
        <p:spPr>
          <a:xfrm flipH="1">
            <a:off x="2189800" y="3258286"/>
            <a:ext cx="2163900" cy="2409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3500"/>
              <a:buNone/>
              <a:defRPr sz="3500"/>
            </a:lvl1pPr>
            <a:lvl2pPr lvl="1" algn="ctr">
              <a:lnSpc>
                <a:spcPct val="100000"/>
              </a:lnSpc>
              <a:spcBef>
                <a:spcPts val="0"/>
              </a:spcBef>
              <a:spcAft>
                <a:spcPts val="0"/>
              </a:spcAft>
              <a:buClr>
                <a:srgbClr val="434343"/>
              </a:buClr>
              <a:buSzPts val="3500"/>
              <a:buNone/>
              <a:defRPr b="1" sz="3500">
                <a:solidFill>
                  <a:srgbClr val="434343"/>
                </a:solidFill>
              </a:defRPr>
            </a:lvl2pPr>
            <a:lvl3pPr lvl="2" algn="ctr">
              <a:lnSpc>
                <a:spcPct val="100000"/>
              </a:lnSpc>
              <a:spcBef>
                <a:spcPts val="0"/>
              </a:spcBef>
              <a:spcAft>
                <a:spcPts val="0"/>
              </a:spcAft>
              <a:buClr>
                <a:srgbClr val="434343"/>
              </a:buClr>
              <a:buSzPts val="3500"/>
              <a:buNone/>
              <a:defRPr b="1" sz="3500">
                <a:solidFill>
                  <a:srgbClr val="434343"/>
                </a:solidFill>
              </a:defRPr>
            </a:lvl3pPr>
            <a:lvl4pPr lvl="3" algn="ctr">
              <a:lnSpc>
                <a:spcPct val="100000"/>
              </a:lnSpc>
              <a:spcBef>
                <a:spcPts val="0"/>
              </a:spcBef>
              <a:spcAft>
                <a:spcPts val="0"/>
              </a:spcAft>
              <a:buClr>
                <a:srgbClr val="434343"/>
              </a:buClr>
              <a:buSzPts val="3500"/>
              <a:buNone/>
              <a:defRPr b="1" sz="3500">
                <a:solidFill>
                  <a:srgbClr val="434343"/>
                </a:solidFill>
              </a:defRPr>
            </a:lvl4pPr>
            <a:lvl5pPr lvl="4" algn="ctr">
              <a:lnSpc>
                <a:spcPct val="100000"/>
              </a:lnSpc>
              <a:spcBef>
                <a:spcPts val="0"/>
              </a:spcBef>
              <a:spcAft>
                <a:spcPts val="0"/>
              </a:spcAft>
              <a:buClr>
                <a:srgbClr val="434343"/>
              </a:buClr>
              <a:buSzPts val="3500"/>
              <a:buNone/>
              <a:defRPr b="1" sz="3500">
                <a:solidFill>
                  <a:srgbClr val="434343"/>
                </a:solidFill>
              </a:defRPr>
            </a:lvl5pPr>
            <a:lvl6pPr lvl="5" algn="ctr">
              <a:lnSpc>
                <a:spcPct val="100000"/>
              </a:lnSpc>
              <a:spcBef>
                <a:spcPts val="0"/>
              </a:spcBef>
              <a:spcAft>
                <a:spcPts val="0"/>
              </a:spcAft>
              <a:buClr>
                <a:srgbClr val="434343"/>
              </a:buClr>
              <a:buSzPts val="3500"/>
              <a:buNone/>
              <a:defRPr b="1" sz="3500">
                <a:solidFill>
                  <a:srgbClr val="434343"/>
                </a:solidFill>
              </a:defRPr>
            </a:lvl6pPr>
            <a:lvl7pPr lvl="6" algn="ctr">
              <a:lnSpc>
                <a:spcPct val="100000"/>
              </a:lnSpc>
              <a:spcBef>
                <a:spcPts val="0"/>
              </a:spcBef>
              <a:spcAft>
                <a:spcPts val="0"/>
              </a:spcAft>
              <a:buClr>
                <a:srgbClr val="434343"/>
              </a:buClr>
              <a:buSzPts val="3500"/>
              <a:buNone/>
              <a:defRPr b="1" sz="3500">
                <a:solidFill>
                  <a:srgbClr val="434343"/>
                </a:solidFill>
              </a:defRPr>
            </a:lvl7pPr>
            <a:lvl8pPr lvl="7" algn="ctr">
              <a:lnSpc>
                <a:spcPct val="100000"/>
              </a:lnSpc>
              <a:spcBef>
                <a:spcPts val="0"/>
              </a:spcBef>
              <a:spcAft>
                <a:spcPts val="0"/>
              </a:spcAft>
              <a:buClr>
                <a:srgbClr val="434343"/>
              </a:buClr>
              <a:buSzPts val="3500"/>
              <a:buNone/>
              <a:defRPr b="1" sz="3500">
                <a:solidFill>
                  <a:srgbClr val="434343"/>
                </a:solidFill>
              </a:defRPr>
            </a:lvl8pPr>
            <a:lvl9pPr lvl="8" algn="ctr">
              <a:lnSpc>
                <a:spcPct val="100000"/>
              </a:lnSpc>
              <a:spcBef>
                <a:spcPts val="0"/>
              </a:spcBef>
              <a:spcAft>
                <a:spcPts val="0"/>
              </a:spcAft>
              <a:buClr>
                <a:srgbClr val="434343"/>
              </a:buClr>
              <a:buSzPts val="3500"/>
              <a:buNone/>
              <a:defRPr b="1" sz="3500">
                <a:solidFill>
                  <a:srgbClr val="434343"/>
                </a:solidFill>
              </a:defRPr>
            </a:lvl9pPr>
          </a:lstStyle>
          <a:p/>
        </p:txBody>
      </p:sp>
      <p:sp>
        <p:nvSpPr>
          <p:cNvPr id="246" name="Google Shape;246;p46"/>
          <p:cNvSpPr txBox="1"/>
          <p:nvPr>
            <p:ph idx="7" type="subTitle"/>
          </p:nvPr>
        </p:nvSpPr>
        <p:spPr>
          <a:xfrm flipH="1">
            <a:off x="2189801" y="3572262"/>
            <a:ext cx="2163900" cy="426600"/>
          </a:xfrm>
          <a:prstGeom prst="rect">
            <a:avLst/>
          </a:prstGeom>
          <a:noFill/>
          <a:ln>
            <a:noFill/>
          </a:ln>
        </p:spPr>
        <p:txBody>
          <a:bodyPr anchorCtr="0" anchor="t" bIns="0" lIns="91425" spcFirstLastPara="1" rIns="91425" wrap="square" tIns="0">
            <a:noAutofit/>
          </a:bodyPr>
          <a:lstStyle>
            <a:lvl1pPr lvl="0" algn="l">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1pPr>
            <a:lvl2pPr lvl="1"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2pPr>
            <a:lvl3pPr lvl="2"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3pPr>
            <a:lvl4pPr lvl="3"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4pPr>
            <a:lvl5pPr lvl="4"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5pPr>
            <a:lvl6pPr lvl="5"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6pPr>
            <a:lvl7pPr lvl="6"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7pPr>
            <a:lvl8pPr lvl="7"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8pPr>
            <a:lvl9pPr lvl="8"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9pPr>
          </a:lstStyle>
          <a:p/>
        </p:txBody>
      </p:sp>
      <p:sp>
        <p:nvSpPr>
          <p:cNvPr id="247" name="Google Shape;247;p46"/>
          <p:cNvSpPr txBox="1"/>
          <p:nvPr>
            <p:ph idx="8" type="ctrTitle"/>
          </p:nvPr>
        </p:nvSpPr>
        <p:spPr>
          <a:xfrm flipH="1">
            <a:off x="4811675" y="3258338"/>
            <a:ext cx="2163900" cy="240900"/>
          </a:xfrm>
          <a:prstGeom prst="rect">
            <a:avLst/>
          </a:prstGeom>
          <a:noFill/>
          <a:ln>
            <a:noFill/>
          </a:ln>
        </p:spPr>
        <p:txBody>
          <a:bodyPr anchorCtr="0" anchor="b" bIns="0" lIns="91425" spcFirstLastPara="1" rIns="91425" wrap="square" tIns="0">
            <a:noAutofit/>
          </a:bodyPr>
          <a:lstStyle>
            <a:lvl1pPr lvl="0" algn="r">
              <a:lnSpc>
                <a:spcPct val="100000"/>
              </a:lnSpc>
              <a:spcBef>
                <a:spcPts val="0"/>
              </a:spcBef>
              <a:spcAft>
                <a:spcPts val="0"/>
              </a:spcAft>
              <a:buSzPts val="3500"/>
              <a:buNone/>
              <a:defRPr sz="3500"/>
            </a:lvl1pPr>
            <a:lvl2pPr lvl="1" algn="r">
              <a:lnSpc>
                <a:spcPct val="100000"/>
              </a:lnSpc>
              <a:spcBef>
                <a:spcPts val="0"/>
              </a:spcBef>
              <a:spcAft>
                <a:spcPts val="0"/>
              </a:spcAft>
              <a:buClr>
                <a:srgbClr val="434343"/>
              </a:buClr>
              <a:buSzPts val="3500"/>
              <a:buNone/>
              <a:defRPr b="1" sz="3500">
                <a:solidFill>
                  <a:srgbClr val="434343"/>
                </a:solidFill>
              </a:defRPr>
            </a:lvl2pPr>
            <a:lvl3pPr lvl="2" algn="r">
              <a:lnSpc>
                <a:spcPct val="100000"/>
              </a:lnSpc>
              <a:spcBef>
                <a:spcPts val="0"/>
              </a:spcBef>
              <a:spcAft>
                <a:spcPts val="0"/>
              </a:spcAft>
              <a:buClr>
                <a:srgbClr val="434343"/>
              </a:buClr>
              <a:buSzPts val="3500"/>
              <a:buNone/>
              <a:defRPr b="1" sz="3500">
                <a:solidFill>
                  <a:srgbClr val="434343"/>
                </a:solidFill>
              </a:defRPr>
            </a:lvl3pPr>
            <a:lvl4pPr lvl="3" algn="r">
              <a:lnSpc>
                <a:spcPct val="100000"/>
              </a:lnSpc>
              <a:spcBef>
                <a:spcPts val="0"/>
              </a:spcBef>
              <a:spcAft>
                <a:spcPts val="0"/>
              </a:spcAft>
              <a:buClr>
                <a:srgbClr val="434343"/>
              </a:buClr>
              <a:buSzPts val="3500"/>
              <a:buNone/>
              <a:defRPr b="1" sz="3500">
                <a:solidFill>
                  <a:srgbClr val="434343"/>
                </a:solidFill>
              </a:defRPr>
            </a:lvl4pPr>
            <a:lvl5pPr lvl="4" algn="r">
              <a:lnSpc>
                <a:spcPct val="100000"/>
              </a:lnSpc>
              <a:spcBef>
                <a:spcPts val="0"/>
              </a:spcBef>
              <a:spcAft>
                <a:spcPts val="0"/>
              </a:spcAft>
              <a:buClr>
                <a:srgbClr val="434343"/>
              </a:buClr>
              <a:buSzPts val="3500"/>
              <a:buNone/>
              <a:defRPr b="1" sz="3500">
                <a:solidFill>
                  <a:srgbClr val="434343"/>
                </a:solidFill>
              </a:defRPr>
            </a:lvl5pPr>
            <a:lvl6pPr lvl="5" algn="r">
              <a:lnSpc>
                <a:spcPct val="100000"/>
              </a:lnSpc>
              <a:spcBef>
                <a:spcPts val="0"/>
              </a:spcBef>
              <a:spcAft>
                <a:spcPts val="0"/>
              </a:spcAft>
              <a:buClr>
                <a:srgbClr val="434343"/>
              </a:buClr>
              <a:buSzPts val="3500"/>
              <a:buNone/>
              <a:defRPr b="1" sz="3500">
                <a:solidFill>
                  <a:srgbClr val="434343"/>
                </a:solidFill>
              </a:defRPr>
            </a:lvl6pPr>
            <a:lvl7pPr lvl="6" algn="r">
              <a:lnSpc>
                <a:spcPct val="100000"/>
              </a:lnSpc>
              <a:spcBef>
                <a:spcPts val="0"/>
              </a:spcBef>
              <a:spcAft>
                <a:spcPts val="0"/>
              </a:spcAft>
              <a:buClr>
                <a:srgbClr val="434343"/>
              </a:buClr>
              <a:buSzPts val="3500"/>
              <a:buNone/>
              <a:defRPr b="1" sz="3500">
                <a:solidFill>
                  <a:srgbClr val="434343"/>
                </a:solidFill>
              </a:defRPr>
            </a:lvl7pPr>
            <a:lvl8pPr lvl="7" algn="r">
              <a:lnSpc>
                <a:spcPct val="100000"/>
              </a:lnSpc>
              <a:spcBef>
                <a:spcPts val="0"/>
              </a:spcBef>
              <a:spcAft>
                <a:spcPts val="0"/>
              </a:spcAft>
              <a:buClr>
                <a:srgbClr val="434343"/>
              </a:buClr>
              <a:buSzPts val="3500"/>
              <a:buNone/>
              <a:defRPr b="1" sz="3500">
                <a:solidFill>
                  <a:srgbClr val="434343"/>
                </a:solidFill>
              </a:defRPr>
            </a:lvl8pPr>
            <a:lvl9pPr lvl="8" algn="r">
              <a:lnSpc>
                <a:spcPct val="100000"/>
              </a:lnSpc>
              <a:spcBef>
                <a:spcPts val="0"/>
              </a:spcBef>
              <a:spcAft>
                <a:spcPts val="0"/>
              </a:spcAft>
              <a:buClr>
                <a:srgbClr val="434343"/>
              </a:buClr>
              <a:buSzPts val="3500"/>
              <a:buNone/>
              <a:defRPr b="1" sz="3500">
                <a:solidFill>
                  <a:srgbClr val="434343"/>
                </a:solidFill>
              </a:defRPr>
            </a:lvl9pPr>
          </a:lstStyle>
          <a:p/>
        </p:txBody>
      </p:sp>
      <p:sp>
        <p:nvSpPr>
          <p:cNvPr id="248" name="Google Shape;248;p46"/>
          <p:cNvSpPr txBox="1"/>
          <p:nvPr>
            <p:ph idx="9" type="subTitle"/>
          </p:nvPr>
        </p:nvSpPr>
        <p:spPr>
          <a:xfrm flipH="1">
            <a:off x="4811675" y="3573468"/>
            <a:ext cx="2163900" cy="426600"/>
          </a:xfrm>
          <a:prstGeom prst="rect">
            <a:avLst/>
          </a:prstGeom>
          <a:noFill/>
          <a:ln>
            <a:noFill/>
          </a:ln>
        </p:spPr>
        <p:txBody>
          <a:bodyPr anchorCtr="0" anchor="t" bIns="0" lIns="91425" spcFirstLastPara="1" rIns="91425" wrap="square" tIns="0">
            <a:noAutofit/>
          </a:bodyPr>
          <a:lstStyle>
            <a:lvl1pPr lvl="0"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1pPr>
            <a:lvl2pPr lvl="1"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2pPr>
            <a:lvl3pPr lvl="2"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3pPr>
            <a:lvl4pPr lvl="3"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4pPr>
            <a:lvl5pPr lvl="4"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5pPr>
            <a:lvl6pPr lvl="5"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6pPr>
            <a:lvl7pPr lvl="6"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7pPr>
            <a:lvl8pPr lvl="7"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8pPr>
            <a:lvl9pPr lvl="8"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Four Columns">
  <p:cSld name="CUSTOM_6">
    <p:spTree>
      <p:nvGrpSpPr>
        <p:cNvPr id="249" name="Shape 249"/>
        <p:cNvGrpSpPr/>
        <p:nvPr/>
      </p:nvGrpSpPr>
      <p:grpSpPr>
        <a:xfrm>
          <a:off x="0" y="0"/>
          <a:ext cx="0" cy="0"/>
          <a:chOff x="0" y="0"/>
          <a:chExt cx="0" cy="0"/>
        </a:xfrm>
      </p:grpSpPr>
      <p:sp>
        <p:nvSpPr>
          <p:cNvPr id="250" name="Google Shape;250;p47"/>
          <p:cNvSpPr txBox="1"/>
          <p:nvPr>
            <p:ph type="ctrTitle"/>
          </p:nvPr>
        </p:nvSpPr>
        <p:spPr>
          <a:xfrm flipH="1">
            <a:off x="2266008" y="1775350"/>
            <a:ext cx="2163900" cy="3567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p:txBody>
      </p:sp>
      <p:sp>
        <p:nvSpPr>
          <p:cNvPr id="251" name="Google Shape;251;p47"/>
          <p:cNvSpPr txBox="1"/>
          <p:nvPr>
            <p:ph idx="2" type="ctrTitle"/>
          </p:nvPr>
        </p:nvSpPr>
        <p:spPr>
          <a:xfrm flipH="1">
            <a:off x="4714188" y="1775427"/>
            <a:ext cx="2163900" cy="356700"/>
          </a:xfrm>
          <a:prstGeom prst="rect">
            <a:avLst/>
          </a:prstGeom>
          <a:noFill/>
          <a:ln>
            <a:noFill/>
          </a:ln>
        </p:spPr>
        <p:txBody>
          <a:bodyPr anchorCtr="0" anchor="b" bIns="0" lIns="91425" spcFirstLastPara="1" rIns="91425" wrap="square" tIns="0">
            <a:noAutofit/>
          </a:bodyPr>
          <a:lstStyle>
            <a:lvl1pPr lvl="0" algn="r">
              <a:lnSpc>
                <a:spcPct val="100000"/>
              </a:lnSpc>
              <a:spcBef>
                <a:spcPts val="0"/>
              </a:spcBef>
              <a:spcAft>
                <a:spcPts val="0"/>
              </a:spcAft>
              <a:buSzPts val="2400"/>
              <a:buNone/>
              <a:defRPr sz="2200"/>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p:txBody>
      </p:sp>
      <p:sp>
        <p:nvSpPr>
          <p:cNvPr id="252" name="Google Shape;252;p47"/>
          <p:cNvSpPr txBox="1"/>
          <p:nvPr>
            <p:ph idx="1" type="subTitle"/>
          </p:nvPr>
        </p:nvSpPr>
        <p:spPr>
          <a:xfrm flipH="1">
            <a:off x="4714175" y="2208199"/>
            <a:ext cx="2163900" cy="413100"/>
          </a:xfrm>
          <a:prstGeom prst="rect">
            <a:avLst/>
          </a:prstGeom>
          <a:noFill/>
          <a:ln>
            <a:noFill/>
          </a:ln>
        </p:spPr>
        <p:txBody>
          <a:bodyPr anchorCtr="0" anchor="t" bIns="91425" lIns="91425" spcFirstLastPara="1" rIns="91425" wrap="square" tIns="0">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253" name="Google Shape;253;p47"/>
          <p:cNvSpPr txBox="1"/>
          <p:nvPr>
            <p:ph idx="3" type="ctrTitle"/>
          </p:nvPr>
        </p:nvSpPr>
        <p:spPr>
          <a:xfrm flipH="1">
            <a:off x="2266001" y="3155675"/>
            <a:ext cx="2163900" cy="3567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p:txBody>
      </p:sp>
      <p:sp>
        <p:nvSpPr>
          <p:cNvPr id="254" name="Google Shape;254;p47"/>
          <p:cNvSpPr txBox="1"/>
          <p:nvPr>
            <p:ph idx="4" type="subTitle"/>
          </p:nvPr>
        </p:nvSpPr>
        <p:spPr>
          <a:xfrm flipH="1">
            <a:off x="2266000" y="3585925"/>
            <a:ext cx="2163900" cy="413100"/>
          </a:xfrm>
          <a:prstGeom prst="rect">
            <a:avLst/>
          </a:prstGeom>
          <a:noFill/>
          <a:ln>
            <a:noFill/>
          </a:ln>
        </p:spPr>
        <p:txBody>
          <a:bodyPr anchorCtr="0" anchor="t" bIns="91425" lIns="91425" spcFirstLastPara="1" rIns="91425" wrap="square" tIns="0">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255" name="Google Shape;255;p47"/>
          <p:cNvSpPr txBox="1"/>
          <p:nvPr>
            <p:ph idx="5" type="ctrTitle"/>
          </p:nvPr>
        </p:nvSpPr>
        <p:spPr>
          <a:xfrm flipH="1">
            <a:off x="4714200" y="3155754"/>
            <a:ext cx="2163900" cy="356700"/>
          </a:xfrm>
          <a:prstGeom prst="rect">
            <a:avLst/>
          </a:prstGeom>
          <a:noFill/>
          <a:ln>
            <a:noFill/>
          </a:ln>
        </p:spPr>
        <p:txBody>
          <a:bodyPr anchorCtr="0" anchor="b" bIns="0" lIns="91425" spcFirstLastPara="1" rIns="91425" wrap="square" tIns="0">
            <a:noAutofit/>
          </a:bodyPr>
          <a:lstStyle>
            <a:lvl1pPr lvl="0" algn="r">
              <a:lnSpc>
                <a:spcPct val="100000"/>
              </a:lnSpc>
              <a:spcBef>
                <a:spcPts val="0"/>
              </a:spcBef>
              <a:spcAft>
                <a:spcPts val="0"/>
              </a:spcAft>
              <a:buSzPts val="2400"/>
              <a:buNone/>
              <a:defRPr sz="2200"/>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p:txBody>
      </p:sp>
      <p:sp>
        <p:nvSpPr>
          <p:cNvPr id="256" name="Google Shape;256;p47"/>
          <p:cNvSpPr txBox="1"/>
          <p:nvPr>
            <p:ph idx="6" type="subTitle"/>
          </p:nvPr>
        </p:nvSpPr>
        <p:spPr>
          <a:xfrm flipH="1">
            <a:off x="4714175" y="3585925"/>
            <a:ext cx="2163900" cy="413100"/>
          </a:xfrm>
          <a:prstGeom prst="rect">
            <a:avLst/>
          </a:prstGeom>
          <a:noFill/>
          <a:ln>
            <a:noFill/>
          </a:ln>
        </p:spPr>
        <p:txBody>
          <a:bodyPr anchorCtr="0" anchor="t" bIns="91425" lIns="91425" spcFirstLastPara="1" rIns="91425" wrap="square" tIns="0">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257" name="Google Shape;257;p47"/>
          <p:cNvSpPr txBox="1"/>
          <p:nvPr>
            <p:ph idx="7"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solidFill>
                  <a:schemeClr val="dk2"/>
                </a:solidFill>
              </a:defRPr>
            </a:lvl2pPr>
            <a:lvl3pPr lvl="2" algn="ctr">
              <a:lnSpc>
                <a:spcPct val="100000"/>
              </a:lnSpc>
              <a:spcBef>
                <a:spcPts val="0"/>
              </a:spcBef>
              <a:spcAft>
                <a:spcPts val="0"/>
              </a:spcAft>
              <a:buSzPts val="2800"/>
              <a:buNone/>
              <a:defRPr sz="3000">
                <a:solidFill>
                  <a:schemeClr val="dk2"/>
                </a:solidFill>
              </a:defRPr>
            </a:lvl3pPr>
            <a:lvl4pPr lvl="3" algn="ctr">
              <a:lnSpc>
                <a:spcPct val="100000"/>
              </a:lnSpc>
              <a:spcBef>
                <a:spcPts val="0"/>
              </a:spcBef>
              <a:spcAft>
                <a:spcPts val="0"/>
              </a:spcAft>
              <a:buSzPts val="2800"/>
              <a:buNone/>
              <a:defRPr sz="3000">
                <a:solidFill>
                  <a:schemeClr val="dk2"/>
                </a:solidFill>
              </a:defRPr>
            </a:lvl4pPr>
            <a:lvl5pPr lvl="4" algn="ctr">
              <a:lnSpc>
                <a:spcPct val="100000"/>
              </a:lnSpc>
              <a:spcBef>
                <a:spcPts val="0"/>
              </a:spcBef>
              <a:spcAft>
                <a:spcPts val="0"/>
              </a:spcAft>
              <a:buSzPts val="2800"/>
              <a:buNone/>
              <a:defRPr sz="3000">
                <a:solidFill>
                  <a:schemeClr val="dk2"/>
                </a:solidFill>
              </a:defRPr>
            </a:lvl5pPr>
            <a:lvl6pPr lvl="5" algn="ctr">
              <a:lnSpc>
                <a:spcPct val="100000"/>
              </a:lnSpc>
              <a:spcBef>
                <a:spcPts val="0"/>
              </a:spcBef>
              <a:spcAft>
                <a:spcPts val="0"/>
              </a:spcAft>
              <a:buSzPts val="2800"/>
              <a:buNone/>
              <a:defRPr sz="3000">
                <a:solidFill>
                  <a:schemeClr val="dk2"/>
                </a:solidFill>
              </a:defRPr>
            </a:lvl6pPr>
            <a:lvl7pPr lvl="6" algn="ctr">
              <a:lnSpc>
                <a:spcPct val="100000"/>
              </a:lnSpc>
              <a:spcBef>
                <a:spcPts val="0"/>
              </a:spcBef>
              <a:spcAft>
                <a:spcPts val="0"/>
              </a:spcAft>
              <a:buSzPts val="2800"/>
              <a:buNone/>
              <a:defRPr sz="3000">
                <a:solidFill>
                  <a:schemeClr val="dk2"/>
                </a:solidFill>
              </a:defRPr>
            </a:lvl7pPr>
            <a:lvl8pPr lvl="7" algn="ctr">
              <a:lnSpc>
                <a:spcPct val="100000"/>
              </a:lnSpc>
              <a:spcBef>
                <a:spcPts val="0"/>
              </a:spcBef>
              <a:spcAft>
                <a:spcPts val="0"/>
              </a:spcAft>
              <a:buSzPts val="2800"/>
              <a:buNone/>
              <a:defRPr sz="3000">
                <a:solidFill>
                  <a:schemeClr val="dk2"/>
                </a:solidFill>
              </a:defRPr>
            </a:lvl8pPr>
            <a:lvl9pPr lvl="8" algn="ctr">
              <a:lnSpc>
                <a:spcPct val="100000"/>
              </a:lnSpc>
              <a:spcBef>
                <a:spcPts val="0"/>
              </a:spcBef>
              <a:spcAft>
                <a:spcPts val="0"/>
              </a:spcAft>
              <a:buSzPts val="2800"/>
              <a:buNone/>
              <a:defRPr sz="3000">
                <a:solidFill>
                  <a:schemeClr val="dk2"/>
                </a:solidFill>
              </a:defRPr>
            </a:lvl9pPr>
          </a:lstStyle>
          <a:p/>
        </p:txBody>
      </p:sp>
      <p:sp>
        <p:nvSpPr>
          <p:cNvPr id="258" name="Google Shape;258;p47"/>
          <p:cNvSpPr txBox="1"/>
          <p:nvPr>
            <p:ph idx="8" type="subTitle"/>
          </p:nvPr>
        </p:nvSpPr>
        <p:spPr>
          <a:xfrm flipH="1">
            <a:off x="2266008" y="2208197"/>
            <a:ext cx="2163900" cy="413100"/>
          </a:xfrm>
          <a:prstGeom prst="rect">
            <a:avLst/>
          </a:prstGeom>
          <a:noFill/>
          <a:ln>
            <a:noFill/>
          </a:ln>
        </p:spPr>
        <p:txBody>
          <a:bodyPr anchorCtr="0" anchor="t" bIns="91425" lIns="91425" spcFirstLastPara="1" rIns="91425" wrap="square" tIns="0">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1">
  <p:cSld name="CUSTOM_14">
    <p:spTree>
      <p:nvGrpSpPr>
        <p:cNvPr id="259" name="Shape 259"/>
        <p:cNvGrpSpPr/>
        <p:nvPr/>
      </p:nvGrpSpPr>
      <p:grpSpPr>
        <a:xfrm>
          <a:off x="0" y="0"/>
          <a:ext cx="0" cy="0"/>
          <a:chOff x="0" y="0"/>
          <a:chExt cx="0" cy="0"/>
        </a:xfrm>
      </p:grpSpPr>
      <p:sp>
        <p:nvSpPr>
          <p:cNvPr id="260" name="Google Shape;260;p48"/>
          <p:cNvSpPr/>
          <p:nvPr/>
        </p:nvSpPr>
        <p:spPr>
          <a:xfrm>
            <a:off x="6200875" y="1515825"/>
            <a:ext cx="2943127" cy="241405"/>
          </a:xfrm>
          <a:custGeom>
            <a:rect b="b" l="l" r="r" t="t"/>
            <a:pathLst>
              <a:path extrusionOk="0" h="5859" w="146079">
                <a:moveTo>
                  <a:pt x="1" y="1"/>
                </a:moveTo>
                <a:lnTo>
                  <a:pt x="1" y="5858"/>
                </a:lnTo>
                <a:lnTo>
                  <a:pt x="146079" y="5858"/>
                </a:lnTo>
                <a:lnTo>
                  <a:pt x="146079" y="1"/>
                </a:lnTo>
                <a:close/>
              </a:path>
            </a:pathLst>
          </a:custGeom>
          <a:solidFill>
            <a:srgbClr val="FFFFFF">
              <a:alpha val="1843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48"/>
          <p:cNvSpPr txBox="1"/>
          <p:nvPr>
            <p:ph idx="1" type="body"/>
          </p:nvPr>
        </p:nvSpPr>
        <p:spPr>
          <a:xfrm>
            <a:off x="5438700" y="1973025"/>
            <a:ext cx="3124200" cy="2130900"/>
          </a:xfrm>
          <a:prstGeom prst="rect">
            <a:avLst/>
          </a:prstGeom>
          <a:noFill/>
          <a:ln>
            <a:noFill/>
          </a:ln>
        </p:spPr>
        <p:txBody>
          <a:bodyPr anchorCtr="0" anchor="t" bIns="91425" lIns="91425" spcFirstLastPara="1" rIns="91425" wrap="square" tIns="91425">
            <a:noAutofit/>
          </a:bodyPr>
          <a:lstStyle>
            <a:lvl1pPr indent="-330200" lvl="0" marL="457200" algn="r">
              <a:lnSpc>
                <a:spcPct val="100000"/>
              </a:lnSpc>
              <a:spcBef>
                <a:spcPts val="0"/>
              </a:spcBef>
              <a:spcAft>
                <a:spcPts val="0"/>
              </a:spcAft>
              <a:buSzPts val="1600"/>
              <a:buFont typeface="Raleway SemiBold"/>
              <a:buChar char="●"/>
              <a:defRPr sz="1600"/>
            </a:lvl1pPr>
            <a:lvl2pPr indent="-330200" lvl="1" marL="914400" algn="r">
              <a:lnSpc>
                <a:spcPct val="115000"/>
              </a:lnSpc>
              <a:spcBef>
                <a:spcPts val="0"/>
              </a:spcBef>
              <a:spcAft>
                <a:spcPts val="0"/>
              </a:spcAft>
              <a:buSzPts val="1600"/>
              <a:buFont typeface="Nunito Light"/>
              <a:buChar char="○"/>
              <a:defRPr sz="1600"/>
            </a:lvl2pPr>
            <a:lvl3pPr indent="-330200" lvl="2" marL="1371600" algn="r">
              <a:lnSpc>
                <a:spcPct val="115000"/>
              </a:lnSpc>
              <a:spcBef>
                <a:spcPts val="1600"/>
              </a:spcBef>
              <a:spcAft>
                <a:spcPts val="0"/>
              </a:spcAft>
              <a:buSzPts val="1600"/>
              <a:buFont typeface="Nunito Light"/>
              <a:buChar char="■"/>
              <a:defRPr sz="1600"/>
            </a:lvl3pPr>
            <a:lvl4pPr indent="-330200" lvl="3" marL="1828800" algn="r">
              <a:lnSpc>
                <a:spcPct val="115000"/>
              </a:lnSpc>
              <a:spcBef>
                <a:spcPts val="1600"/>
              </a:spcBef>
              <a:spcAft>
                <a:spcPts val="0"/>
              </a:spcAft>
              <a:buSzPts val="1600"/>
              <a:buFont typeface="Nunito Light"/>
              <a:buChar char="●"/>
              <a:defRPr sz="1600"/>
            </a:lvl4pPr>
            <a:lvl5pPr indent="-330200" lvl="4" marL="2286000" algn="r">
              <a:lnSpc>
                <a:spcPct val="115000"/>
              </a:lnSpc>
              <a:spcBef>
                <a:spcPts val="1600"/>
              </a:spcBef>
              <a:spcAft>
                <a:spcPts val="0"/>
              </a:spcAft>
              <a:buSzPts val="1600"/>
              <a:buFont typeface="Nunito Light"/>
              <a:buChar char="○"/>
              <a:defRPr sz="1600"/>
            </a:lvl5pPr>
            <a:lvl6pPr indent="-330200" lvl="5" marL="2743200" algn="r">
              <a:lnSpc>
                <a:spcPct val="115000"/>
              </a:lnSpc>
              <a:spcBef>
                <a:spcPts val="1600"/>
              </a:spcBef>
              <a:spcAft>
                <a:spcPts val="0"/>
              </a:spcAft>
              <a:buSzPts val="1600"/>
              <a:buFont typeface="Nunito Light"/>
              <a:buChar char="■"/>
              <a:defRPr sz="1600"/>
            </a:lvl6pPr>
            <a:lvl7pPr indent="-330200" lvl="6" marL="3200400" algn="r">
              <a:lnSpc>
                <a:spcPct val="115000"/>
              </a:lnSpc>
              <a:spcBef>
                <a:spcPts val="1600"/>
              </a:spcBef>
              <a:spcAft>
                <a:spcPts val="0"/>
              </a:spcAft>
              <a:buSzPts val="1600"/>
              <a:buFont typeface="Nunito Light"/>
              <a:buChar char="●"/>
              <a:defRPr sz="1600"/>
            </a:lvl7pPr>
            <a:lvl8pPr indent="-330200" lvl="7" marL="3657600" algn="r">
              <a:lnSpc>
                <a:spcPct val="115000"/>
              </a:lnSpc>
              <a:spcBef>
                <a:spcPts val="1600"/>
              </a:spcBef>
              <a:spcAft>
                <a:spcPts val="0"/>
              </a:spcAft>
              <a:buSzPts val="1600"/>
              <a:buFont typeface="Nunito Light"/>
              <a:buChar char="○"/>
              <a:defRPr sz="1600"/>
            </a:lvl8pPr>
            <a:lvl9pPr indent="-330200" lvl="8" marL="4114800" algn="r">
              <a:lnSpc>
                <a:spcPct val="115000"/>
              </a:lnSpc>
              <a:spcBef>
                <a:spcPts val="1600"/>
              </a:spcBef>
              <a:spcAft>
                <a:spcPts val="1600"/>
              </a:spcAft>
              <a:buSzPts val="1600"/>
              <a:buFont typeface="Nunito Light"/>
              <a:buChar char="■"/>
              <a:defRPr sz="1600"/>
            </a:lvl9pPr>
          </a:lstStyle>
          <a:p/>
        </p:txBody>
      </p:sp>
      <p:sp>
        <p:nvSpPr>
          <p:cNvPr id="262" name="Google Shape;262;p48"/>
          <p:cNvSpPr txBox="1"/>
          <p:nvPr>
            <p:ph type="title"/>
          </p:nvPr>
        </p:nvSpPr>
        <p:spPr>
          <a:xfrm>
            <a:off x="5438775" y="1168325"/>
            <a:ext cx="3124200" cy="6690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800"/>
              <a:buNone/>
              <a:defRPr sz="3000">
                <a:solidFill>
                  <a:srgbClr val="4C67ED"/>
                </a:solidFill>
              </a:defRPr>
            </a:lvl1pPr>
            <a:lvl2pPr lvl="1" algn="l">
              <a:lnSpc>
                <a:spcPct val="100000"/>
              </a:lnSpc>
              <a:spcBef>
                <a:spcPts val="0"/>
              </a:spcBef>
              <a:spcAft>
                <a:spcPts val="0"/>
              </a:spcAft>
              <a:buSzPts val="2800"/>
              <a:buNone/>
              <a:defRPr sz="3000"/>
            </a:lvl2pPr>
            <a:lvl3pPr lvl="2" algn="l">
              <a:lnSpc>
                <a:spcPct val="100000"/>
              </a:lnSpc>
              <a:spcBef>
                <a:spcPts val="0"/>
              </a:spcBef>
              <a:spcAft>
                <a:spcPts val="0"/>
              </a:spcAft>
              <a:buSzPts val="2800"/>
              <a:buNone/>
              <a:defRPr sz="3000"/>
            </a:lvl3pPr>
            <a:lvl4pPr lvl="3" algn="l">
              <a:lnSpc>
                <a:spcPct val="100000"/>
              </a:lnSpc>
              <a:spcBef>
                <a:spcPts val="0"/>
              </a:spcBef>
              <a:spcAft>
                <a:spcPts val="0"/>
              </a:spcAft>
              <a:buSzPts val="2800"/>
              <a:buNone/>
              <a:defRPr sz="3000"/>
            </a:lvl4pPr>
            <a:lvl5pPr lvl="4" algn="l">
              <a:lnSpc>
                <a:spcPct val="100000"/>
              </a:lnSpc>
              <a:spcBef>
                <a:spcPts val="0"/>
              </a:spcBef>
              <a:spcAft>
                <a:spcPts val="0"/>
              </a:spcAft>
              <a:buSzPts val="2800"/>
              <a:buNone/>
              <a:defRPr sz="3000"/>
            </a:lvl5pPr>
            <a:lvl6pPr lvl="5" algn="l">
              <a:lnSpc>
                <a:spcPct val="100000"/>
              </a:lnSpc>
              <a:spcBef>
                <a:spcPts val="0"/>
              </a:spcBef>
              <a:spcAft>
                <a:spcPts val="0"/>
              </a:spcAft>
              <a:buSzPts val="2800"/>
              <a:buNone/>
              <a:defRPr sz="3000"/>
            </a:lvl6pPr>
            <a:lvl7pPr lvl="6" algn="l">
              <a:lnSpc>
                <a:spcPct val="100000"/>
              </a:lnSpc>
              <a:spcBef>
                <a:spcPts val="0"/>
              </a:spcBef>
              <a:spcAft>
                <a:spcPts val="0"/>
              </a:spcAft>
              <a:buSzPts val="2800"/>
              <a:buNone/>
              <a:defRPr sz="3000"/>
            </a:lvl7pPr>
            <a:lvl8pPr lvl="7" algn="l">
              <a:lnSpc>
                <a:spcPct val="100000"/>
              </a:lnSpc>
              <a:spcBef>
                <a:spcPts val="0"/>
              </a:spcBef>
              <a:spcAft>
                <a:spcPts val="0"/>
              </a:spcAft>
              <a:buSzPts val="2800"/>
              <a:buNone/>
              <a:defRPr sz="3000"/>
            </a:lvl8pPr>
            <a:lvl9pPr lvl="8" algn="l">
              <a:lnSpc>
                <a:spcPct val="100000"/>
              </a:lnSpc>
              <a:spcBef>
                <a:spcPts val="0"/>
              </a:spcBef>
              <a:spcAft>
                <a:spcPts val="0"/>
              </a:spcAft>
              <a:buSzPts val="2800"/>
              <a:buNone/>
              <a:defRPr sz="3000"/>
            </a:lvl9pPr>
          </a:lstStyle>
          <a:p/>
        </p:txBody>
      </p:sp>
      <p:sp>
        <p:nvSpPr>
          <p:cNvPr id="263" name="Google Shape;263;p48"/>
          <p:cNvSpPr/>
          <p:nvPr/>
        </p:nvSpPr>
        <p:spPr>
          <a:xfrm>
            <a:off x="8318280" y="5018272"/>
            <a:ext cx="825726" cy="125232"/>
          </a:xfrm>
          <a:custGeom>
            <a:rect b="b" l="l" r="r" t="t"/>
            <a:pathLst>
              <a:path extrusionOk="0" h="2335" w="15396">
                <a:moveTo>
                  <a:pt x="1" y="1"/>
                </a:moveTo>
                <a:lnTo>
                  <a:pt x="1" y="2335"/>
                </a:lnTo>
                <a:lnTo>
                  <a:pt x="15395" y="2335"/>
                </a:lnTo>
                <a:lnTo>
                  <a:pt x="15395"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48"/>
          <p:cNvSpPr/>
          <p:nvPr/>
        </p:nvSpPr>
        <p:spPr>
          <a:xfrm>
            <a:off x="6473454" y="5018272"/>
            <a:ext cx="1685830" cy="125232"/>
          </a:xfrm>
          <a:custGeom>
            <a:rect b="b" l="l" r="r" t="t"/>
            <a:pathLst>
              <a:path extrusionOk="0" h="2335" w="31433">
                <a:moveTo>
                  <a:pt x="0" y="1"/>
                </a:moveTo>
                <a:lnTo>
                  <a:pt x="0" y="2335"/>
                </a:lnTo>
                <a:lnTo>
                  <a:pt x="31433" y="2335"/>
                </a:lnTo>
                <a:lnTo>
                  <a:pt x="31433"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48"/>
          <p:cNvSpPr/>
          <p:nvPr/>
        </p:nvSpPr>
        <p:spPr>
          <a:xfrm>
            <a:off x="6031569" y="4810127"/>
            <a:ext cx="2520459" cy="125875"/>
          </a:xfrm>
          <a:custGeom>
            <a:rect b="b" l="l" r="r" t="t"/>
            <a:pathLst>
              <a:path extrusionOk="0" h="2347" w="46995">
                <a:moveTo>
                  <a:pt x="0" y="1"/>
                </a:moveTo>
                <a:lnTo>
                  <a:pt x="0" y="2346"/>
                </a:lnTo>
                <a:lnTo>
                  <a:pt x="46994" y="2346"/>
                </a:lnTo>
                <a:lnTo>
                  <a:pt x="46994"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48"/>
          <p:cNvSpPr/>
          <p:nvPr/>
        </p:nvSpPr>
        <p:spPr>
          <a:xfrm>
            <a:off x="5564744" y="4810127"/>
            <a:ext cx="285486" cy="125875"/>
          </a:xfrm>
          <a:custGeom>
            <a:rect b="b" l="l" r="r" t="t"/>
            <a:pathLst>
              <a:path extrusionOk="0" h="2347" w="5323">
                <a:moveTo>
                  <a:pt x="1" y="1"/>
                </a:moveTo>
                <a:lnTo>
                  <a:pt x="1" y="2346"/>
                </a:lnTo>
                <a:lnTo>
                  <a:pt x="5323" y="2346"/>
                </a:lnTo>
                <a:lnTo>
                  <a:pt x="532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2">
  <p:cSld name="CUSTOM_4_1">
    <p:spTree>
      <p:nvGrpSpPr>
        <p:cNvPr id="267" name="Shape 267"/>
        <p:cNvGrpSpPr/>
        <p:nvPr/>
      </p:nvGrpSpPr>
      <p:grpSpPr>
        <a:xfrm>
          <a:off x="0" y="0"/>
          <a:ext cx="0" cy="0"/>
          <a:chOff x="0" y="0"/>
          <a:chExt cx="0" cy="0"/>
        </a:xfrm>
      </p:grpSpPr>
      <p:sp>
        <p:nvSpPr>
          <p:cNvPr id="268" name="Google Shape;268;p49"/>
          <p:cNvSpPr/>
          <p:nvPr/>
        </p:nvSpPr>
        <p:spPr>
          <a:xfrm flipH="1">
            <a:off x="-4" y="2089950"/>
            <a:ext cx="1766704" cy="356851"/>
          </a:xfrm>
          <a:custGeom>
            <a:rect b="b" l="l" r="r" t="t"/>
            <a:pathLst>
              <a:path extrusionOk="0" h="2775" w="15325">
                <a:moveTo>
                  <a:pt x="1" y="0"/>
                </a:moveTo>
                <a:lnTo>
                  <a:pt x="1" y="2774"/>
                </a:lnTo>
                <a:lnTo>
                  <a:pt x="15324" y="2774"/>
                </a:lnTo>
                <a:lnTo>
                  <a:pt x="1532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49"/>
          <p:cNvSpPr/>
          <p:nvPr/>
        </p:nvSpPr>
        <p:spPr>
          <a:xfrm flipH="1">
            <a:off x="6715125" y="2089950"/>
            <a:ext cx="2071751" cy="356851"/>
          </a:xfrm>
          <a:custGeom>
            <a:rect b="b" l="l" r="r" t="t"/>
            <a:pathLst>
              <a:path extrusionOk="0" h="2775" w="4300">
                <a:moveTo>
                  <a:pt x="1" y="0"/>
                </a:moveTo>
                <a:lnTo>
                  <a:pt x="1" y="2774"/>
                </a:lnTo>
                <a:lnTo>
                  <a:pt x="4299" y="2774"/>
                </a:lnTo>
                <a:lnTo>
                  <a:pt x="4299"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49"/>
          <p:cNvSpPr/>
          <p:nvPr/>
        </p:nvSpPr>
        <p:spPr>
          <a:xfrm flipH="1">
            <a:off x="1229469" y="1500450"/>
            <a:ext cx="1104154" cy="356872"/>
          </a:xfrm>
          <a:custGeom>
            <a:rect b="b" l="l" r="r" t="t"/>
            <a:pathLst>
              <a:path extrusionOk="0" h="2775" w="18027">
                <a:moveTo>
                  <a:pt x="0" y="0"/>
                </a:moveTo>
                <a:lnTo>
                  <a:pt x="0" y="2774"/>
                </a:lnTo>
                <a:lnTo>
                  <a:pt x="18026" y="2774"/>
                </a:lnTo>
                <a:lnTo>
                  <a:pt x="1802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49"/>
          <p:cNvSpPr/>
          <p:nvPr/>
        </p:nvSpPr>
        <p:spPr>
          <a:xfrm flipH="1">
            <a:off x="66" y="2679300"/>
            <a:ext cx="2247805" cy="355450"/>
          </a:xfrm>
          <a:custGeom>
            <a:rect b="b" l="l" r="r" t="t"/>
            <a:pathLst>
              <a:path extrusionOk="0" h="2764" w="12872">
                <a:moveTo>
                  <a:pt x="1" y="1"/>
                </a:moveTo>
                <a:lnTo>
                  <a:pt x="1" y="2763"/>
                </a:lnTo>
                <a:lnTo>
                  <a:pt x="12871" y="2763"/>
                </a:lnTo>
                <a:lnTo>
                  <a:pt x="1287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49"/>
          <p:cNvSpPr/>
          <p:nvPr/>
        </p:nvSpPr>
        <p:spPr>
          <a:xfrm flipH="1">
            <a:off x="23" y="1500450"/>
            <a:ext cx="1038298" cy="356872"/>
          </a:xfrm>
          <a:custGeom>
            <a:rect b="b" l="l" r="r" t="t"/>
            <a:pathLst>
              <a:path extrusionOk="0" h="2775" w="2882">
                <a:moveTo>
                  <a:pt x="1" y="0"/>
                </a:moveTo>
                <a:lnTo>
                  <a:pt x="1" y="2774"/>
                </a:lnTo>
                <a:lnTo>
                  <a:pt x="2882" y="2774"/>
                </a:lnTo>
                <a:lnTo>
                  <a:pt x="2882"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49"/>
          <p:cNvSpPr/>
          <p:nvPr/>
        </p:nvSpPr>
        <p:spPr>
          <a:xfrm flipH="1">
            <a:off x="1299983" y="3268775"/>
            <a:ext cx="1104128" cy="355450"/>
          </a:xfrm>
          <a:custGeom>
            <a:rect b="b" l="l" r="r" t="t"/>
            <a:pathLst>
              <a:path extrusionOk="0" h="2764" w="18396">
                <a:moveTo>
                  <a:pt x="1" y="1"/>
                </a:moveTo>
                <a:lnTo>
                  <a:pt x="1" y="2763"/>
                </a:lnTo>
                <a:lnTo>
                  <a:pt x="18396" y="2763"/>
                </a:lnTo>
                <a:lnTo>
                  <a:pt x="18396"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49"/>
          <p:cNvSpPr/>
          <p:nvPr/>
        </p:nvSpPr>
        <p:spPr>
          <a:xfrm flipH="1">
            <a:off x="8105584" y="3268775"/>
            <a:ext cx="1038298" cy="355450"/>
          </a:xfrm>
          <a:custGeom>
            <a:rect b="b" l="l" r="r" t="t"/>
            <a:pathLst>
              <a:path extrusionOk="0" h="2764" w="2882">
                <a:moveTo>
                  <a:pt x="0" y="1"/>
                </a:moveTo>
                <a:lnTo>
                  <a:pt x="0" y="2763"/>
                </a:lnTo>
                <a:lnTo>
                  <a:pt x="2881" y="2763"/>
                </a:lnTo>
                <a:lnTo>
                  <a:pt x="2881"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49"/>
          <p:cNvSpPr/>
          <p:nvPr/>
        </p:nvSpPr>
        <p:spPr>
          <a:xfrm flipH="1">
            <a:off x="8039752" y="1500456"/>
            <a:ext cx="1104138" cy="356858"/>
          </a:xfrm>
          <a:custGeom>
            <a:rect b="b" l="l" r="r" t="t"/>
            <a:pathLst>
              <a:path extrusionOk="0" h="2775" w="8586">
                <a:moveTo>
                  <a:pt x="1" y="0"/>
                </a:moveTo>
                <a:lnTo>
                  <a:pt x="1" y="2774"/>
                </a:lnTo>
                <a:lnTo>
                  <a:pt x="8585" y="2774"/>
                </a:lnTo>
                <a:lnTo>
                  <a:pt x="8585"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49"/>
          <p:cNvSpPr/>
          <p:nvPr/>
        </p:nvSpPr>
        <p:spPr>
          <a:xfrm flipH="1">
            <a:off x="5478250" y="1500456"/>
            <a:ext cx="2365680" cy="356858"/>
          </a:xfrm>
          <a:custGeom>
            <a:rect b="b" l="l" r="r" t="t"/>
            <a:pathLst>
              <a:path extrusionOk="0" h="2775" w="18396">
                <a:moveTo>
                  <a:pt x="0" y="0"/>
                </a:moveTo>
                <a:lnTo>
                  <a:pt x="0" y="2774"/>
                </a:lnTo>
                <a:lnTo>
                  <a:pt x="18396" y="2774"/>
                </a:lnTo>
                <a:lnTo>
                  <a:pt x="1839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49"/>
          <p:cNvSpPr/>
          <p:nvPr/>
        </p:nvSpPr>
        <p:spPr>
          <a:xfrm flipH="1">
            <a:off x="6896105" y="912525"/>
            <a:ext cx="2247799" cy="355301"/>
          </a:xfrm>
          <a:custGeom>
            <a:rect b="b" l="l" r="r" t="t"/>
            <a:pathLst>
              <a:path extrusionOk="0" h="2763" w="12348">
                <a:moveTo>
                  <a:pt x="1" y="0"/>
                </a:moveTo>
                <a:lnTo>
                  <a:pt x="1" y="2762"/>
                </a:lnTo>
                <a:lnTo>
                  <a:pt x="12348" y="2762"/>
                </a:lnTo>
                <a:lnTo>
                  <a:pt x="12348"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49"/>
          <p:cNvSpPr/>
          <p:nvPr/>
        </p:nvSpPr>
        <p:spPr>
          <a:xfrm>
            <a:off x="2094075" y="1123150"/>
            <a:ext cx="4955589" cy="4020450"/>
          </a:xfrm>
          <a:custGeom>
            <a:rect b="b" l="l" r="r" t="t"/>
            <a:pathLst>
              <a:path extrusionOk="0" h="92191" w="151663">
                <a:moveTo>
                  <a:pt x="0" y="0"/>
                </a:moveTo>
                <a:lnTo>
                  <a:pt x="0" y="92190"/>
                </a:lnTo>
                <a:lnTo>
                  <a:pt x="151662" y="92190"/>
                </a:lnTo>
                <a:lnTo>
                  <a:pt x="15166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49"/>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solidFill>
                  <a:schemeClr val="dk2"/>
                </a:solidFill>
              </a:defRPr>
            </a:lvl2pPr>
            <a:lvl3pPr lvl="2" algn="ctr">
              <a:lnSpc>
                <a:spcPct val="100000"/>
              </a:lnSpc>
              <a:spcBef>
                <a:spcPts val="0"/>
              </a:spcBef>
              <a:spcAft>
                <a:spcPts val="0"/>
              </a:spcAft>
              <a:buSzPts val="2800"/>
              <a:buNone/>
              <a:defRPr sz="3000">
                <a:solidFill>
                  <a:schemeClr val="dk2"/>
                </a:solidFill>
              </a:defRPr>
            </a:lvl3pPr>
            <a:lvl4pPr lvl="3" algn="ctr">
              <a:lnSpc>
                <a:spcPct val="100000"/>
              </a:lnSpc>
              <a:spcBef>
                <a:spcPts val="0"/>
              </a:spcBef>
              <a:spcAft>
                <a:spcPts val="0"/>
              </a:spcAft>
              <a:buSzPts val="2800"/>
              <a:buNone/>
              <a:defRPr sz="3000">
                <a:solidFill>
                  <a:schemeClr val="dk2"/>
                </a:solidFill>
              </a:defRPr>
            </a:lvl4pPr>
            <a:lvl5pPr lvl="4" algn="ctr">
              <a:lnSpc>
                <a:spcPct val="100000"/>
              </a:lnSpc>
              <a:spcBef>
                <a:spcPts val="0"/>
              </a:spcBef>
              <a:spcAft>
                <a:spcPts val="0"/>
              </a:spcAft>
              <a:buSzPts val="2800"/>
              <a:buNone/>
              <a:defRPr sz="3000">
                <a:solidFill>
                  <a:schemeClr val="dk2"/>
                </a:solidFill>
              </a:defRPr>
            </a:lvl5pPr>
            <a:lvl6pPr lvl="5" algn="ctr">
              <a:lnSpc>
                <a:spcPct val="100000"/>
              </a:lnSpc>
              <a:spcBef>
                <a:spcPts val="0"/>
              </a:spcBef>
              <a:spcAft>
                <a:spcPts val="0"/>
              </a:spcAft>
              <a:buSzPts val="2800"/>
              <a:buNone/>
              <a:defRPr sz="3000">
                <a:solidFill>
                  <a:schemeClr val="dk2"/>
                </a:solidFill>
              </a:defRPr>
            </a:lvl6pPr>
            <a:lvl7pPr lvl="6" algn="ctr">
              <a:lnSpc>
                <a:spcPct val="100000"/>
              </a:lnSpc>
              <a:spcBef>
                <a:spcPts val="0"/>
              </a:spcBef>
              <a:spcAft>
                <a:spcPts val="0"/>
              </a:spcAft>
              <a:buSzPts val="2800"/>
              <a:buNone/>
              <a:defRPr sz="3000">
                <a:solidFill>
                  <a:schemeClr val="dk2"/>
                </a:solidFill>
              </a:defRPr>
            </a:lvl7pPr>
            <a:lvl8pPr lvl="7" algn="ctr">
              <a:lnSpc>
                <a:spcPct val="100000"/>
              </a:lnSpc>
              <a:spcBef>
                <a:spcPts val="0"/>
              </a:spcBef>
              <a:spcAft>
                <a:spcPts val="0"/>
              </a:spcAft>
              <a:buSzPts val="2800"/>
              <a:buNone/>
              <a:defRPr sz="3000">
                <a:solidFill>
                  <a:schemeClr val="dk2"/>
                </a:solidFill>
              </a:defRPr>
            </a:lvl8pPr>
            <a:lvl9pPr lvl="8" algn="ctr">
              <a:lnSpc>
                <a:spcPct val="100000"/>
              </a:lnSpc>
              <a:spcBef>
                <a:spcPts val="0"/>
              </a:spcBef>
              <a:spcAft>
                <a:spcPts val="0"/>
              </a:spcAft>
              <a:buSzPts val="2800"/>
              <a:buNone/>
              <a:defRPr sz="3000">
                <a:solidFill>
                  <a:schemeClr val="dk2"/>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1">
    <p:spTree>
      <p:nvGrpSpPr>
        <p:cNvPr id="280" name="Shape 280"/>
        <p:cNvGrpSpPr/>
        <p:nvPr/>
      </p:nvGrpSpPr>
      <p:grpSpPr>
        <a:xfrm>
          <a:off x="0" y="0"/>
          <a:ext cx="0" cy="0"/>
          <a:chOff x="0" y="0"/>
          <a:chExt cx="0" cy="0"/>
        </a:xfrm>
      </p:grpSpPr>
      <p:sp>
        <p:nvSpPr>
          <p:cNvPr id="281" name="Google Shape;281;p51"/>
          <p:cNvSpPr txBox="1"/>
          <p:nvPr>
            <p:ph idx="1" type="subTitle"/>
          </p:nvPr>
        </p:nvSpPr>
        <p:spPr>
          <a:xfrm>
            <a:off x="6416724" y="2283125"/>
            <a:ext cx="1895700" cy="664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2" name="Google Shape;282;p51"/>
          <p:cNvSpPr txBox="1"/>
          <p:nvPr>
            <p:ph type="title"/>
          </p:nvPr>
        </p:nvSpPr>
        <p:spPr>
          <a:xfrm>
            <a:off x="6385849" y="1753325"/>
            <a:ext cx="1957500" cy="529800"/>
          </a:xfrm>
          <a:prstGeom prst="rect">
            <a:avLst/>
          </a:prstGeom>
          <a:solidFill>
            <a:srgbClr val="D7073C"/>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FF"/>
              </a:buClr>
              <a:buSzPts val="2200"/>
              <a:buNone/>
              <a:defRPr sz="2200">
                <a:solidFill>
                  <a:srgbClr val="FFFFFF"/>
                </a:solidFill>
              </a:defRPr>
            </a:lvl1pPr>
            <a:lvl2pPr lvl="1"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p:txBody>
      </p:sp>
      <p:sp>
        <p:nvSpPr>
          <p:cNvPr id="283" name="Google Shape;283;p51"/>
          <p:cNvSpPr txBox="1"/>
          <p:nvPr>
            <p:ph idx="2" type="subTitle"/>
          </p:nvPr>
        </p:nvSpPr>
        <p:spPr>
          <a:xfrm>
            <a:off x="835225" y="2283125"/>
            <a:ext cx="1895700" cy="664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4" name="Google Shape;284;p51"/>
          <p:cNvSpPr txBox="1"/>
          <p:nvPr>
            <p:ph idx="3" type="title"/>
          </p:nvPr>
        </p:nvSpPr>
        <p:spPr>
          <a:xfrm>
            <a:off x="804350" y="1753325"/>
            <a:ext cx="1957500" cy="529800"/>
          </a:xfrm>
          <a:prstGeom prst="rect">
            <a:avLst/>
          </a:prstGeom>
          <a:solidFill>
            <a:srgbClr val="D7073C"/>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FF"/>
              </a:buClr>
              <a:buSzPts val="2200"/>
              <a:buNone/>
              <a:defRPr sz="2200">
                <a:solidFill>
                  <a:srgbClr val="FFFFFF"/>
                </a:solidFill>
              </a:defRPr>
            </a:lvl1pPr>
            <a:lvl2pPr lvl="1"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p:txBody>
      </p:sp>
      <p:sp>
        <p:nvSpPr>
          <p:cNvPr id="285" name="Google Shape;285;p51"/>
          <p:cNvSpPr txBox="1"/>
          <p:nvPr>
            <p:ph idx="4" type="subTitle"/>
          </p:nvPr>
        </p:nvSpPr>
        <p:spPr>
          <a:xfrm>
            <a:off x="3624150" y="2283125"/>
            <a:ext cx="1895700" cy="664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6" name="Google Shape;286;p51"/>
          <p:cNvSpPr txBox="1"/>
          <p:nvPr>
            <p:ph idx="5" type="title"/>
          </p:nvPr>
        </p:nvSpPr>
        <p:spPr>
          <a:xfrm>
            <a:off x="3593246" y="1753325"/>
            <a:ext cx="1957500" cy="529800"/>
          </a:xfrm>
          <a:prstGeom prst="rect">
            <a:avLst/>
          </a:prstGeom>
          <a:solidFill>
            <a:schemeClr val="lt2"/>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2200"/>
              <a:buNone/>
              <a:defRPr sz="2200">
                <a:solidFill>
                  <a:schemeClr val="lt1"/>
                </a:solidFill>
              </a:defRPr>
            </a:lvl1pPr>
            <a:lvl2pPr lvl="1"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p:txBody>
      </p:sp>
      <p:sp>
        <p:nvSpPr>
          <p:cNvPr id="287" name="Google Shape;287;p51"/>
          <p:cNvSpPr txBox="1"/>
          <p:nvPr>
            <p:ph idx="6" type="subTitle"/>
          </p:nvPr>
        </p:nvSpPr>
        <p:spPr>
          <a:xfrm>
            <a:off x="6416724" y="3826425"/>
            <a:ext cx="1895700" cy="664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8" name="Google Shape;288;p51"/>
          <p:cNvSpPr txBox="1"/>
          <p:nvPr>
            <p:ph idx="7" type="title"/>
          </p:nvPr>
        </p:nvSpPr>
        <p:spPr>
          <a:xfrm>
            <a:off x="6385824" y="3296625"/>
            <a:ext cx="1957500" cy="529800"/>
          </a:xfrm>
          <a:prstGeom prst="rect">
            <a:avLst/>
          </a:prstGeom>
          <a:solidFill>
            <a:srgbClr val="D7073C"/>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p:txBody>
      </p:sp>
      <p:sp>
        <p:nvSpPr>
          <p:cNvPr id="289" name="Google Shape;289;p51"/>
          <p:cNvSpPr txBox="1"/>
          <p:nvPr>
            <p:ph idx="8" type="subTitle"/>
          </p:nvPr>
        </p:nvSpPr>
        <p:spPr>
          <a:xfrm>
            <a:off x="835225" y="3826425"/>
            <a:ext cx="1895700" cy="664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0" name="Google Shape;290;p51"/>
          <p:cNvSpPr txBox="1"/>
          <p:nvPr>
            <p:ph idx="9" type="title"/>
          </p:nvPr>
        </p:nvSpPr>
        <p:spPr>
          <a:xfrm>
            <a:off x="804325" y="3296625"/>
            <a:ext cx="1957500" cy="529800"/>
          </a:xfrm>
          <a:prstGeom prst="rect">
            <a:avLst/>
          </a:prstGeom>
          <a:solidFill>
            <a:srgbClr val="D7073C"/>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2200"/>
              <a:buNone/>
              <a:defRPr sz="2200">
                <a:solidFill>
                  <a:schemeClr val="lt1"/>
                </a:solidFill>
              </a:defRPr>
            </a:lvl1pPr>
            <a:lvl2pPr lvl="1"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p:txBody>
      </p:sp>
      <p:sp>
        <p:nvSpPr>
          <p:cNvPr id="291" name="Google Shape;291;p51"/>
          <p:cNvSpPr txBox="1"/>
          <p:nvPr>
            <p:ph idx="13" type="subTitle"/>
          </p:nvPr>
        </p:nvSpPr>
        <p:spPr>
          <a:xfrm>
            <a:off x="3624150" y="3826425"/>
            <a:ext cx="1895700" cy="664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2" name="Google Shape;292;p51"/>
          <p:cNvSpPr txBox="1"/>
          <p:nvPr>
            <p:ph idx="14" type="title"/>
          </p:nvPr>
        </p:nvSpPr>
        <p:spPr>
          <a:xfrm>
            <a:off x="3593246" y="3296625"/>
            <a:ext cx="1957500" cy="529800"/>
          </a:xfrm>
          <a:prstGeom prst="rect">
            <a:avLst/>
          </a:prstGeom>
          <a:solidFill>
            <a:srgbClr val="4C67ED"/>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FF"/>
              </a:buClr>
              <a:buSzPts val="2200"/>
              <a:buNone/>
              <a:defRPr sz="2200">
                <a:solidFill>
                  <a:srgbClr val="FFFFFF"/>
                </a:solidFill>
              </a:defRPr>
            </a:lvl1pPr>
            <a:lvl2pPr lvl="1"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p:txBody>
      </p:sp>
      <p:sp>
        <p:nvSpPr>
          <p:cNvPr id="293" name="Google Shape;293;p51"/>
          <p:cNvSpPr txBox="1"/>
          <p:nvPr>
            <p:ph idx="15" type="title"/>
          </p:nvPr>
        </p:nvSpPr>
        <p:spPr>
          <a:xfrm>
            <a:off x="1278000" y="3420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
        <p:nvSpPr>
          <p:cNvPr id="294" name="Google Shape;294;p51"/>
          <p:cNvSpPr/>
          <p:nvPr/>
        </p:nvSpPr>
        <p:spPr>
          <a:xfrm flipH="1">
            <a:off x="-40" y="1952289"/>
            <a:ext cx="7790203" cy="131872"/>
          </a:xfrm>
          <a:custGeom>
            <a:rect b="b" l="l" r="r" t="t"/>
            <a:pathLst>
              <a:path extrusionOk="0" h="4121" w="42303">
                <a:moveTo>
                  <a:pt x="0" y="1"/>
                </a:moveTo>
                <a:lnTo>
                  <a:pt x="0" y="4120"/>
                </a:lnTo>
                <a:lnTo>
                  <a:pt x="42303" y="4120"/>
                </a:lnTo>
                <a:lnTo>
                  <a:pt x="4230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51"/>
          <p:cNvSpPr/>
          <p:nvPr/>
        </p:nvSpPr>
        <p:spPr>
          <a:xfrm flipH="1">
            <a:off x="933395" y="3495600"/>
            <a:ext cx="8210589" cy="131851"/>
          </a:xfrm>
          <a:custGeom>
            <a:rect b="b" l="l" r="r" t="t"/>
            <a:pathLst>
              <a:path extrusionOk="0" h="4121" w="42303">
                <a:moveTo>
                  <a:pt x="0" y="1"/>
                </a:moveTo>
                <a:lnTo>
                  <a:pt x="0" y="4120"/>
                </a:lnTo>
                <a:lnTo>
                  <a:pt x="42303" y="4120"/>
                </a:lnTo>
                <a:lnTo>
                  <a:pt x="4230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Percentages">
  <p:cSld name="CUSTOM_12">
    <p:spTree>
      <p:nvGrpSpPr>
        <p:cNvPr id="296" name="Shape 296"/>
        <p:cNvGrpSpPr/>
        <p:nvPr/>
      </p:nvGrpSpPr>
      <p:grpSpPr>
        <a:xfrm>
          <a:off x="0" y="0"/>
          <a:ext cx="0" cy="0"/>
          <a:chOff x="0" y="0"/>
          <a:chExt cx="0" cy="0"/>
        </a:xfrm>
      </p:grpSpPr>
      <p:sp>
        <p:nvSpPr>
          <p:cNvPr id="297" name="Google Shape;297;p52"/>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
        <p:nvSpPr>
          <p:cNvPr id="298" name="Google Shape;298;p52"/>
          <p:cNvSpPr txBox="1"/>
          <p:nvPr>
            <p:ph idx="2" type="title"/>
          </p:nvPr>
        </p:nvSpPr>
        <p:spPr>
          <a:xfrm>
            <a:off x="2201811" y="2233575"/>
            <a:ext cx="1609800" cy="581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2pPr>
            <a:lvl3pPr lvl="2"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3pPr>
            <a:lvl4pPr lvl="3"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4pPr>
            <a:lvl5pPr lvl="4"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5pPr>
            <a:lvl6pPr lvl="5"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6pPr>
            <a:lvl7pPr lvl="6"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7pPr>
            <a:lvl8pPr lvl="7"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8pPr>
            <a:lvl9pPr lvl="8"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9pPr>
          </a:lstStyle>
          <a:p/>
        </p:txBody>
      </p:sp>
      <p:sp>
        <p:nvSpPr>
          <p:cNvPr id="299" name="Google Shape;299;p52"/>
          <p:cNvSpPr txBox="1"/>
          <p:nvPr>
            <p:ph idx="3" type="title"/>
          </p:nvPr>
        </p:nvSpPr>
        <p:spPr>
          <a:xfrm>
            <a:off x="5332488" y="2233575"/>
            <a:ext cx="1609800" cy="581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2pPr>
            <a:lvl3pPr lvl="2"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3pPr>
            <a:lvl4pPr lvl="3"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4pPr>
            <a:lvl5pPr lvl="4"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5pPr>
            <a:lvl6pPr lvl="5"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6pPr>
            <a:lvl7pPr lvl="6"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7pPr>
            <a:lvl8pPr lvl="7"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8pPr>
            <a:lvl9pPr lvl="8"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9pPr>
          </a:lstStyle>
          <a:p/>
        </p:txBody>
      </p:sp>
      <p:sp>
        <p:nvSpPr>
          <p:cNvPr id="300" name="Google Shape;300;p52"/>
          <p:cNvSpPr/>
          <p:nvPr/>
        </p:nvSpPr>
        <p:spPr>
          <a:xfrm flipH="1">
            <a:off x="-11" y="0"/>
            <a:ext cx="1371614" cy="356851"/>
          </a:xfrm>
          <a:custGeom>
            <a:rect b="b" l="l" r="r" t="t"/>
            <a:pathLst>
              <a:path extrusionOk="0" h="2775" w="16884">
                <a:moveTo>
                  <a:pt x="0" y="1"/>
                </a:moveTo>
                <a:lnTo>
                  <a:pt x="0" y="2775"/>
                </a:lnTo>
                <a:lnTo>
                  <a:pt x="16883" y="2775"/>
                </a:lnTo>
                <a:lnTo>
                  <a:pt x="16883"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52"/>
          <p:cNvSpPr/>
          <p:nvPr/>
        </p:nvSpPr>
        <p:spPr>
          <a:xfrm>
            <a:off x="8355575" y="4357775"/>
            <a:ext cx="788431" cy="785368"/>
          </a:xfrm>
          <a:custGeom>
            <a:rect b="b" l="l" r="r" t="t"/>
            <a:pathLst>
              <a:path extrusionOk="0" h="16396" w="17241">
                <a:moveTo>
                  <a:pt x="0" y="1"/>
                </a:moveTo>
                <a:lnTo>
                  <a:pt x="0" y="16396"/>
                </a:lnTo>
                <a:lnTo>
                  <a:pt x="17240" y="16396"/>
                </a:lnTo>
                <a:lnTo>
                  <a:pt x="17240" y="1"/>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52"/>
          <p:cNvSpPr/>
          <p:nvPr/>
        </p:nvSpPr>
        <p:spPr>
          <a:xfrm flipH="1">
            <a:off x="7353292" y="4786292"/>
            <a:ext cx="1371614" cy="356851"/>
          </a:xfrm>
          <a:custGeom>
            <a:rect b="b" l="l" r="r" t="t"/>
            <a:pathLst>
              <a:path extrusionOk="0" h="2775" w="16884">
                <a:moveTo>
                  <a:pt x="0" y="1"/>
                </a:moveTo>
                <a:lnTo>
                  <a:pt x="0" y="2775"/>
                </a:lnTo>
                <a:lnTo>
                  <a:pt x="16883" y="2775"/>
                </a:lnTo>
                <a:lnTo>
                  <a:pt x="16883"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numbers">
  <p:cSld name="CUSTOM_15">
    <p:spTree>
      <p:nvGrpSpPr>
        <p:cNvPr id="303" name="Shape 303"/>
        <p:cNvGrpSpPr/>
        <p:nvPr/>
      </p:nvGrpSpPr>
      <p:grpSpPr>
        <a:xfrm>
          <a:off x="0" y="0"/>
          <a:ext cx="0" cy="0"/>
          <a:chOff x="0" y="0"/>
          <a:chExt cx="0" cy="0"/>
        </a:xfrm>
      </p:grpSpPr>
      <p:sp>
        <p:nvSpPr>
          <p:cNvPr id="304" name="Google Shape;304;p53"/>
          <p:cNvSpPr txBox="1"/>
          <p:nvPr>
            <p:ph idx="1" type="subTitle"/>
          </p:nvPr>
        </p:nvSpPr>
        <p:spPr>
          <a:xfrm>
            <a:off x="3423600" y="1473000"/>
            <a:ext cx="2296500" cy="457200"/>
          </a:xfrm>
          <a:prstGeom prst="rect">
            <a:avLst/>
          </a:prstGeom>
          <a:noFill/>
          <a:ln>
            <a:noFill/>
          </a:ln>
        </p:spPr>
        <p:txBody>
          <a:bodyPr anchorCtr="0" anchor="t" bIns="91425" lIns="91425" spcFirstLastPara="1" rIns="91425" wrap="square" tIns="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5" name="Google Shape;305;p53"/>
          <p:cNvSpPr txBox="1"/>
          <p:nvPr>
            <p:ph type="title"/>
          </p:nvPr>
        </p:nvSpPr>
        <p:spPr>
          <a:xfrm>
            <a:off x="3423750" y="934700"/>
            <a:ext cx="2296500" cy="457200"/>
          </a:xfrm>
          <a:prstGeom prst="rect">
            <a:avLst/>
          </a:prstGeom>
          <a:solidFill>
            <a:srgbClr val="4C67ED"/>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200"/>
              <a:buNone/>
              <a:defRPr sz="2200">
                <a:solidFill>
                  <a:schemeClr val="dk1"/>
                </a:solidFill>
              </a:defRPr>
            </a:lvl1pPr>
            <a:lvl2pPr lvl="1" algn="ctr">
              <a:lnSpc>
                <a:spcPct val="100000"/>
              </a:lnSpc>
              <a:spcBef>
                <a:spcPts val="0"/>
              </a:spcBef>
              <a:spcAft>
                <a:spcPts val="0"/>
              </a:spcAft>
              <a:buSzPts val="2500"/>
              <a:buFont typeface="Barlow"/>
              <a:buNone/>
              <a:defRPr b="1" sz="2500">
                <a:latin typeface="Barlow"/>
                <a:ea typeface="Barlow"/>
                <a:cs typeface="Barlow"/>
                <a:sym typeface="Barlow"/>
              </a:defRPr>
            </a:lvl2pPr>
            <a:lvl3pPr lvl="2" algn="ctr">
              <a:lnSpc>
                <a:spcPct val="100000"/>
              </a:lnSpc>
              <a:spcBef>
                <a:spcPts val="0"/>
              </a:spcBef>
              <a:spcAft>
                <a:spcPts val="0"/>
              </a:spcAft>
              <a:buSzPts val="2500"/>
              <a:buFont typeface="Barlow"/>
              <a:buNone/>
              <a:defRPr b="1" sz="2500">
                <a:latin typeface="Barlow"/>
                <a:ea typeface="Barlow"/>
                <a:cs typeface="Barlow"/>
                <a:sym typeface="Barlow"/>
              </a:defRPr>
            </a:lvl3pPr>
            <a:lvl4pPr lvl="3" algn="ctr">
              <a:lnSpc>
                <a:spcPct val="100000"/>
              </a:lnSpc>
              <a:spcBef>
                <a:spcPts val="0"/>
              </a:spcBef>
              <a:spcAft>
                <a:spcPts val="0"/>
              </a:spcAft>
              <a:buSzPts val="2500"/>
              <a:buFont typeface="Barlow"/>
              <a:buNone/>
              <a:defRPr b="1" sz="2500">
                <a:latin typeface="Barlow"/>
                <a:ea typeface="Barlow"/>
                <a:cs typeface="Barlow"/>
                <a:sym typeface="Barlow"/>
              </a:defRPr>
            </a:lvl4pPr>
            <a:lvl5pPr lvl="4" algn="ctr">
              <a:lnSpc>
                <a:spcPct val="100000"/>
              </a:lnSpc>
              <a:spcBef>
                <a:spcPts val="0"/>
              </a:spcBef>
              <a:spcAft>
                <a:spcPts val="0"/>
              </a:spcAft>
              <a:buSzPts val="2500"/>
              <a:buFont typeface="Barlow"/>
              <a:buNone/>
              <a:defRPr b="1" sz="2500">
                <a:latin typeface="Barlow"/>
                <a:ea typeface="Barlow"/>
                <a:cs typeface="Barlow"/>
                <a:sym typeface="Barlow"/>
              </a:defRPr>
            </a:lvl5pPr>
            <a:lvl6pPr lvl="5" algn="ctr">
              <a:lnSpc>
                <a:spcPct val="100000"/>
              </a:lnSpc>
              <a:spcBef>
                <a:spcPts val="0"/>
              </a:spcBef>
              <a:spcAft>
                <a:spcPts val="0"/>
              </a:spcAft>
              <a:buSzPts val="2500"/>
              <a:buFont typeface="Barlow"/>
              <a:buNone/>
              <a:defRPr b="1" sz="2500">
                <a:latin typeface="Barlow"/>
                <a:ea typeface="Barlow"/>
                <a:cs typeface="Barlow"/>
                <a:sym typeface="Barlow"/>
              </a:defRPr>
            </a:lvl6pPr>
            <a:lvl7pPr lvl="6" algn="ctr">
              <a:lnSpc>
                <a:spcPct val="100000"/>
              </a:lnSpc>
              <a:spcBef>
                <a:spcPts val="0"/>
              </a:spcBef>
              <a:spcAft>
                <a:spcPts val="0"/>
              </a:spcAft>
              <a:buSzPts val="2500"/>
              <a:buFont typeface="Barlow"/>
              <a:buNone/>
              <a:defRPr b="1" sz="2500">
                <a:latin typeface="Barlow"/>
                <a:ea typeface="Barlow"/>
                <a:cs typeface="Barlow"/>
                <a:sym typeface="Barlow"/>
              </a:defRPr>
            </a:lvl7pPr>
            <a:lvl8pPr lvl="7" algn="ctr">
              <a:lnSpc>
                <a:spcPct val="100000"/>
              </a:lnSpc>
              <a:spcBef>
                <a:spcPts val="0"/>
              </a:spcBef>
              <a:spcAft>
                <a:spcPts val="0"/>
              </a:spcAft>
              <a:buSzPts val="2500"/>
              <a:buFont typeface="Barlow"/>
              <a:buNone/>
              <a:defRPr b="1" sz="2500">
                <a:latin typeface="Barlow"/>
                <a:ea typeface="Barlow"/>
                <a:cs typeface="Barlow"/>
                <a:sym typeface="Barlow"/>
              </a:defRPr>
            </a:lvl8pPr>
            <a:lvl9pPr lvl="8" algn="ctr">
              <a:lnSpc>
                <a:spcPct val="100000"/>
              </a:lnSpc>
              <a:spcBef>
                <a:spcPts val="0"/>
              </a:spcBef>
              <a:spcAft>
                <a:spcPts val="0"/>
              </a:spcAft>
              <a:buSzPts val="2500"/>
              <a:buFont typeface="Barlow"/>
              <a:buNone/>
              <a:defRPr b="1" sz="2500">
                <a:latin typeface="Barlow"/>
                <a:ea typeface="Barlow"/>
                <a:cs typeface="Barlow"/>
                <a:sym typeface="Barlow"/>
              </a:defRPr>
            </a:lvl9pPr>
          </a:lstStyle>
          <a:p/>
        </p:txBody>
      </p:sp>
      <p:sp>
        <p:nvSpPr>
          <p:cNvPr id="306" name="Google Shape;306;p53"/>
          <p:cNvSpPr txBox="1"/>
          <p:nvPr>
            <p:ph idx="2" type="subTitle"/>
          </p:nvPr>
        </p:nvSpPr>
        <p:spPr>
          <a:xfrm>
            <a:off x="3423600" y="2688513"/>
            <a:ext cx="2296500" cy="457200"/>
          </a:xfrm>
          <a:prstGeom prst="rect">
            <a:avLst/>
          </a:prstGeom>
          <a:noFill/>
          <a:ln>
            <a:noFill/>
          </a:ln>
        </p:spPr>
        <p:txBody>
          <a:bodyPr anchorCtr="0" anchor="t" bIns="91425" lIns="91425" spcFirstLastPara="1" rIns="91425" wrap="square" tIns="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7" name="Google Shape;307;p53"/>
          <p:cNvSpPr txBox="1"/>
          <p:nvPr>
            <p:ph idx="3" type="title"/>
          </p:nvPr>
        </p:nvSpPr>
        <p:spPr>
          <a:xfrm>
            <a:off x="3423750" y="2150202"/>
            <a:ext cx="2296500" cy="457200"/>
          </a:xfrm>
          <a:prstGeom prst="rect">
            <a:avLst/>
          </a:prstGeom>
          <a:solidFill>
            <a:srgbClr val="D7073C"/>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200"/>
              <a:buNone/>
              <a:defRPr sz="2200">
                <a:solidFill>
                  <a:schemeClr val="lt1"/>
                </a:solidFill>
              </a:defRPr>
            </a:lvl1pPr>
            <a:lvl2pPr lvl="1" algn="ctr">
              <a:lnSpc>
                <a:spcPct val="100000"/>
              </a:lnSpc>
              <a:spcBef>
                <a:spcPts val="0"/>
              </a:spcBef>
              <a:spcAft>
                <a:spcPts val="0"/>
              </a:spcAft>
              <a:buSzPts val="2500"/>
              <a:buFont typeface="Barlow"/>
              <a:buNone/>
              <a:defRPr b="1" sz="2500">
                <a:latin typeface="Barlow"/>
                <a:ea typeface="Barlow"/>
                <a:cs typeface="Barlow"/>
                <a:sym typeface="Barlow"/>
              </a:defRPr>
            </a:lvl2pPr>
            <a:lvl3pPr lvl="2" algn="ctr">
              <a:lnSpc>
                <a:spcPct val="100000"/>
              </a:lnSpc>
              <a:spcBef>
                <a:spcPts val="0"/>
              </a:spcBef>
              <a:spcAft>
                <a:spcPts val="0"/>
              </a:spcAft>
              <a:buSzPts val="2500"/>
              <a:buFont typeface="Barlow"/>
              <a:buNone/>
              <a:defRPr b="1" sz="2500">
                <a:latin typeface="Barlow"/>
                <a:ea typeface="Barlow"/>
                <a:cs typeface="Barlow"/>
                <a:sym typeface="Barlow"/>
              </a:defRPr>
            </a:lvl3pPr>
            <a:lvl4pPr lvl="3" algn="ctr">
              <a:lnSpc>
                <a:spcPct val="100000"/>
              </a:lnSpc>
              <a:spcBef>
                <a:spcPts val="0"/>
              </a:spcBef>
              <a:spcAft>
                <a:spcPts val="0"/>
              </a:spcAft>
              <a:buSzPts val="2500"/>
              <a:buFont typeface="Barlow"/>
              <a:buNone/>
              <a:defRPr b="1" sz="2500">
                <a:latin typeface="Barlow"/>
                <a:ea typeface="Barlow"/>
                <a:cs typeface="Barlow"/>
                <a:sym typeface="Barlow"/>
              </a:defRPr>
            </a:lvl4pPr>
            <a:lvl5pPr lvl="4" algn="ctr">
              <a:lnSpc>
                <a:spcPct val="100000"/>
              </a:lnSpc>
              <a:spcBef>
                <a:spcPts val="0"/>
              </a:spcBef>
              <a:spcAft>
                <a:spcPts val="0"/>
              </a:spcAft>
              <a:buSzPts val="2500"/>
              <a:buFont typeface="Barlow"/>
              <a:buNone/>
              <a:defRPr b="1" sz="2500">
                <a:latin typeface="Barlow"/>
                <a:ea typeface="Barlow"/>
                <a:cs typeface="Barlow"/>
                <a:sym typeface="Barlow"/>
              </a:defRPr>
            </a:lvl5pPr>
            <a:lvl6pPr lvl="5" algn="ctr">
              <a:lnSpc>
                <a:spcPct val="100000"/>
              </a:lnSpc>
              <a:spcBef>
                <a:spcPts val="0"/>
              </a:spcBef>
              <a:spcAft>
                <a:spcPts val="0"/>
              </a:spcAft>
              <a:buSzPts val="2500"/>
              <a:buFont typeface="Barlow"/>
              <a:buNone/>
              <a:defRPr b="1" sz="2500">
                <a:latin typeface="Barlow"/>
                <a:ea typeface="Barlow"/>
                <a:cs typeface="Barlow"/>
                <a:sym typeface="Barlow"/>
              </a:defRPr>
            </a:lvl6pPr>
            <a:lvl7pPr lvl="6" algn="ctr">
              <a:lnSpc>
                <a:spcPct val="100000"/>
              </a:lnSpc>
              <a:spcBef>
                <a:spcPts val="0"/>
              </a:spcBef>
              <a:spcAft>
                <a:spcPts val="0"/>
              </a:spcAft>
              <a:buSzPts val="2500"/>
              <a:buFont typeface="Barlow"/>
              <a:buNone/>
              <a:defRPr b="1" sz="2500">
                <a:latin typeface="Barlow"/>
                <a:ea typeface="Barlow"/>
                <a:cs typeface="Barlow"/>
                <a:sym typeface="Barlow"/>
              </a:defRPr>
            </a:lvl7pPr>
            <a:lvl8pPr lvl="7" algn="ctr">
              <a:lnSpc>
                <a:spcPct val="100000"/>
              </a:lnSpc>
              <a:spcBef>
                <a:spcPts val="0"/>
              </a:spcBef>
              <a:spcAft>
                <a:spcPts val="0"/>
              </a:spcAft>
              <a:buSzPts val="2500"/>
              <a:buFont typeface="Barlow"/>
              <a:buNone/>
              <a:defRPr b="1" sz="2500">
                <a:latin typeface="Barlow"/>
                <a:ea typeface="Barlow"/>
                <a:cs typeface="Barlow"/>
                <a:sym typeface="Barlow"/>
              </a:defRPr>
            </a:lvl8pPr>
            <a:lvl9pPr lvl="8" algn="ctr">
              <a:lnSpc>
                <a:spcPct val="100000"/>
              </a:lnSpc>
              <a:spcBef>
                <a:spcPts val="0"/>
              </a:spcBef>
              <a:spcAft>
                <a:spcPts val="0"/>
              </a:spcAft>
              <a:buSzPts val="2500"/>
              <a:buFont typeface="Barlow"/>
              <a:buNone/>
              <a:defRPr b="1" sz="2500">
                <a:latin typeface="Barlow"/>
                <a:ea typeface="Barlow"/>
                <a:cs typeface="Barlow"/>
                <a:sym typeface="Barlow"/>
              </a:defRPr>
            </a:lvl9pPr>
          </a:lstStyle>
          <a:p/>
        </p:txBody>
      </p:sp>
      <p:sp>
        <p:nvSpPr>
          <p:cNvPr id="308" name="Google Shape;308;p53"/>
          <p:cNvSpPr txBox="1"/>
          <p:nvPr>
            <p:ph idx="4" type="subTitle"/>
          </p:nvPr>
        </p:nvSpPr>
        <p:spPr>
          <a:xfrm>
            <a:off x="3423750" y="3904025"/>
            <a:ext cx="2296500" cy="457200"/>
          </a:xfrm>
          <a:prstGeom prst="rect">
            <a:avLst/>
          </a:prstGeom>
          <a:noFill/>
          <a:ln>
            <a:noFill/>
          </a:ln>
        </p:spPr>
        <p:txBody>
          <a:bodyPr anchorCtr="0" anchor="t" bIns="91425" lIns="91425" spcFirstLastPara="1" rIns="91425" wrap="square" tIns="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9" name="Google Shape;309;p53"/>
          <p:cNvSpPr txBox="1"/>
          <p:nvPr>
            <p:ph idx="5" type="title"/>
          </p:nvPr>
        </p:nvSpPr>
        <p:spPr>
          <a:xfrm>
            <a:off x="3423750" y="3365703"/>
            <a:ext cx="2296500" cy="457200"/>
          </a:xfrm>
          <a:prstGeom prst="rect">
            <a:avLst/>
          </a:prstGeom>
          <a:solidFill>
            <a:srgbClr val="4C67ED"/>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200"/>
              <a:buNone/>
              <a:defRPr sz="2200">
                <a:solidFill>
                  <a:schemeClr val="dk1"/>
                </a:solidFill>
              </a:defRPr>
            </a:lvl1pPr>
            <a:lvl2pPr lvl="1" algn="ctr">
              <a:lnSpc>
                <a:spcPct val="100000"/>
              </a:lnSpc>
              <a:spcBef>
                <a:spcPts val="0"/>
              </a:spcBef>
              <a:spcAft>
                <a:spcPts val="0"/>
              </a:spcAft>
              <a:buSzPts val="2500"/>
              <a:buFont typeface="Barlow"/>
              <a:buNone/>
              <a:defRPr b="1" sz="2500">
                <a:latin typeface="Barlow"/>
                <a:ea typeface="Barlow"/>
                <a:cs typeface="Barlow"/>
                <a:sym typeface="Barlow"/>
              </a:defRPr>
            </a:lvl2pPr>
            <a:lvl3pPr lvl="2" algn="ctr">
              <a:lnSpc>
                <a:spcPct val="100000"/>
              </a:lnSpc>
              <a:spcBef>
                <a:spcPts val="0"/>
              </a:spcBef>
              <a:spcAft>
                <a:spcPts val="0"/>
              </a:spcAft>
              <a:buSzPts val="2500"/>
              <a:buFont typeface="Barlow"/>
              <a:buNone/>
              <a:defRPr b="1" sz="2500">
                <a:latin typeface="Barlow"/>
                <a:ea typeface="Barlow"/>
                <a:cs typeface="Barlow"/>
                <a:sym typeface="Barlow"/>
              </a:defRPr>
            </a:lvl3pPr>
            <a:lvl4pPr lvl="3" algn="ctr">
              <a:lnSpc>
                <a:spcPct val="100000"/>
              </a:lnSpc>
              <a:spcBef>
                <a:spcPts val="0"/>
              </a:spcBef>
              <a:spcAft>
                <a:spcPts val="0"/>
              </a:spcAft>
              <a:buSzPts val="2500"/>
              <a:buFont typeface="Barlow"/>
              <a:buNone/>
              <a:defRPr b="1" sz="2500">
                <a:latin typeface="Barlow"/>
                <a:ea typeface="Barlow"/>
                <a:cs typeface="Barlow"/>
                <a:sym typeface="Barlow"/>
              </a:defRPr>
            </a:lvl4pPr>
            <a:lvl5pPr lvl="4" algn="ctr">
              <a:lnSpc>
                <a:spcPct val="100000"/>
              </a:lnSpc>
              <a:spcBef>
                <a:spcPts val="0"/>
              </a:spcBef>
              <a:spcAft>
                <a:spcPts val="0"/>
              </a:spcAft>
              <a:buSzPts val="2500"/>
              <a:buFont typeface="Barlow"/>
              <a:buNone/>
              <a:defRPr b="1" sz="2500">
                <a:latin typeface="Barlow"/>
                <a:ea typeface="Barlow"/>
                <a:cs typeface="Barlow"/>
                <a:sym typeface="Barlow"/>
              </a:defRPr>
            </a:lvl5pPr>
            <a:lvl6pPr lvl="5" algn="ctr">
              <a:lnSpc>
                <a:spcPct val="100000"/>
              </a:lnSpc>
              <a:spcBef>
                <a:spcPts val="0"/>
              </a:spcBef>
              <a:spcAft>
                <a:spcPts val="0"/>
              </a:spcAft>
              <a:buSzPts val="2500"/>
              <a:buFont typeface="Barlow"/>
              <a:buNone/>
              <a:defRPr b="1" sz="2500">
                <a:latin typeface="Barlow"/>
                <a:ea typeface="Barlow"/>
                <a:cs typeface="Barlow"/>
                <a:sym typeface="Barlow"/>
              </a:defRPr>
            </a:lvl6pPr>
            <a:lvl7pPr lvl="6" algn="ctr">
              <a:lnSpc>
                <a:spcPct val="100000"/>
              </a:lnSpc>
              <a:spcBef>
                <a:spcPts val="0"/>
              </a:spcBef>
              <a:spcAft>
                <a:spcPts val="0"/>
              </a:spcAft>
              <a:buSzPts val="2500"/>
              <a:buFont typeface="Barlow"/>
              <a:buNone/>
              <a:defRPr b="1" sz="2500">
                <a:latin typeface="Barlow"/>
                <a:ea typeface="Barlow"/>
                <a:cs typeface="Barlow"/>
                <a:sym typeface="Barlow"/>
              </a:defRPr>
            </a:lvl7pPr>
            <a:lvl8pPr lvl="7" algn="ctr">
              <a:lnSpc>
                <a:spcPct val="100000"/>
              </a:lnSpc>
              <a:spcBef>
                <a:spcPts val="0"/>
              </a:spcBef>
              <a:spcAft>
                <a:spcPts val="0"/>
              </a:spcAft>
              <a:buSzPts val="2500"/>
              <a:buFont typeface="Barlow"/>
              <a:buNone/>
              <a:defRPr b="1" sz="2500">
                <a:latin typeface="Barlow"/>
                <a:ea typeface="Barlow"/>
                <a:cs typeface="Barlow"/>
                <a:sym typeface="Barlow"/>
              </a:defRPr>
            </a:lvl8pPr>
            <a:lvl9pPr lvl="8" algn="ctr">
              <a:lnSpc>
                <a:spcPct val="100000"/>
              </a:lnSpc>
              <a:spcBef>
                <a:spcPts val="0"/>
              </a:spcBef>
              <a:spcAft>
                <a:spcPts val="0"/>
              </a:spcAft>
              <a:buSzPts val="2500"/>
              <a:buFont typeface="Barlow"/>
              <a:buNone/>
              <a:defRPr b="1" sz="2500">
                <a:latin typeface="Barlow"/>
                <a:ea typeface="Barlow"/>
                <a:cs typeface="Barlow"/>
                <a:sym typeface="Barlow"/>
              </a:defRPr>
            </a:lvl9pPr>
          </a:lstStyle>
          <a:p/>
        </p:txBody>
      </p:sp>
      <p:sp>
        <p:nvSpPr>
          <p:cNvPr id="310" name="Google Shape;310;p53"/>
          <p:cNvSpPr/>
          <p:nvPr/>
        </p:nvSpPr>
        <p:spPr>
          <a:xfrm>
            <a:off x="7377200" y="2089950"/>
            <a:ext cx="1766704" cy="356851"/>
          </a:xfrm>
          <a:custGeom>
            <a:rect b="b" l="l" r="r" t="t"/>
            <a:pathLst>
              <a:path extrusionOk="0" h="2775" w="15325">
                <a:moveTo>
                  <a:pt x="1" y="0"/>
                </a:moveTo>
                <a:lnTo>
                  <a:pt x="1" y="2774"/>
                </a:lnTo>
                <a:lnTo>
                  <a:pt x="15324" y="2774"/>
                </a:lnTo>
                <a:lnTo>
                  <a:pt x="1532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53"/>
          <p:cNvSpPr/>
          <p:nvPr/>
        </p:nvSpPr>
        <p:spPr>
          <a:xfrm>
            <a:off x="357025" y="2089950"/>
            <a:ext cx="2071751" cy="356851"/>
          </a:xfrm>
          <a:custGeom>
            <a:rect b="b" l="l" r="r" t="t"/>
            <a:pathLst>
              <a:path extrusionOk="0" h="2775" w="4300">
                <a:moveTo>
                  <a:pt x="1" y="0"/>
                </a:moveTo>
                <a:lnTo>
                  <a:pt x="1" y="2774"/>
                </a:lnTo>
                <a:lnTo>
                  <a:pt x="4299" y="2774"/>
                </a:lnTo>
                <a:lnTo>
                  <a:pt x="4299"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53"/>
          <p:cNvSpPr/>
          <p:nvPr/>
        </p:nvSpPr>
        <p:spPr>
          <a:xfrm>
            <a:off x="6810278" y="1500450"/>
            <a:ext cx="1104154" cy="356872"/>
          </a:xfrm>
          <a:custGeom>
            <a:rect b="b" l="l" r="r" t="t"/>
            <a:pathLst>
              <a:path extrusionOk="0" h="2775" w="18027">
                <a:moveTo>
                  <a:pt x="0" y="0"/>
                </a:moveTo>
                <a:lnTo>
                  <a:pt x="0" y="2774"/>
                </a:lnTo>
                <a:lnTo>
                  <a:pt x="18026" y="2774"/>
                </a:lnTo>
                <a:lnTo>
                  <a:pt x="1802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53"/>
          <p:cNvSpPr/>
          <p:nvPr/>
        </p:nvSpPr>
        <p:spPr>
          <a:xfrm>
            <a:off x="6896029" y="2679300"/>
            <a:ext cx="2247805" cy="355450"/>
          </a:xfrm>
          <a:custGeom>
            <a:rect b="b" l="l" r="r" t="t"/>
            <a:pathLst>
              <a:path extrusionOk="0" h="2764" w="12872">
                <a:moveTo>
                  <a:pt x="1" y="1"/>
                </a:moveTo>
                <a:lnTo>
                  <a:pt x="1" y="2763"/>
                </a:lnTo>
                <a:lnTo>
                  <a:pt x="12871" y="2763"/>
                </a:lnTo>
                <a:lnTo>
                  <a:pt x="1287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53"/>
          <p:cNvSpPr/>
          <p:nvPr/>
        </p:nvSpPr>
        <p:spPr>
          <a:xfrm>
            <a:off x="8105579" y="1500450"/>
            <a:ext cx="1038298" cy="356872"/>
          </a:xfrm>
          <a:custGeom>
            <a:rect b="b" l="l" r="r" t="t"/>
            <a:pathLst>
              <a:path extrusionOk="0" h="2775" w="2882">
                <a:moveTo>
                  <a:pt x="1" y="0"/>
                </a:moveTo>
                <a:lnTo>
                  <a:pt x="1" y="2774"/>
                </a:lnTo>
                <a:lnTo>
                  <a:pt x="2882" y="2774"/>
                </a:lnTo>
                <a:lnTo>
                  <a:pt x="2882" y="0"/>
                </a:lnTo>
                <a:close/>
              </a:path>
            </a:pathLst>
          </a:custGeom>
          <a:solidFill>
            <a:srgbClr val="FFFFFF">
              <a:alpha val="5607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53"/>
          <p:cNvSpPr/>
          <p:nvPr/>
        </p:nvSpPr>
        <p:spPr>
          <a:xfrm>
            <a:off x="6739789" y="3268775"/>
            <a:ext cx="1104128" cy="355450"/>
          </a:xfrm>
          <a:custGeom>
            <a:rect b="b" l="l" r="r" t="t"/>
            <a:pathLst>
              <a:path extrusionOk="0" h="2764" w="18396">
                <a:moveTo>
                  <a:pt x="1" y="1"/>
                </a:moveTo>
                <a:lnTo>
                  <a:pt x="1" y="2763"/>
                </a:lnTo>
                <a:lnTo>
                  <a:pt x="18396" y="2763"/>
                </a:lnTo>
                <a:lnTo>
                  <a:pt x="18396"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53"/>
          <p:cNvSpPr/>
          <p:nvPr/>
        </p:nvSpPr>
        <p:spPr>
          <a:xfrm>
            <a:off x="18" y="3268775"/>
            <a:ext cx="1038298" cy="355450"/>
          </a:xfrm>
          <a:custGeom>
            <a:rect b="b" l="l" r="r" t="t"/>
            <a:pathLst>
              <a:path extrusionOk="0" h="2764" w="2882">
                <a:moveTo>
                  <a:pt x="0" y="1"/>
                </a:moveTo>
                <a:lnTo>
                  <a:pt x="0" y="2763"/>
                </a:lnTo>
                <a:lnTo>
                  <a:pt x="2881" y="2763"/>
                </a:lnTo>
                <a:lnTo>
                  <a:pt x="2881" y="1"/>
                </a:lnTo>
                <a:close/>
              </a:path>
            </a:pathLst>
          </a:custGeom>
          <a:solidFill>
            <a:srgbClr val="FFFFFF">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53"/>
          <p:cNvSpPr/>
          <p:nvPr/>
        </p:nvSpPr>
        <p:spPr>
          <a:xfrm>
            <a:off x="10" y="1500456"/>
            <a:ext cx="1104138" cy="356858"/>
          </a:xfrm>
          <a:custGeom>
            <a:rect b="b" l="l" r="r" t="t"/>
            <a:pathLst>
              <a:path extrusionOk="0" h="2775" w="8586">
                <a:moveTo>
                  <a:pt x="1" y="0"/>
                </a:moveTo>
                <a:lnTo>
                  <a:pt x="1" y="2774"/>
                </a:lnTo>
                <a:lnTo>
                  <a:pt x="8585" y="2774"/>
                </a:lnTo>
                <a:lnTo>
                  <a:pt x="8585"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53"/>
          <p:cNvSpPr/>
          <p:nvPr/>
        </p:nvSpPr>
        <p:spPr>
          <a:xfrm>
            <a:off x="1299972" y="1500450"/>
            <a:ext cx="490621" cy="356872"/>
          </a:xfrm>
          <a:custGeom>
            <a:rect b="b" l="l" r="r" t="t"/>
            <a:pathLst>
              <a:path extrusionOk="0" h="2775" w="18396">
                <a:moveTo>
                  <a:pt x="0" y="0"/>
                </a:moveTo>
                <a:lnTo>
                  <a:pt x="0" y="2774"/>
                </a:lnTo>
                <a:lnTo>
                  <a:pt x="18396" y="2774"/>
                </a:lnTo>
                <a:lnTo>
                  <a:pt x="1839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3">
    <p:spTree>
      <p:nvGrpSpPr>
        <p:cNvPr id="322" name="Shape 322"/>
        <p:cNvGrpSpPr/>
        <p:nvPr/>
      </p:nvGrpSpPr>
      <p:grpSpPr>
        <a:xfrm>
          <a:off x="0" y="0"/>
          <a:ext cx="0" cy="0"/>
          <a:chOff x="0" y="0"/>
          <a:chExt cx="0" cy="0"/>
        </a:xfrm>
      </p:grpSpPr>
      <p:sp>
        <p:nvSpPr>
          <p:cNvPr id="323" name="Google Shape;323;p38"/>
          <p:cNvSpPr/>
          <p:nvPr/>
        </p:nvSpPr>
        <p:spPr>
          <a:xfrm>
            <a:off x="0" y="4357775"/>
            <a:ext cx="6633906" cy="785368"/>
          </a:xfrm>
          <a:custGeom>
            <a:rect b="b" l="l" r="r" t="t"/>
            <a:pathLst>
              <a:path extrusionOk="0" h="16396" w="17241">
                <a:moveTo>
                  <a:pt x="0" y="1"/>
                </a:moveTo>
                <a:lnTo>
                  <a:pt x="0" y="16396"/>
                </a:lnTo>
                <a:lnTo>
                  <a:pt x="17240" y="16396"/>
                </a:lnTo>
                <a:lnTo>
                  <a:pt x="17240"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38"/>
          <p:cNvSpPr/>
          <p:nvPr/>
        </p:nvSpPr>
        <p:spPr>
          <a:xfrm>
            <a:off x="8355575" y="4357775"/>
            <a:ext cx="788431" cy="785368"/>
          </a:xfrm>
          <a:custGeom>
            <a:rect b="b" l="l" r="r" t="t"/>
            <a:pathLst>
              <a:path extrusionOk="0" h="16396" w="17241">
                <a:moveTo>
                  <a:pt x="0" y="1"/>
                </a:moveTo>
                <a:lnTo>
                  <a:pt x="0" y="16396"/>
                </a:lnTo>
                <a:lnTo>
                  <a:pt x="17240" y="16396"/>
                </a:lnTo>
                <a:lnTo>
                  <a:pt x="1724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38"/>
          <p:cNvSpPr/>
          <p:nvPr/>
        </p:nvSpPr>
        <p:spPr>
          <a:xfrm>
            <a:off x="1923700" y="0"/>
            <a:ext cx="7220221" cy="2724140"/>
          </a:xfrm>
          <a:custGeom>
            <a:rect b="b" l="l" r="r" t="t"/>
            <a:pathLst>
              <a:path extrusionOk="0" h="24170" w="52686">
                <a:moveTo>
                  <a:pt x="1" y="0"/>
                </a:moveTo>
                <a:lnTo>
                  <a:pt x="1" y="24170"/>
                </a:lnTo>
                <a:lnTo>
                  <a:pt x="52686" y="24170"/>
                </a:lnTo>
                <a:lnTo>
                  <a:pt x="52686"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38"/>
          <p:cNvSpPr txBox="1"/>
          <p:nvPr>
            <p:ph type="title"/>
          </p:nvPr>
        </p:nvSpPr>
        <p:spPr>
          <a:xfrm>
            <a:off x="2951850" y="700250"/>
            <a:ext cx="32403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4300"/>
            </a:lvl1pPr>
            <a:lvl2pPr lvl="1" algn="ctr">
              <a:lnSpc>
                <a:spcPct val="100000"/>
              </a:lnSpc>
              <a:spcBef>
                <a:spcPts val="0"/>
              </a:spcBef>
              <a:spcAft>
                <a:spcPts val="0"/>
              </a:spcAft>
              <a:buSzPts val="2400"/>
              <a:buNone/>
              <a:defRPr sz="3000">
                <a:solidFill>
                  <a:schemeClr val="dk1"/>
                </a:solidFill>
              </a:defRPr>
            </a:lvl2pPr>
            <a:lvl3pPr lvl="2" algn="ctr">
              <a:lnSpc>
                <a:spcPct val="100000"/>
              </a:lnSpc>
              <a:spcBef>
                <a:spcPts val="0"/>
              </a:spcBef>
              <a:spcAft>
                <a:spcPts val="0"/>
              </a:spcAft>
              <a:buSzPts val="2400"/>
              <a:buNone/>
              <a:defRPr sz="3000">
                <a:solidFill>
                  <a:schemeClr val="dk1"/>
                </a:solidFill>
              </a:defRPr>
            </a:lvl3pPr>
            <a:lvl4pPr lvl="3" algn="ctr">
              <a:lnSpc>
                <a:spcPct val="100000"/>
              </a:lnSpc>
              <a:spcBef>
                <a:spcPts val="0"/>
              </a:spcBef>
              <a:spcAft>
                <a:spcPts val="0"/>
              </a:spcAft>
              <a:buSzPts val="2400"/>
              <a:buNone/>
              <a:defRPr sz="3000">
                <a:solidFill>
                  <a:schemeClr val="dk1"/>
                </a:solidFill>
              </a:defRPr>
            </a:lvl4pPr>
            <a:lvl5pPr lvl="4" algn="ctr">
              <a:lnSpc>
                <a:spcPct val="100000"/>
              </a:lnSpc>
              <a:spcBef>
                <a:spcPts val="0"/>
              </a:spcBef>
              <a:spcAft>
                <a:spcPts val="0"/>
              </a:spcAft>
              <a:buSzPts val="2400"/>
              <a:buNone/>
              <a:defRPr sz="3000">
                <a:solidFill>
                  <a:schemeClr val="dk1"/>
                </a:solidFill>
              </a:defRPr>
            </a:lvl5pPr>
            <a:lvl6pPr lvl="5" algn="ctr">
              <a:lnSpc>
                <a:spcPct val="100000"/>
              </a:lnSpc>
              <a:spcBef>
                <a:spcPts val="0"/>
              </a:spcBef>
              <a:spcAft>
                <a:spcPts val="0"/>
              </a:spcAft>
              <a:buSzPts val="2400"/>
              <a:buNone/>
              <a:defRPr sz="3000">
                <a:solidFill>
                  <a:schemeClr val="dk1"/>
                </a:solidFill>
              </a:defRPr>
            </a:lvl6pPr>
            <a:lvl7pPr lvl="6" algn="ctr">
              <a:lnSpc>
                <a:spcPct val="100000"/>
              </a:lnSpc>
              <a:spcBef>
                <a:spcPts val="0"/>
              </a:spcBef>
              <a:spcAft>
                <a:spcPts val="0"/>
              </a:spcAft>
              <a:buSzPts val="2400"/>
              <a:buNone/>
              <a:defRPr sz="3000">
                <a:solidFill>
                  <a:schemeClr val="dk1"/>
                </a:solidFill>
              </a:defRPr>
            </a:lvl7pPr>
            <a:lvl8pPr lvl="7" algn="ctr">
              <a:lnSpc>
                <a:spcPct val="100000"/>
              </a:lnSpc>
              <a:spcBef>
                <a:spcPts val="0"/>
              </a:spcBef>
              <a:spcAft>
                <a:spcPts val="0"/>
              </a:spcAft>
              <a:buSzPts val="2400"/>
              <a:buNone/>
              <a:defRPr sz="3000">
                <a:solidFill>
                  <a:schemeClr val="dk1"/>
                </a:solidFill>
              </a:defRPr>
            </a:lvl8pPr>
            <a:lvl9pPr lvl="8" algn="ctr">
              <a:lnSpc>
                <a:spcPct val="100000"/>
              </a:lnSpc>
              <a:spcBef>
                <a:spcPts val="0"/>
              </a:spcBef>
              <a:spcAft>
                <a:spcPts val="0"/>
              </a:spcAft>
              <a:buSzPts val="2400"/>
              <a:buNone/>
              <a:defRPr sz="3000">
                <a:solidFill>
                  <a:schemeClr val="dk1"/>
                </a:solidFill>
              </a:defRPr>
            </a:lvl9pPr>
          </a:lstStyle>
          <a:p/>
        </p:txBody>
      </p:sp>
      <p:sp>
        <p:nvSpPr>
          <p:cNvPr id="327" name="Google Shape;327;p38"/>
          <p:cNvSpPr txBox="1"/>
          <p:nvPr>
            <p:ph idx="1" type="subTitle"/>
          </p:nvPr>
        </p:nvSpPr>
        <p:spPr>
          <a:xfrm>
            <a:off x="2951850" y="1515875"/>
            <a:ext cx="3240300" cy="1208400"/>
          </a:xfrm>
          <a:prstGeom prst="rect">
            <a:avLst/>
          </a:prstGeom>
          <a:noFill/>
          <a:ln>
            <a:noFill/>
          </a:ln>
        </p:spPr>
        <p:txBody>
          <a:bodyPr anchorCtr="0" anchor="t" bIns="91425" lIns="91425" spcFirstLastPara="1" rIns="91425" wrap="square" tIns="0">
            <a:noAutofit/>
          </a:bodyPr>
          <a:lstStyle>
            <a:lvl1pPr lvl="0" algn="ctr">
              <a:lnSpc>
                <a:spcPct val="100000"/>
              </a:lnSpc>
              <a:spcBef>
                <a:spcPts val="0"/>
              </a:spcBef>
              <a:spcAft>
                <a:spcPts val="0"/>
              </a:spcAft>
              <a:buClr>
                <a:schemeClr val="dk1"/>
              </a:buClr>
              <a:buSzPts val="3000"/>
              <a:buNone/>
              <a:defRPr sz="1600">
                <a:solidFill>
                  <a:schemeClr val="dk1"/>
                </a:solidFill>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328" name="Google Shape;328;p38"/>
          <p:cNvSpPr/>
          <p:nvPr/>
        </p:nvSpPr>
        <p:spPr>
          <a:xfrm>
            <a:off x="7377200" y="2089950"/>
            <a:ext cx="1766704" cy="356851"/>
          </a:xfrm>
          <a:custGeom>
            <a:rect b="b" l="l" r="r" t="t"/>
            <a:pathLst>
              <a:path extrusionOk="0" h="2775" w="15325">
                <a:moveTo>
                  <a:pt x="1" y="0"/>
                </a:moveTo>
                <a:lnTo>
                  <a:pt x="1" y="2774"/>
                </a:lnTo>
                <a:lnTo>
                  <a:pt x="15324" y="2774"/>
                </a:lnTo>
                <a:lnTo>
                  <a:pt x="1532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38"/>
          <p:cNvSpPr/>
          <p:nvPr/>
        </p:nvSpPr>
        <p:spPr>
          <a:xfrm>
            <a:off x="357025" y="2089950"/>
            <a:ext cx="2071751" cy="356851"/>
          </a:xfrm>
          <a:custGeom>
            <a:rect b="b" l="l" r="r" t="t"/>
            <a:pathLst>
              <a:path extrusionOk="0" h="2775" w="4300">
                <a:moveTo>
                  <a:pt x="1" y="0"/>
                </a:moveTo>
                <a:lnTo>
                  <a:pt x="1" y="2774"/>
                </a:lnTo>
                <a:lnTo>
                  <a:pt x="4299" y="2774"/>
                </a:lnTo>
                <a:lnTo>
                  <a:pt x="4299"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38"/>
          <p:cNvSpPr/>
          <p:nvPr/>
        </p:nvSpPr>
        <p:spPr>
          <a:xfrm>
            <a:off x="6810278" y="1500450"/>
            <a:ext cx="1104154" cy="356872"/>
          </a:xfrm>
          <a:custGeom>
            <a:rect b="b" l="l" r="r" t="t"/>
            <a:pathLst>
              <a:path extrusionOk="0" h="2775" w="18027">
                <a:moveTo>
                  <a:pt x="0" y="0"/>
                </a:moveTo>
                <a:lnTo>
                  <a:pt x="0" y="2774"/>
                </a:lnTo>
                <a:lnTo>
                  <a:pt x="18026" y="2774"/>
                </a:lnTo>
                <a:lnTo>
                  <a:pt x="1802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38"/>
          <p:cNvSpPr/>
          <p:nvPr/>
        </p:nvSpPr>
        <p:spPr>
          <a:xfrm>
            <a:off x="6896029" y="2679300"/>
            <a:ext cx="2247805" cy="355450"/>
          </a:xfrm>
          <a:custGeom>
            <a:rect b="b" l="l" r="r" t="t"/>
            <a:pathLst>
              <a:path extrusionOk="0" h="2764" w="12872">
                <a:moveTo>
                  <a:pt x="1" y="1"/>
                </a:moveTo>
                <a:lnTo>
                  <a:pt x="1" y="2763"/>
                </a:lnTo>
                <a:lnTo>
                  <a:pt x="12871" y="2763"/>
                </a:lnTo>
                <a:lnTo>
                  <a:pt x="1287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38"/>
          <p:cNvSpPr/>
          <p:nvPr/>
        </p:nvSpPr>
        <p:spPr>
          <a:xfrm>
            <a:off x="8105579" y="1500450"/>
            <a:ext cx="1038298" cy="356872"/>
          </a:xfrm>
          <a:custGeom>
            <a:rect b="b" l="l" r="r" t="t"/>
            <a:pathLst>
              <a:path extrusionOk="0" h="2775" w="2882">
                <a:moveTo>
                  <a:pt x="1" y="0"/>
                </a:moveTo>
                <a:lnTo>
                  <a:pt x="1" y="2774"/>
                </a:lnTo>
                <a:lnTo>
                  <a:pt x="2882" y="2774"/>
                </a:lnTo>
                <a:lnTo>
                  <a:pt x="2882" y="0"/>
                </a:lnTo>
                <a:close/>
              </a:path>
            </a:pathLst>
          </a:custGeom>
          <a:solidFill>
            <a:srgbClr val="FFFFFF">
              <a:alpha val="5607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38"/>
          <p:cNvSpPr/>
          <p:nvPr/>
        </p:nvSpPr>
        <p:spPr>
          <a:xfrm>
            <a:off x="6739789" y="3268775"/>
            <a:ext cx="1104128" cy="355450"/>
          </a:xfrm>
          <a:custGeom>
            <a:rect b="b" l="l" r="r" t="t"/>
            <a:pathLst>
              <a:path extrusionOk="0" h="2764" w="18396">
                <a:moveTo>
                  <a:pt x="1" y="1"/>
                </a:moveTo>
                <a:lnTo>
                  <a:pt x="1" y="2763"/>
                </a:lnTo>
                <a:lnTo>
                  <a:pt x="18396" y="2763"/>
                </a:lnTo>
                <a:lnTo>
                  <a:pt x="18396"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38"/>
          <p:cNvSpPr/>
          <p:nvPr/>
        </p:nvSpPr>
        <p:spPr>
          <a:xfrm>
            <a:off x="18" y="3268775"/>
            <a:ext cx="1038298" cy="355450"/>
          </a:xfrm>
          <a:custGeom>
            <a:rect b="b" l="l" r="r" t="t"/>
            <a:pathLst>
              <a:path extrusionOk="0" h="2764" w="2882">
                <a:moveTo>
                  <a:pt x="0" y="1"/>
                </a:moveTo>
                <a:lnTo>
                  <a:pt x="0" y="2763"/>
                </a:lnTo>
                <a:lnTo>
                  <a:pt x="2881" y="2763"/>
                </a:lnTo>
                <a:lnTo>
                  <a:pt x="2881" y="1"/>
                </a:lnTo>
                <a:close/>
              </a:path>
            </a:pathLst>
          </a:custGeom>
          <a:solidFill>
            <a:srgbClr val="FFFFFF">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38"/>
          <p:cNvSpPr/>
          <p:nvPr/>
        </p:nvSpPr>
        <p:spPr>
          <a:xfrm>
            <a:off x="10" y="1500456"/>
            <a:ext cx="1104138" cy="356858"/>
          </a:xfrm>
          <a:custGeom>
            <a:rect b="b" l="l" r="r" t="t"/>
            <a:pathLst>
              <a:path extrusionOk="0" h="2775" w="8586">
                <a:moveTo>
                  <a:pt x="1" y="0"/>
                </a:moveTo>
                <a:lnTo>
                  <a:pt x="1" y="2774"/>
                </a:lnTo>
                <a:lnTo>
                  <a:pt x="8585" y="2774"/>
                </a:lnTo>
                <a:lnTo>
                  <a:pt x="8585"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38"/>
          <p:cNvSpPr/>
          <p:nvPr/>
        </p:nvSpPr>
        <p:spPr>
          <a:xfrm>
            <a:off x="1299972" y="1500450"/>
            <a:ext cx="490621" cy="356872"/>
          </a:xfrm>
          <a:custGeom>
            <a:rect b="b" l="l" r="r" t="t"/>
            <a:pathLst>
              <a:path extrusionOk="0" h="2775" w="18396">
                <a:moveTo>
                  <a:pt x="0" y="0"/>
                </a:moveTo>
                <a:lnTo>
                  <a:pt x="0" y="2774"/>
                </a:lnTo>
                <a:lnTo>
                  <a:pt x="18396" y="2774"/>
                </a:lnTo>
                <a:lnTo>
                  <a:pt x="1839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7" name="Shape 337"/>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2">
  <p:cSld name="CUSTOM_4_1">
    <p:spTree>
      <p:nvGrpSpPr>
        <p:cNvPr id="338" name="Shape 338"/>
        <p:cNvGrpSpPr/>
        <p:nvPr/>
      </p:nvGrpSpPr>
      <p:grpSpPr>
        <a:xfrm>
          <a:off x="0" y="0"/>
          <a:ext cx="0" cy="0"/>
          <a:chOff x="0" y="0"/>
          <a:chExt cx="0" cy="0"/>
        </a:xfrm>
      </p:grpSpPr>
      <p:sp>
        <p:nvSpPr>
          <p:cNvPr id="339" name="Google Shape;339;p55"/>
          <p:cNvSpPr/>
          <p:nvPr/>
        </p:nvSpPr>
        <p:spPr>
          <a:xfrm flipH="1">
            <a:off x="-4" y="2089950"/>
            <a:ext cx="1766704" cy="356851"/>
          </a:xfrm>
          <a:custGeom>
            <a:rect b="b" l="l" r="r" t="t"/>
            <a:pathLst>
              <a:path extrusionOk="0" h="2775" w="15325">
                <a:moveTo>
                  <a:pt x="1" y="0"/>
                </a:moveTo>
                <a:lnTo>
                  <a:pt x="1" y="2774"/>
                </a:lnTo>
                <a:lnTo>
                  <a:pt x="15324" y="2774"/>
                </a:lnTo>
                <a:lnTo>
                  <a:pt x="1532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55"/>
          <p:cNvSpPr/>
          <p:nvPr/>
        </p:nvSpPr>
        <p:spPr>
          <a:xfrm flipH="1">
            <a:off x="6715125" y="2089950"/>
            <a:ext cx="2071751" cy="356851"/>
          </a:xfrm>
          <a:custGeom>
            <a:rect b="b" l="l" r="r" t="t"/>
            <a:pathLst>
              <a:path extrusionOk="0" h="2775" w="4300">
                <a:moveTo>
                  <a:pt x="1" y="0"/>
                </a:moveTo>
                <a:lnTo>
                  <a:pt x="1" y="2774"/>
                </a:lnTo>
                <a:lnTo>
                  <a:pt x="4299" y="2774"/>
                </a:lnTo>
                <a:lnTo>
                  <a:pt x="4299"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55"/>
          <p:cNvSpPr/>
          <p:nvPr/>
        </p:nvSpPr>
        <p:spPr>
          <a:xfrm flipH="1">
            <a:off x="1229469" y="1500450"/>
            <a:ext cx="1104154" cy="356872"/>
          </a:xfrm>
          <a:custGeom>
            <a:rect b="b" l="l" r="r" t="t"/>
            <a:pathLst>
              <a:path extrusionOk="0" h="2775" w="18027">
                <a:moveTo>
                  <a:pt x="0" y="0"/>
                </a:moveTo>
                <a:lnTo>
                  <a:pt x="0" y="2774"/>
                </a:lnTo>
                <a:lnTo>
                  <a:pt x="18026" y="2774"/>
                </a:lnTo>
                <a:lnTo>
                  <a:pt x="1802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55"/>
          <p:cNvSpPr/>
          <p:nvPr/>
        </p:nvSpPr>
        <p:spPr>
          <a:xfrm flipH="1">
            <a:off x="66" y="2679300"/>
            <a:ext cx="2247805" cy="355450"/>
          </a:xfrm>
          <a:custGeom>
            <a:rect b="b" l="l" r="r" t="t"/>
            <a:pathLst>
              <a:path extrusionOk="0" h="2764" w="12872">
                <a:moveTo>
                  <a:pt x="1" y="1"/>
                </a:moveTo>
                <a:lnTo>
                  <a:pt x="1" y="2763"/>
                </a:lnTo>
                <a:lnTo>
                  <a:pt x="12871" y="2763"/>
                </a:lnTo>
                <a:lnTo>
                  <a:pt x="1287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55"/>
          <p:cNvSpPr/>
          <p:nvPr/>
        </p:nvSpPr>
        <p:spPr>
          <a:xfrm flipH="1">
            <a:off x="23" y="1500450"/>
            <a:ext cx="1038298" cy="356872"/>
          </a:xfrm>
          <a:custGeom>
            <a:rect b="b" l="l" r="r" t="t"/>
            <a:pathLst>
              <a:path extrusionOk="0" h="2775" w="2882">
                <a:moveTo>
                  <a:pt x="1" y="0"/>
                </a:moveTo>
                <a:lnTo>
                  <a:pt x="1" y="2774"/>
                </a:lnTo>
                <a:lnTo>
                  <a:pt x="2882" y="2774"/>
                </a:lnTo>
                <a:lnTo>
                  <a:pt x="2882"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55"/>
          <p:cNvSpPr/>
          <p:nvPr/>
        </p:nvSpPr>
        <p:spPr>
          <a:xfrm flipH="1">
            <a:off x="1299983" y="3268775"/>
            <a:ext cx="1104128" cy="355450"/>
          </a:xfrm>
          <a:custGeom>
            <a:rect b="b" l="l" r="r" t="t"/>
            <a:pathLst>
              <a:path extrusionOk="0" h="2764" w="18396">
                <a:moveTo>
                  <a:pt x="1" y="1"/>
                </a:moveTo>
                <a:lnTo>
                  <a:pt x="1" y="2763"/>
                </a:lnTo>
                <a:lnTo>
                  <a:pt x="18396" y="2763"/>
                </a:lnTo>
                <a:lnTo>
                  <a:pt x="18396"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55"/>
          <p:cNvSpPr/>
          <p:nvPr/>
        </p:nvSpPr>
        <p:spPr>
          <a:xfrm flipH="1">
            <a:off x="8105584" y="3268775"/>
            <a:ext cx="1038298" cy="355450"/>
          </a:xfrm>
          <a:custGeom>
            <a:rect b="b" l="l" r="r" t="t"/>
            <a:pathLst>
              <a:path extrusionOk="0" h="2764" w="2882">
                <a:moveTo>
                  <a:pt x="0" y="1"/>
                </a:moveTo>
                <a:lnTo>
                  <a:pt x="0" y="2763"/>
                </a:lnTo>
                <a:lnTo>
                  <a:pt x="2881" y="2763"/>
                </a:lnTo>
                <a:lnTo>
                  <a:pt x="2881"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55"/>
          <p:cNvSpPr/>
          <p:nvPr/>
        </p:nvSpPr>
        <p:spPr>
          <a:xfrm flipH="1">
            <a:off x="8039752" y="1500456"/>
            <a:ext cx="1104138" cy="356858"/>
          </a:xfrm>
          <a:custGeom>
            <a:rect b="b" l="l" r="r" t="t"/>
            <a:pathLst>
              <a:path extrusionOk="0" h="2775" w="8586">
                <a:moveTo>
                  <a:pt x="1" y="0"/>
                </a:moveTo>
                <a:lnTo>
                  <a:pt x="1" y="2774"/>
                </a:lnTo>
                <a:lnTo>
                  <a:pt x="8585" y="2774"/>
                </a:lnTo>
                <a:lnTo>
                  <a:pt x="8585"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55"/>
          <p:cNvSpPr/>
          <p:nvPr/>
        </p:nvSpPr>
        <p:spPr>
          <a:xfrm flipH="1">
            <a:off x="5478250" y="1500456"/>
            <a:ext cx="2365680" cy="356858"/>
          </a:xfrm>
          <a:custGeom>
            <a:rect b="b" l="l" r="r" t="t"/>
            <a:pathLst>
              <a:path extrusionOk="0" h="2775" w="18396">
                <a:moveTo>
                  <a:pt x="0" y="0"/>
                </a:moveTo>
                <a:lnTo>
                  <a:pt x="0" y="2774"/>
                </a:lnTo>
                <a:lnTo>
                  <a:pt x="18396" y="2774"/>
                </a:lnTo>
                <a:lnTo>
                  <a:pt x="1839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55"/>
          <p:cNvSpPr/>
          <p:nvPr/>
        </p:nvSpPr>
        <p:spPr>
          <a:xfrm flipH="1">
            <a:off x="6896105" y="912525"/>
            <a:ext cx="2247799" cy="355301"/>
          </a:xfrm>
          <a:custGeom>
            <a:rect b="b" l="l" r="r" t="t"/>
            <a:pathLst>
              <a:path extrusionOk="0" h="2763" w="12348">
                <a:moveTo>
                  <a:pt x="1" y="0"/>
                </a:moveTo>
                <a:lnTo>
                  <a:pt x="1" y="2762"/>
                </a:lnTo>
                <a:lnTo>
                  <a:pt x="12348" y="2762"/>
                </a:lnTo>
                <a:lnTo>
                  <a:pt x="12348"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55"/>
          <p:cNvSpPr/>
          <p:nvPr/>
        </p:nvSpPr>
        <p:spPr>
          <a:xfrm>
            <a:off x="2094075" y="1123150"/>
            <a:ext cx="4955589" cy="4020450"/>
          </a:xfrm>
          <a:custGeom>
            <a:rect b="b" l="l" r="r" t="t"/>
            <a:pathLst>
              <a:path extrusionOk="0" h="92191" w="151663">
                <a:moveTo>
                  <a:pt x="0" y="0"/>
                </a:moveTo>
                <a:lnTo>
                  <a:pt x="0" y="92190"/>
                </a:lnTo>
                <a:lnTo>
                  <a:pt x="151662" y="92190"/>
                </a:lnTo>
                <a:lnTo>
                  <a:pt x="15166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55"/>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3000">
                <a:solidFill>
                  <a:srgbClr val="4C67ED"/>
                </a:solidFill>
              </a:defRPr>
            </a:lvl1pPr>
            <a:lvl2pPr lvl="1" algn="ctr">
              <a:lnSpc>
                <a:spcPct val="100000"/>
              </a:lnSpc>
              <a:spcBef>
                <a:spcPts val="0"/>
              </a:spcBef>
              <a:spcAft>
                <a:spcPts val="0"/>
              </a:spcAft>
              <a:buSzPts val="2400"/>
              <a:buNone/>
              <a:defRPr sz="3000">
                <a:solidFill>
                  <a:schemeClr val="dk2"/>
                </a:solidFill>
              </a:defRPr>
            </a:lvl2pPr>
            <a:lvl3pPr lvl="2" algn="ctr">
              <a:lnSpc>
                <a:spcPct val="100000"/>
              </a:lnSpc>
              <a:spcBef>
                <a:spcPts val="0"/>
              </a:spcBef>
              <a:spcAft>
                <a:spcPts val="0"/>
              </a:spcAft>
              <a:buSzPts val="2400"/>
              <a:buNone/>
              <a:defRPr sz="3000">
                <a:solidFill>
                  <a:schemeClr val="dk2"/>
                </a:solidFill>
              </a:defRPr>
            </a:lvl3pPr>
            <a:lvl4pPr lvl="3" algn="ctr">
              <a:lnSpc>
                <a:spcPct val="100000"/>
              </a:lnSpc>
              <a:spcBef>
                <a:spcPts val="0"/>
              </a:spcBef>
              <a:spcAft>
                <a:spcPts val="0"/>
              </a:spcAft>
              <a:buSzPts val="2400"/>
              <a:buNone/>
              <a:defRPr sz="3000">
                <a:solidFill>
                  <a:schemeClr val="dk2"/>
                </a:solidFill>
              </a:defRPr>
            </a:lvl4pPr>
            <a:lvl5pPr lvl="4" algn="ctr">
              <a:lnSpc>
                <a:spcPct val="100000"/>
              </a:lnSpc>
              <a:spcBef>
                <a:spcPts val="0"/>
              </a:spcBef>
              <a:spcAft>
                <a:spcPts val="0"/>
              </a:spcAft>
              <a:buSzPts val="2400"/>
              <a:buNone/>
              <a:defRPr sz="3000">
                <a:solidFill>
                  <a:schemeClr val="dk2"/>
                </a:solidFill>
              </a:defRPr>
            </a:lvl5pPr>
            <a:lvl6pPr lvl="5" algn="ctr">
              <a:lnSpc>
                <a:spcPct val="100000"/>
              </a:lnSpc>
              <a:spcBef>
                <a:spcPts val="0"/>
              </a:spcBef>
              <a:spcAft>
                <a:spcPts val="0"/>
              </a:spcAft>
              <a:buSzPts val="2400"/>
              <a:buNone/>
              <a:defRPr sz="3000">
                <a:solidFill>
                  <a:schemeClr val="dk2"/>
                </a:solidFill>
              </a:defRPr>
            </a:lvl6pPr>
            <a:lvl7pPr lvl="6" algn="ctr">
              <a:lnSpc>
                <a:spcPct val="100000"/>
              </a:lnSpc>
              <a:spcBef>
                <a:spcPts val="0"/>
              </a:spcBef>
              <a:spcAft>
                <a:spcPts val="0"/>
              </a:spcAft>
              <a:buSzPts val="2400"/>
              <a:buNone/>
              <a:defRPr sz="3000">
                <a:solidFill>
                  <a:schemeClr val="dk2"/>
                </a:solidFill>
              </a:defRPr>
            </a:lvl7pPr>
            <a:lvl8pPr lvl="7" algn="ctr">
              <a:lnSpc>
                <a:spcPct val="100000"/>
              </a:lnSpc>
              <a:spcBef>
                <a:spcPts val="0"/>
              </a:spcBef>
              <a:spcAft>
                <a:spcPts val="0"/>
              </a:spcAft>
              <a:buSzPts val="2400"/>
              <a:buNone/>
              <a:defRPr sz="3000">
                <a:solidFill>
                  <a:schemeClr val="dk2"/>
                </a:solidFill>
              </a:defRPr>
            </a:lvl8pPr>
            <a:lvl9pPr lvl="8" algn="ctr">
              <a:lnSpc>
                <a:spcPct val="100000"/>
              </a:lnSpc>
              <a:spcBef>
                <a:spcPts val="0"/>
              </a:spcBef>
              <a:spcAft>
                <a:spcPts val="0"/>
              </a:spcAft>
              <a:buSzPts val="2400"/>
              <a:buNone/>
              <a:defRPr sz="3000">
                <a:solidFill>
                  <a:schemeClr val="dk2"/>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1B212C"/>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Overpass Mono"/>
              <a:buNone/>
              <a:defRPr b="1" i="0" sz="2800" u="none" cap="none" strike="noStrike">
                <a:solidFill>
                  <a:schemeClr val="lt1"/>
                </a:solidFill>
                <a:latin typeface="Overpass Mono"/>
                <a:ea typeface="Overpass Mono"/>
                <a:cs typeface="Overpass Mono"/>
                <a:sym typeface="Overpass Mono"/>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1"/>
              </a:buClr>
              <a:buSzPts val="1800"/>
              <a:buFont typeface="Anaheim"/>
              <a:buChar char="●"/>
              <a:defRPr b="0" i="0" sz="1800" u="none" cap="none" strike="noStrike">
                <a:solidFill>
                  <a:schemeClr val="lt1"/>
                </a:solidFill>
                <a:latin typeface="Anaheim"/>
                <a:ea typeface="Anaheim"/>
                <a:cs typeface="Anaheim"/>
                <a:sym typeface="Anaheim"/>
              </a:defRPr>
            </a:lvl1pPr>
            <a:lvl2pPr indent="-317500" lvl="1" marL="914400" marR="0" rtl="0" algn="l">
              <a:lnSpc>
                <a:spcPct val="115000"/>
              </a:lnSpc>
              <a:spcBef>
                <a:spcPts val="1600"/>
              </a:spcBef>
              <a:spcAft>
                <a:spcPts val="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2pPr>
            <a:lvl3pPr indent="-317500" lvl="2" marL="1371600" marR="0" rtl="0" algn="l">
              <a:lnSpc>
                <a:spcPct val="115000"/>
              </a:lnSpc>
              <a:spcBef>
                <a:spcPts val="1600"/>
              </a:spcBef>
              <a:spcAft>
                <a:spcPts val="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3pPr>
            <a:lvl4pPr indent="-317500" lvl="3" marL="1828800" marR="0" rtl="0" algn="l">
              <a:lnSpc>
                <a:spcPct val="115000"/>
              </a:lnSpc>
              <a:spcBef>
                <a:spcPts val="1600"/>
              </a:spcBef>
              <a:spcAft>
                <a:spcPts val="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4pPr>
            <a:lvl5pPr indent="-317500" lvl="4" marL="2286000" marR="0" rtl="0" algn="l">
              <a:lnSpc>
                <a:spcPct val="115000"/>
              </a:lnSpc>
              <a:spcBef>
                <a:spcPts val="1600"/>
              </a:spcBef>
              <a:spcAft>
                <a:spcPts val="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5pPr>
            <a:lvl6pPr indent="-317500" lvl="5" marL="2743200" marR="0" rtl="0" algn="l">
              <a:lnSpc>
                <a:spcPct val="115000"/>
              </a:lnSpc>
              <a:spcBef>
                <a:spcPts val="1600"/>
              </a:spcBef>
              <a:spcAft>
                <a:spcPts val="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6pPr>
            <a:lvl7pPr indent="-317500" lvl="6" marL="3200400" marR="0" rtl="0" algn="l">
              <a:lnSpc>
                <a:spcPct val="115000"/>
              </a:lnSpc>
              <a:spcBef>
                <a:spcPts val="1600"/>
              </a:spcBef>
              <a:spcAft>
                <a:spcPts val="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7pPr>
            <a:lvl8pPr indent="-317500" lvl="7" marL="3657600" marR="0" rtl="0" algn="l">
              <a:lnSpc>
                <a:spcPct val="115000"/>
              </a:lnSpc>
              <a:spcBef>
                <a:spcPts val="1600"/>
              </a:spcBef>
              <a:spcAft>
                <a:spcPts val="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8pPr>
            <a:lvl9pPr indent="-317500" lvl="8" marL="4114800" marR="0" rtl="0" algn="l">
              <a:lnSpc>
                <a:spcPct val="115000"/>
              </a:lnSpc>
              <a:spcBef>
                <a:spcPts val="1600"/>
              </a:spcBef>
              <a:spcAft>
                <a:spcPts val="160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54">
          <p15:clr>
            <a:srgbClr val="EA4335"/>
          </p15:clr>
        </p15:guide>
        <p15:guide id="2" pos="5306">
          <p15:clr>
            <a:srgbClr val="EA4335"/>
          </p15:clr>
        </p15:guide>
        <p15:guide id="3" orient="horz" pos="340">
          <p15:clr>
            <a:srgbClr val="EA4335"/>
          </p15:clr>
        </p15:guide>
        <p15:guide id="4" orient="horz" pos="2898">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1B212C"/>
        </a:solidFill>
      </p:bgPr>
    </p:bg>
    <p:spTree>
      <p:nvGrpSpPr>
        <p:cNvPr id="319" name="Shape 319"/>
        <p:cNvGrpSpPr/>
        <p:nvPr/>
      </p:nvGrpSpPr>
      <p:grpSpPr>
        <a:xfrm>
          <a:off x="0" y="0"/>
          <a:ext cx="0" cy="0"/>
          <a:chOff x="0" y="0"/>
          <a:chExt cx="0" cy="0"/>
        </a:xfrm>
      </p:grpSpPr>
      <p:sp>
        <p:nvSpPr>
          <p:cNvPr id="320" name="Google Shape;320;p37"/>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1pPr>
            <a:lvl2pPr lvl="1"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2pPr>
            <a:lvl3pPr lvl="2"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3pPr>
            <a:lvl4pPr lvl="3"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4pPr>
            <a:lvl5pPr lvl="4"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5pPr>
            <a:lvl6pPr lvl="5"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6pPr>
            <a:lvl7pPr lvl="6"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7pPr>
            <a:lvl8pPr lvl="7"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8pPr>
            <a:lvl9pPr lvl="8"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9pPr>
          </a:lstStyle>
          <a:p/>
        </p:txBody>
      </p:sp>
      <p:sp>
        <p:nvSpPr>
          <p:cNvPr id="321" name="Google Shape;321;p37"/>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1pPr>
            <a:lvl2pPr indent="-298450" lvl="1" marL="9144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2pPr>
            <a:lvl3pPr indent="-298450" lvl="2" marL="13716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3pPr>
            <a:lvl4pPr indent="-298450" lvl="3" marL="18288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4pPr>
            <a:lvl5pPr indent="-298450" lvl="4" marL="22860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5pPr>
            <a:lvl6pPr indent="-298450" lvl="5" marL="27432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6pPr>
            <a:lvl7pPr indent="-298450" lvl="6" marL="32004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7pPr>
            <a:lvl8pPr indent="-298450" lvl="7" marL="36576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8pPr>
            <a:lvl9pPr indent="-298450" lvl="8" marL="41148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5.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0.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4.gi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4.gi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13.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6.gi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5.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
          <p:cNvSpPr txBox="1"/>
          <p:nvPr>
            <p:ph type="ctrTitle"/>
          </p:nvPr>
        </p:nvSpPr>
        <p:spPr>
          <a:xfrm>
            <a:off x="596100" y="1222370"/>
            <a:ext cx="8520600" cy="1910400"/>
          </a:xfrm>
          <a:prstGeom prst="rect">
            <a:avLst/>
          </a:prstGeom>
          <a:noFill/>
          <a:ln>
            <a:noFill/>
          </a:ln>
        </p:spPr>
        <p:txBody>
          <a:bodyPr anchorCtr="0" anchor="b" bIns="0" lIns="91425" spcFirstLastPara="1" rIns="91425" wrap="square" tIns="91425">
            <a:noAutofit/>
          </a:bodyPr>
          <a:lstStyle/>
          <a:p>
            <a:pPr indent="0" lvl="0" marL="0" rtl="0" algn="l">
              <a:spcBef>
                <a:spcPts val="0"/>
              </a:spcBef>
              <a:spcAft>
                <a:spcPts val="0"/>
              </a:spcAft>
              <a:buSzPts val="6900"/>
              <a:buNone/>
            </a:pPr>
            <a:r>
              <a:rPr lang="pt-BR" sz="5600"/>
              <a:t>ARA0110</a:t>
            </a:r>
            <a:endParaRPr sz="5600"/>
          </a:p>
          <a:p>
            <a:pPr indent="0" lvl="0" marL="0" rtl="0" algn="l">
              <a:spcBef>
                <a:spcPts val="0"/>
              </a:spcBef>
              <a:spcAft>
                <a:spcPts val="0"/>
              </a:spcAft>
              <a:buSzPts val="6900"/>
              <a:buNone/>
            </a:pPr>
            <a:r>
              <a:rPr lang="pt-BR" sz="5600"/>
              <a:t>PADRÕES DE PROJETO</a:t>
            </a:r>
            <a:endParaRPr/>
          </a:p>
        </p:txBody>
      </p:sp>
      <p:sp>
        <p:nvSpPr>
          <p:cNvPr id="356" name="Google Shape;356;p1"/>
          <p:cNvSpPr txBox="1"/>
          <p:nvPr>
            <p:ph idx="1" type="subTitle"/>
          </p:nvPr>
        </p:nvSpPr>
        <p:spPr>
          <a:xfrm>
            <a:off x="769050" y="3396100"/>
            <a:ext cx="8520600" cy="792600"/>
          </a:xfrm>
          <a:prstGeom prst="rect">
            <a:avLst/>
          </a:prstGeom>
          <a:noFill/>
          <a:ln>
            <a:noFill/>
          </a:ln>
        </p:spPr>
        <p:txBody>
          <a:bodyPr anchorCtr="0" anchor="t" bIns="91425" lIns="91425" spcFirstLastPara="1" rIns="91425" wrap="square" tIns="0">
            <a:noAutofit/>
          </a:bodyPr>
          <a:lstStyle/>
          <a:p>
            <a:pPr indent="0" lvl="0" marL="0" rtl="0" algn="l">
              <a:spcBef>
                <a:spcPts val="0"/>
              </a:spcBef>
              <a:spcAft>
                <a:spcPts val="0"/>
              </a:spcAft>
              <a:buSzPts val="2100"/>
              <a:buNone/>
            </a:pPr>
            <a:r>
              <a:rPr lang="pt-BR"/>
              <a:t>Aula 05: Padrões de projeto estruturais - parte 2</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d1b2d940f1_0_0"/>
          <p:cNvSpPr txBox="1"/>
          <p:nvPr>
            <p:ph type="title"/>
          </p:nvPr>
        </p:nvSpPr>
        <p:spPr>
          <a:xfrm>
            <a:off x="3762375" y="1012300"/>
            <a:ext cx="4915200" cy="1940100"/>
          </a:xfrm>
          <a:prstGeom prst="rect">
            <a:avLst/>
          </a:prstGeom>
          <a:noFill/>
          <a:ln>
            <a:noFill/>
          </a:ln>
        </p:spPr>
        <p:txBody>
          <a:bodyPr anchorCtr="0" anchor="ctr" bIns="0" lIns="91425" spcFirstLastPara="1" rIns="91425" wrap="square" tIns="0">
            <a:noAutofit/>
          </a:bodyPr>
          <a:lstStyle/>
          <a:p>
            <a:pPr indent="0" lvl="0" marL="0" rtl="0" algn="r">
              <a:lnSpc>
                <a:spcPct val="100000"/>
              </a:lnSpc>
              <a:spcBef>
                <a:spcPts val="0"/>
              </a:spcBef>
              <a:spcAft>
                <a:spcPts val="0"/>
              </a:spcAft>
              <a:buSzPts val="3500"/>
              <a:buNone/>
            </a:pPr>
            <a:r>
              <a:rPr lang="pt-BR"/>
              <a:t>RECAPITULANDO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3d1b2d940f1_0_318"/>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pt-BR"/>
              <a:t>Os padrões de projeto estruturais focam na forma como a estrutura dos objetos são compostas, para formar estruturas maiores e completas.</a:t>
            </a:r>
            <a:endParaRPr/>
          </a:p>
          <a:p>
            <a:pPr indent="0" lvl="0" marL="0" rtl="0" algn="just">
              <a:lnSpc>
                <a:spcPct val="100000"/>
              </a:lnSpc>
              <a:spcBef>
                <a:spcPts val="0"/>
              </a:spcBef>
              <a:spcAft>
                <a:spcPts val="0"/>
              </a:spcAft>
              <a:buNone/>
            </a:pPr>
            <a:r>
              <a:t/>
            </a:r>
            <a:endParaRPr/>
          </a:p>
          <a:p>
            <a:pPr indent="0" lvl="0" marL="0" rtl="0" algn="just">
              <a:lnSpc>
                <a:spcPct val="100000"/>
              </a:lnSpc>
              <a:spcBef>
                <a:spcPts val="0"/>
              </a:spcBef>
              <a:spcAft>
                <a:spcPts val="0"/>
              </a:spcAft>
              <a:buNone/>
            </a:pPr>
            <a:r>
              <a:rPr lang="pt-BR"/>
              <a:t>Nesses padrões, encontramos diversas abordagens de estruturação e composição de objetos.</a:t>
            </a:r>
            <a:endParaRPr/>
          </a:p>
        </p:txBody>
      </p:sp>
      <p:sp>
        <p:nvSpPr>
          <p:cNvPr id="367" name="Google Shape;367;g3d1b2d940f1_0_318"/>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PADRÕES ESTRUTURAIS</a:t>
            </a:r>
            <a:endParaRPr sz="2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20a6dd2528c_0_40"/>
          <p:cNvSpPr txBox="1"/>
          <p:nvPr>
            <p:ph type="title"/>
          </p:nvPr>
        </p:nvSpPr>
        <p:spPr>
          <a:xfrm>
            <a:off x="3762375" y="1012300"/>
            <a:ext cx="4915200" cy="1940100"/>
          </a:xfrm>
          <a:prstGeom prst="rect">
            <a:avLst/>
          </a:prstGeom>
          <a:noFill/>
          <a:ln>
            <a:noFill/>
          </a:ln>
        </p:spPr>
        <p:txBody>
          <a:bodyPr anchorCtr="0" anchor="ctr" bIns="0" lIns="91425" spcFirstLastPara="1" rIns="91425" wrap="square" tIns="0">
            <a:noAutofit/>
          </a:bodyPr>
          <a:lstStyle/>
          <a:p>
            <a:pPr indent="0" lvl="0" marL="0" rtl="0" algn="r">
              <a:lnSpc>
                <a:spcPct val="100000"/>
              </a:lnSpc>
              <a:spcBef>
                <a:spcPts val="0"/>
              </a:spcBef>
              <a:spcAft>
                <a:spcPts val="0"/>
              </a:spcAft>
              <a:buSzPts val="3500"/>
              <a:buNone/>
            </a:pPr>
            <a:r>
              <a:rPr lang="pt-BR"/>
              <a:t>DECORATOR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d1b2d940f1_0_641"/>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Dinamicamente, agregar responsabilidades adicionais a um objeto. Os decorators fornecem uma alternativa flexível ao uso de subclasses para extensão de funcionalidades.</a:t>
            </a:r>
            <a:endParaRPr/>
          </a:p>
          <a:p>
            <a:pPr indent="0" lvl="0" marL="0" rtl="0" algn="just">
              <a:lnSpc>
                <a:spcPct val="100000"/>
              </a:lnSpc>
              <a:spcBef>
                <a:spcPts val="0"/>
              </a:spcBef>
              <a:spcAft>
                <a:spcPts val="0"/>
              </a:spcAft>
              <a:buSzPts val="1600"/>
              <a:buNone/>
            </a:pPr>
            <a:r>
              <a:t/>
            </a:r>
            <a:endParaRPr/>
          </a:p>
          <a:p>
            <a:pPr indent="0" lvl="0" marL="0" rtl="0" algn="just">
              <a:spcBef>
                <a:spcPts val="0"/>
              </a:spcBef>
              <a:spcAft>
                <a:spcPts val="0"/>
              </a:spcAft>
              <a:buSzPts val="1600"/>
              <a:buNone/>
            </a:pPr>
            <a:r>
              <a:rPr lang="pt-BR"/>
              <a:t>GoF, Padrões de Projetos. p.170</a:t>
            </a:r>
            <a:endParaRPr/>
          </a:p>
        </p:txBody>
      </p:sp>
      <p:sp>
        <p:nvSpPr>
          <p:cNvPr id="378" name="Google Shape;378;g3d1b2d940f1_0_641"/>
          <p:cNvSpPr txBox="1"/>
          <p:nvPr>
            <p:ph type="title"/>
          </p:nvPr>
        </p:nvSpPr>
        <p:spPr>
          <a:xfrm>
            <a:off x="4655731" y="1323800"/>
            <a:ext cx="3963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DEFINIÇÃO</a:t>
            </a:r>
            <a:endParaRPr/>
          </a:p>
        </p:txBody>
      </p:sp>
      <p:sp>
        <p:nvSpPr>
          <p:cNvPr id="379" name="Google Shape;379;g3d1b2d940f1_0_641"/>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3d1b2d940f1_0_641"/>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g3d1b2d940f1_0_641"/>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2" name="Google Shape;382;g3d1b2d940f1_0_641"/>
          <p:cNvPicPr preferRelativeResize="0"/>
          <p:nvPr/>
        </p:nvPicPr>
        <p:blipFill>
          <a:blip r:embed="rId3">
            <a:alphaModFix/>
          </a:blip>
          <a:stretch>
            <a:fillRect/>
          </a:stretch>
        </p:blipFill>
        <p:spPr>
          <a:xfrm>
            <a:off x="0" y="1579225"/>
            <a:ext cx="3224401" cy="246573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d1b2d940f1_0_650"/>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SzPts val="1600"/>
              <a:buNone/>
            </a:pPr>
            <a:r>
              <a:rPr lang="pt-BR"/>
              <a:t>Em algumas situações, queremos adicionar responsabilidades a objetos individuais, e não em toda a classe. Por exemplo, em um jogo de RPG temos um personagem base que vai incrementando habilidades em cima de seu estado base, acrescentando coisas sem alterar o personagem base.</a:t>
            </a:r>
            <a:endParaRPr/>
          </a:p>
        </p:txBody>
      </p:sp>
      <p:sp>
        <p:nvSpPr>
          <p:cNvPr id="388" name="Google Shape;388;g3d1b2d940f1_0_650"/>
          <p:cNvSpPr txBox="1"/>
          <p:nvPr>
            <p:ph type="title"/>
          </p:nvPr>
        </p:nvSpPr>
        <p:spPr>
          <a:xfrm>
            <a:off x="4655731" y="1323800"/>
            <a:ext cx="3963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MOTIVAÇÃO</a:t>
            </a:r>
            <a:endParaRPr/>
          </a:p>
        </p:txBody>
      </p:sp>
      <p:sp>
        <p:nvSpPr>
          <p:cNvPr id="389" name="Google Shape;389;g3d1b2d940f1_0_650"/>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g3d1b2d940f1_0_650"/>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g3d1b2d940f1_0_650"/>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92" name="Google Shape;392;g3d1b2d940f1_0_650"/>
          <p:cNvPicPr preferRelativeResize="0"/>
          <p:nvPr/>
        </p:nvPicPr>
        <p:blipFill>
          <a:blip r:embed="rId3">
            <a:alphaModFix/>
          </a:blip>
          <a:stretch>
            <a:fillRect/>
          </a:stretch>
        </p:blipFill>
        <p:spPr>
          <a:xfrm>
            <a:off x="0" y="1579225"/>
            <a:ext cx="3224401" cy="246573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g3d1b2d940f1_0_659"/>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DIAGRAMA</a:t>
            </a:r>
            <a:endParaRPr/>
          </a:p>
        </p:txBody>
      </p:sp>
      <p:pic>
        <p:nvPicPr>
          <p:cNvPr id="398" name="Google Shape;398;g3d1b2d940f1_0_659"/>
          <p:cNvPicPr preferRelativeResize="0"/>
          <p:nvPr/>
        </p:nvPicPr>
        <p:blipFill>
          <a:blip r:embed="rId3">
            <a:alphaModFix/>
          </a:blip>
          <a:stretch>
            <a:fillRect/>
          </a:stretch>
        </p:blipFill>
        <p:spPr>
          <a:xfrm>
            <a:off x="1576205" y="1012200"/>
            <a:ext cx="5991589" cy="39788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d1b2d940f1_0_664"/>
          <p:cNvSpPr txBox="1"/>
          <p:nvPr>
            <p:ph idx="1" type="body"/>
          </p:nvPr>
        </p:nvSpPr>
        <p:spPr>
          <a:xfrm>
            <a:off x="4579525" y="2383800"/>
            <a:ext cx="3932700" cy="27243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b="1" lang="pt-BR"/>
              <a:t>Component</a:t>
            </a:r>
            <a:r>
              <a:rPr lang="pt-BR"/>
              <a:t>: interface que define uma operação executada no sistema</a:t>
            </a:r>
            <a:endParaRPr/>
          </a:p>
          <a:p>
            <a:pPr indent="-330200" lvl="0" marL="457200" rtl="0" algn="just">
              <a:lnSpc>
                <a:spcPct val="100000"/>
              </a:lnSpc>
              <a:spcBef>
                <a:spcPts val="0"/>
              </a:spcBef>
              <a:spcAft>
                <a:spcPts val="0"/>
              </a:spcAft>
              <a:buSzPts val="1600"/>
              <a:buChar char="-"/>
            </a:pPr>
            <a:r>
              <a:rPr b="1" lang="pt-BR"/>
              <a:t>ConcreteComponent</a:t>
            </a:r>
            <a:r>
              <a:rPr lang="pt-BR"/>
              <a:t>: implementação da operação executada no sistema</a:t>
            </a:r>
            <a:endParaRPr/>
          </a:p>
          <a:p>
            <a:pPr indent="-330200" lvl="0" marL="457200" rtl="0" algn="just">
              <a:lnSpc>
                <a:spcPct val="100000"/>
              </a:lnSpc>
              <a:spcBef>
                <a:spcPts val="0"/>
              </a:spcBef>
              <a:spcAft>
                <a:spcPts val="0"/>
              </a:spcAft>
              <a:buSzPts val="1600"/>
              <a:buChar char="-"/>
            </a:pPr>
            <a:r>
              <a:rPr b="1" lang="pt-BR"/>
              <a:t>Decorator</a:t>
            </a:r>
            <a:r>
              <a:rPr lang="pt-BR"/>
              <a:t>: interface que estende a operação e mantém uma composição com o próprio componente</a:t>
            </a:r>
            <a:endParaRPr/>
          </a:p>
          <a:p>
            <a:pPr indent="-330200" lvl="0" marL="457200" rtl="0" algn="just">
              <a:lnSpc>
                <a:spcPct val="100000"/>
              </a:lnSpc>
              <a:spcBef>
                <a:spcPts val="0"/>
              </a:spcBef>
              <a:spcAft>
                <a:spcPts val="0"/>
              </a:spcAft>
              <a:buSzPts val="1600"/>
              <a:buChar char="-"/>
            </a:pPr>
            <a:r>
              <a:rPr b="1" lang="pt-BR"/>
              <a:t>ConcreteDecoratorX</a:t>
            </a:r>
            <a:r>
              <a:rPr lang="pt-BR"/>
              <a:t>: implementação do decorator, com características próprias, mas mantendo a composição</a:t>
            </a:r>
            <a:endParaRPr/>
          </a:p>
        </p:txBody>
      </p:sp>
      <p:sp>
        <p:nvSpPr>
          <p:cNvPr id="404" name="Google Shape;404;g3d1b2d940f1_0_664"/>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PARTICIPANTES</a:t>
            </a:r>
            <a:endParaRPr sz="2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g3d1b2d940f1_0_1316"/>
          <p:cNvSpPr txBox="1"/>
          <p:nvPr>
            <p:ph idx="1" type="body"/>
          </p:nvPr>
        </p:nvSpPr>
        <p:spPr>
          <a:xfrm>
            <a:off x="4579525" y="2383800"/>
            <a:ext cx="3932700" cy="27243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b="1" lang="pt-BR"/>
              <a:t>Cliente</a:t>
            </a:r>
            <a:r>
              <a:rPr lang="pt-BR"/>
              <a:t>: elemento que cria a instância do componente e incrementa funcionalidades ao redor do componente concreto</a:t>
            </a:r>
            <a:endParaRPr/>
          </a:p>
        </p:txBody>
      </p:sp>
      <p:sp>
        <p:nvSpPr>
          <p:cNvPr id="410" name="Google Shape;410;g3d1b2d940f1_0_1316"/>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PARTICIPANTES</a:t>
            </a:r>
            <a:endParaRPr sz="2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3d1b2d940f1_0_988"/>
          <p:cNvSpPr txBox="1"/>
          <p:nvPr>
            <p:ph idx="1" type="body"/>
          </p:nvPr>
        </p:nvSpPr>
        <p:spPr>
          <a:xfrm>
            <a:off x="4579525" y="2540600"/>
            <a:ext cx="3932700" cy="24018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pt-BR"/>
              <a:t>No cliente, iniciamos a instância do componente concreto. A partir disso, adicionamos implementações do decorador, que irão rodear componente, incrementando funcionalidades ao método executado.</a:t>
            </a:r>
            <a:endParaRPr/>
          </a:p>
          <a:p>
            <a:pPr indent="0" lvl="0" marL="0" rtl="0" algn="just">
              <a:lnSpc>
                <a:spcPct val="100000"/>
              </a:lnSpc>
              <a:spcBef>
                <a:spcPts val="0"/>
              </a:spcBef>
              <a:spcAft>
                <a:spcPts val="0"/>
              </a:spcAft>
              <a:buNone/>
            </a:pPr>
            <a:r>
              <a:t/>
            </a:r>
            <a:endParaRPr/>
          </a:p>
          <a:p>
            <a:pPr indent="0" lvl="0" marL="0" rtl="0" algn="just">
              <a:lnSpc>
                <a:spcPct val="100000"/>
              </a:lnSpc>
              <a:spcBef>
                <a:spcPts val="0"/>
              </a:spcBef>
              <a:spcAft>
                <a:spcPts val="0"/>
              </a:spcAft>
              <a:buNone/>
            </a:pPr>
            <a:r>
              <a:rPr lang="pt-BR"/>
              <a:t>Semelhante ao padrão </a:t>
            </a:r>
            <a:r>
              <a:rPr b="1" lang="pt-BR"/>
              <a:t>Composite</a:t>
            </a:r>
            <a:r>
              <a:rPr lang="pt-BR"/>
              <a:t>, temos a recursividade de métodos presentes, mas agora apenas com uma referência.</a:t>
            </a:r>
            <a:endParaRPr/>
          </a:p>
        </p:txBody>
      </p:sp>
      <p:sp>
        <p:nvSpPr>
          <p:cNvPr id="416" name="Google Shape;416;g3d1b2d940f1_0_988"/>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UTILIZAÇÃO</a:t>
            </a:r>
            <a:endParaRPr sz="2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3d1b2d940f1_0_1307"/>
          <p:cNvSpPr txBox="1"/>
          <p:nvPr>
            <p:ph idx="1" type="body"/>
          </p:nvPr>
        </p:nvSpPr>
        <p:spPr>
          <a:xfrm>
            <a:off x="4401425" y="1997200"/>
            <a:ext cx="41871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Vamos tratar de um sistema de personalização de pedidos de uma cafeteria. Nesse sistema, temos um objeto base que representa um café e, na formação do pedido, inserimos adicionais ao café (leite, chocolate, caramelo etc).</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pt-BR"/>
              <a:t>Vamos desenvolver esse sistema.</a:t>
            </a:r>
            <a:endParaRPr/>
          </a:p>
        </p:txBody>
      </p:sp>
      <p:sp>
        <p:nvSpPr>
          <p:cNvPr id="422" name="Google Shape;422;g3d1b2d940f1_0_1307"/>
          <p:cNvSpPr txBox="1"/>
          <p:nvPr>
            <p:ph type="title"/>
          </p:nvPr>
        </p:nvSpPr>
        <p:spPr>
          <a:xfrm>
            <a:off x="4431925" y="1323800"/>
            <a:ext cx="41871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HORA DE EXERCÍCIO</a:t>
            </a:r>
            <a:endParaRPr/>
          </a:p>
        </p:txBody>
      </p:sp>
      <p:sp>
        <p:nvSpPr>
          <p:cNvPr id="423" name="Google Shape;423;g3d1b2d940f1_0_1307"/>
          <p:cNvSpPr/>
          <p:nvPr/>
        </p:nvSpPr>
        <p:spPr>
          <a:xfrm>
            <a:off x="0" y="1476225"/>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g3d1b2d940f1_0_1307"/>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g3d1b2d940f1_0_1307"/>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6" name="Google Shape;426;g3d1b2d940f1_0_1307"/>
          <p:cNvPicPr preferRelativeResize="0"/>
          <p:nvPr/>
        </p:nvPicPr>
        <p:blipFill rotWithShape="1">
          <a:blip r:embed="rId3">
            <a:alphaModFix/>
          </a:blip>
          <a:srcRect b="0" l="22179" r="0" t="0"/>
          <a:stretch/>
        </p:blipFill>
        <p:spPr>
          <a:xfrm>
            <a:off x="-3" y="1574988"/>
            <a:ext cx="3224401" cy="257341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d1b2d940f1_0_1321"/>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DIAGRAMA</a:t>
            </a:r>
            <a:endParaRPr/>
          </a:p>
        </p:txBody>
      </p:sp>
      <p:pic>
        <p:nvPicPr>
          <p:cNvPr id="432" name="Google Shape;432;g3d1b2d940f1_0_1321"/>
          <p:cNvPicPr preferRelativeResize="0"/>
          <p:nvPr/>
        </p:nvPicPr>
        <p:blipFill>
          <a:blip r:embed="rId3">
            <a:alphaModFix/>
          </a:blip>
          <a:stretch>
            <a:fillRect/>
          </a:stretch>
        </p:blipFill>
        <p:spPr>
          <a:xfrm>
            <a:off x="1405684" y="1012200"/>
            <a:ext cx="6332633" cy="3826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g3d1b2d940f1_0_1327"/>
          <p:cNvSpPr txBox="1"/>
          <p:nvPr>
            <p:ph idx="1" type="body"/>
          </p:nvPr>
        </p:nvSpPr>
        <p:spPr>
          <a:xfrm>
            <a:off x="4401425" y="1997200"/>
            <a:ext cx="41871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Imagine um sistema que envia alertas. O núcleo envia apenas E-mail. Mas o cliente quer receber também por SMS, WhatsApp e Slack.</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pt-BR"/>
              <a:t>Dessa forma, podemos configurar diferentes combinações de canais de comunicação para enviar alertas junto do e-mail.</a:t>
            </a:r>
            <a:endParaRPr/>
          </a:p>
        </p:txBody>
      </p:sp>
      <p:sp>
        <p:nvSpPr>
          <p:cNvPr id="438" name="Google Shape;438;g3d1b2d940f1_0_1327"/>
          <p:cNvSpPr txBox="1"/>
          <p:nvPr>
            <p:ph type="title"/>
          </p:nvPr>
        </p:nvSpPr>
        <p:spPr>
          <a:xfrm>
            <a:off x="4431925" y="1323800"/>
            <a:ext cx="41871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HORA DE EXERCÍCIO</a:t>
            </a:r>
            <a:endParaRPr/>
          </a:p>
        </p:txBody>
      </p:sp>
      <p:sp>
        <p:nvSpPr>
          <p:cNvPr id="439" name="Google Shape;439;g3d1b2d940f1_0_1327"/>
          <p:cNvSpPr/>
          <p:nvPr/>
        </p:nvSpPr>
        <p:spPr>
          <a:xfrm>
            <a:off x="0" y="1476225"/>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g3d1b2d940f1_0_1327"/>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g3d1b2d940f1_0_1327"/>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42" name="Google Shape;442;g3d1b2d940f1_0_1327"/>
          <p:cNvPicPr preferRelativeResize="0"/>
          <p:nvPr/>
        </p:nvPicPr>
        <p:blipFill rotWithShape="1">
          <a:blip r:embed="rId3">
            <a:alphaModFix/>
          </a:blip>
          <a:srcRect b="0" l="22179" r="0" t="0"/>
          <a:stretch/>
        </p:blipFill>
        <p:spPr>
          <a:xfrm>
            <a:off x="-3" y="1574988"/>
            <a:ext cx="3224401" cy="257341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g3d1b2d940f1_0_1336"/>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DIAGRAMA?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d1b2d940f1_0_1343"/>
          <p:cNvSpPr txBox="1"/>
          <p:nvPr>
            <p:ph idx="1" type="body"/>
          </p:nvPr>
        </p:nvSpPr>
        <p:spPr>
          <a:xfrm>
            <a:off x="4579525" y="2540600"/>
            <a:ext cx="3932700" cy="23892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lang="pt-BR"/>
              <a:t>Dentro do sistema, precisamos adicionar responsabilidades a objetos individuais de forma dinâmica e transparente</a:t>
            </a:r>
            <a:endParaRPr/>
          </a:p>
          <a:p>
            <a:pPr indent="-330200" lvl="0" marL="457200" rtl="0" algn="just">
              <a:lnSpc>
                <a:spcPct val="100000"/>
              </a:lnSpc>
              <a:spcBef>
                <a:spcPts val="0"/>
              </a:spcBef>
              <a:spcAft>
                <a:spcPts val="0"/>
              </a:spcAft>
              <a:buSzPts val="1600"/>
              <a:buChar char="-"/>
            </a:pPr>
            <a:r>
              <a:rPr lang="pt-BR"/>
              <a:t>Algumas funcionalidades podem ser removidas</a:t>
            </a:r>
            <a:endParaRPr/>
          </a:p>
          <a:p>
            <a:pPr indent="-330200" lvl="0" marL="457200" rtl="0" algn="just">
              <a:lnSpc>
                <a:spcPct val="100000"/>
              </a:lnSpc>
              <a:spcBef>
                <a:spcPts val="0"/>
              </a:spcBef>
              <a:spcAft>
                <a:spcPts val="0"/>
              </a:spcAft>
              <a:buSzPts val="1600"/>
              <a:buChar char="-"/>
            </a:pPr>
            <a:r>
              <a:rPr lang="pt-BR"/>
              <a:t>No desenvolvimento, a extensão através de subclasses não é prática</a:t>
            </a:r>
            <a:endParaRPr/>
          </a:p>
        </p:txBody>
      </p:sp>
      <p:sp>
        <p:nvSpPr>
          <p:cNvPr id="453" name="Google Shape;453;g3d1b2d940f1_0_1343"/>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APLICABILIDADE</a:t>
            </a:r>
            <a:endParaRPr sz="25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d1b2d940f1_0_1348"/>
          <p:cNvSpPr txBox="1"/>
          <p:nvPr>
            <p:ph idx="1" type="body"/>
          </p:nvPr>
        </p:nvSpPr>
        <p:spPr>
          <a:xfrm>
            <a:off x="4579525" y="2476484"/>
            <a:ext cx="3932700" cy="23892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lang="pt-BR"/>
              <a:t>Maior flexibilidade do que a herança estática</a:t>
            </a:r>
            <a:endParaRPr/>
          </a:p>
          <a:p>
            <a:pPr indent="-330200" lvl="0" marL="457200" rtl="0" algn="just">
              <a:lnSpc>
                <a:spcPct val="100000"/>
              </a:lnSpc>
              <a:spcBef>
                <a:spcPts val="0"/>
              </a:spcBef>
              <a:spcAft>
                <a:spcPts val="0"/>
              </a:spcAft>
              <a:buSzPts val="1600"/>
              <a:buChar char="-"/>
            </a:pPr>
            <a:r>
              <a:rPr lang="pt-BR"/>
              <a:t>Evita classes sobrecarregadas de características na parte superior da hierarquia</a:t>
            </a:r>
            <a:endParaRPr/>
          </a:p>
          <a:p>
            <a:pPr indent="-330200" lvl="0" marL="457200" rtl="0" algn="just">
              <a:lnSpc>
                <a:spcPct val="100000"/>
              </a:lnSpc>
              <a:spcBef>
                <a:spcPts val="0"/>
              </a:spcBef>
              <a:spcAft>
                <a:spcPts val="0"/>
              </a:spcAft>
              <a:buSzPts val="1600"/>
              <a:buChar char="-"/>
            </a:pPr>
            <a:r>
              <a:rPr lang="pt-BR"/>
              <a:t>Um decorator e seu componente não são idênticos</a:t>
            </a:r>
            <a:endParaRPr/>
          </a:p>
          <a:p>
            <a:pPr indent="-330200" lvl="0" marL="457200" rtl="0" algn="just">
              <a:lnSpc>
                <a:spcPct val="100000"/>
              </a:lnSpc>
              <a:spcBef>
                <a:spcPts val="0"/>
              </a:spcBef>
              <a:spcAft>
                <a:spcPts val="0"/>
              </a:spcAft>
              <a:buSzPts val="1600"/>
              <a:buChar char="-"/>
            </a:pPr>
            <a:r>
              <a:rPr lang="pt-BR"/>
              <a:t>Grande quantidade de pequenos objetos</a:t>
            </a:r>
            <a:endParaRPr/>
          </a:p>
        </p:txBody>
      </p:sp>
      <p:sp>
        <p:nvSpPr>
          <p:cNvPr id="459" name="Google Shape;459;g3d1b2d940f1_0_1348"/>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CONSEQUÊNCIAS</a:t>
            </a:r>
            <a:endParaRPr sz="2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3d1b2d940f1_0_1991"/>
          <p:cNvSpPr txBox="1"/>
          <p:nvPr>
            <p:ph type="title"/>
          </p:nvPr>
        </p:nvSpPr>
        <p:spPr>
          <a:xfrm>
            <a:off x="3762375" y="1012300"/>
            <a:ext cx="4915200" cy="1940100"/>
          </a:xfrm>
          <a:prstGeom prst="rect">
            <a:avLst/>
          </a:prstGeom>
          <a:noFill/>
          <a:ln>
            <a:noFill/>
          </a:ln>
        </p:spPr>
        <p:txBody>
          <a:bodyPr anchorCtr="0" anchor="ctr" bIns="0" lIns="91425" spcFirstLastPara="1" rIns="91425" wrap="square" tIns="0">
            <a:noAutofit/>
          </a:bodyPr>
          <a:lstStyle/>
          <a:p>
            <a:pPr indent="0" lvl="0" marL="0" rtl="0" algn="r">
              <a:lnSpc>
                <a:spcPct val="100000"/>
              </a:lnSpc>
              <a:spcBef>
                <a:spcPts val="0"/>
              </a:spcBef>
              <a:spcAft>
                <a:spcPts val="0"/>
              </a:spcAft>
              <a:buSzPts val="3500"/>
              <a:buNone/>
            </a:pPr>
            <a:r>
              <a:rPr lang="pt-BR"/>
              <a:t>FACADE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g3d1b2d940f1_0_1995"/>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Fornecer uma interface unificada para um conjunto de interfaces em um subsistema. Façade define uma interface de nível mais alto que torna o subsistema mais fácil de ser usado.</a:t>
            </a:r>
            <a:endParaRPr/>
          </a:p>
          <a:p>
            <a:pPr indent="0" lvl="0" marL="0" rtl="0" algn="just">
              <a:lnSpc>
                <a:spcPct val="100000"/>
              </a:lnSpc>
              <a:spcBef>
                <a:spcPts val="0"/>
              </a:spcBef>
              <a:spcAft>
                <a:spcPts val="0"/>
              </a:spcAft>
              <a:buSzPts val="1600"/>
              <a:buNone/>
            </a:pPr>
            <a:r>
              <a:t/>
            </a:r>
            <a:endParaRPr/>
          </a:p>
          <a:p>
            <a:pPr indent="0" lvl="0" marL="0" rtl="0" algn="just">
              <a:spcBef>
                <a:spcPts val="0"/>
              </a:spcBef>
              <a:spcAft>
                <a:spcPts val="0"/>
              </a:spcAft>
              <a:buSzPts val="1600"/>
              <a:buNone/>
            </a:pPr>
            <a:r>
              <a:rPr lang="pt-BR"/>
              <a:t>GoF, Padrões de Projetos. p.179</a:t>
            </a:r>
            <a:endParaRPr/>
          </a:p>
        </p:txBody>
      </p:sp>
      <p:sp>
        <p:nvSpPr>
          <p:cNvPr id="470" name="Google Shape;470;g3d1b2d940f1_0_1995"/>
          <p:cNvSpPr txBox="1"/>
          <p:nvPr>
            <p:ph type="title"/>
          </p:nvPr>
        </p:nvSpPr>
        <p:spPr>
          <a:xfrm>
            <a:off x="4655731" y="1323800"/>
            <a:ext cx="3963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DEFINIÇÃO</a:t>
            </a:r>
            <a:endParaRPr/>
          </a:p>
        </p:txBody>
      </p:sp>
      <p:sp>
        <p:nvSpPr>
          <p:cNvPr id="471" name="Google Shape;471;g3d1b2d940f1_0_1995"/>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g3d1b2d940f1_0_1995"/>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g3d1b2d940f1_0_1995"/>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4" name="Google Shape;474;g3d1b2d940f1_0_1995"/>
          <p:cNvPicPr preferRelativeResize="0"/>
          <p:nvPr/>
        </p:nvPicPr>
        <p:blipFill>
          <a:blip r:embed="rId3">
            <a:alphaModFix/>
          </a:blip>
          <a:stretch>
            <a:fillRect/>
          </a:stretch>
        </p:blipFill>
        <p:spPr>
          <a:xfrm>
            <a:off x="16038" y="1614975"/>
            <a:ext cx="3192326" cy="23942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g3d1b2d940f1_0_2004"/>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SzPts val="1600"/>
              <a:buNone/>
            </a:pPr>
            <a:r>
              <a:rPr lang="pt-BR"/>
              <a:t>Dentro de sistemas complexos, temos diferentes componentes de software desempenhando diferentes tarefas, aonde precisamos orquestrar esses componentes para executar regras de negócio e comunicações com fontes externas.</a:t>
            </a:r>
            <a:endParaRPr/>
          </a:p>
          <a:p>
            <a:pPr indent="0" lvl="0" marL="0" rtl="0" algn="just">
              <a:spcBef>
                <a:spcPts val="0"/>
              </a:spcBef>
              <a:spcAft>
                <a:spcPts val="0"/>
              </a:spcAft>
              <a:buSzPts val="1600"/>
              <a:buNone/>
            </a:pPr>
            <a:r>
              <a:t/>
            </a:r>
            <a:endParaRPr/>
          </a:p>
          <a:p>
            <a:pPr indent="0" lvl="0" marL="0" rtl="0" algn="just">
              <a:spcBef>
                <a:spcPts val="0"/>
              </a:spcBef>
              <a:spcAft>
                <a:spcPts val="0"/>
              </a:spcAft>
              <a:buSzPts val="1600"/>
              <a:buNone/>
            </a:pPr>
            <a:r>
              <a:rPr lang="pt-BR"/>
              <a:t>Ao invés de manipular esses componentes de forma individual, podemos oferecer uma fachada que simplifica essa orquestração ao cliente.</a:t>
            </a:r>
            <a:endParaRPr/>
          </a:p>
        </p:txBody>
      </p:sp>
      <p:sp>
        <p:nvSpPr>
          <p:cNvPr id="480" name="Google Shape;480;g3d1b2d940f1_0_2004"/>
          <p:cNvSpPr txBox="1"/>
          <p:nvPr>
            <p:ph type="title"/>
          </p:nvPr>
        </p:nvSpPr>
        <p:spPr>
          <a:xfrm>
            <a:off x="4655731" y="1323800"/>
            <a:ext cx="3963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MOTIVAÇÃO</a:t>
            </a:r>
            <a:endParaRPr/>
          </a:p>
        </p:txBody>
      </p:sp>
      <p:sp>
        <p:nvSpPr>
          <p:cNvPr id="481" name="Google Shape;481;g3d1b2d940f1_0_2004"/>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g3d1b2d940f1_0_2004"/>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g3d1b2d940f1_0_2004"/>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4" name="Google Shape;484;g3d1b2d940f1_0_2004"/>
          <p:cNvPicPr preferRelativeResize="0"/>
          <p:nvPr/>
        </p:nvPicPr>
        <p:blipFill>
          <a:blip r:embed="rId3">
            <a:alphaModFix/>
          </a:blip>
          <a:stretch>
            <a:fillRect/>
          </a:stretch>
        </p:blipFill>
        <p:spPr>
          <a:xfrm>
            <a:off x="16038" y="1614975"/>
            <a:ext cx="3192326" cy="23942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g253300b8278_0_193"/>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DIAGRAMA</a:t>
            </a:r>
            <a:endParaRPr/>
          </a:p>
        </p:txBody>
      </p:sp>
      <p:pic>
        <p:nvPicPr>
          <p:cNvPr id="490" name="Google Shape;490;g253300b8278_0_193"/>
          <p:cNvPicPr preferRelativeResize="0"/>
          <p:nvPr/>
        </p:nvPicPr>
        <p:blipFill>
          <a:blip r:embed="rId3">
            <a:alphaModFix/>
          </a:blip>
          <a:stretch>
            <a:fillRect/>
          </a:stretch>
        </p:blipFill>
        <p:spPr>
          <a:xfrm>
            <a:off x="2101760" y="1012200"/>
            <a:ext cx="4940481" cy="3978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g3d1b2d940f1_0_2020"/>
          <p:cNvSpPr txBox="1"/>
          <p:nvPr>
            <p:ph idx="1" type="body"/>
          </p:nvPr>
        </p:nvSpPr>
        <p:spPr>
          <a:xfrm>
            <a:off x="4579525" y="2383800"/>
            <a:ext cx="3932700" cy="27243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b="1" lang="pt-BR"/>
              <a:t>Façade (Compiler)</a:t>
            </a:r>
            <a:r>
              <a:rPr lang="pt-BR"/>
              <a:t>: classe que conhece todos os componentes que formam o subsistema. Dessa forma, ele oferece um ponto unificado de interação entre os componentes e o cliente</a:t>
            </a:r>
            <a:endParaRPr/>
          </a:p>
          <a:p>
            <a:pPr indent="-330200" lvl="0" marL="457200" rtl="0" algn="just">
              <a:lnSpc>
                <a:spcPct val="100000"/>
              </a:lnSpc>
              <a:spcBef>
                <a:spcPts val="0"/>
              </a:spcBef>
              <a:spcAft>
                <a:spcPts val="0"/>
              </a:spcAft>
              <a:buSzPts val="1600"/>
              <a:buChar char="-"/>
            </a:pPr>
            <a:r>
              <a:rPr b="1" lang="pt-BR"/>
              <a:t>Classes do subsistema</a:t>
            </a:r>
            <a:r>
              <a:rPr lang="pt-BR"/>
              <a:t>: componentes com interfaces e interações complexas que estão encapsuladas pela fachada</a:t>
            </a:r>
            <a:endParaRPr/>
          </a:p>
        </p:txBody>
      </p:sp>
      <p:sp>
        <p:nvSpPr>
          <p:cNvPr id="496" name="Google Shape;496;g3d1b2d940f1_0_2020"/>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PARTICIPANTES</a:t>
            </a:r>
            <a:endParaRPr sz="2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3d1b2d940f1_0_2025"/>
          <p:cNvSpPr txBox="1"/>
          <p:nvPr>
            <p:ph idx="1" type="body"/>
          </p:nvPr>
        </p:nvSpPr>
        <p:spPr>
          <a:xfrm>
            <a:off x="4579525" y="2540600"/>
            <a:ext cx="3932700" cy="24018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pt-BR"/>
              <a:t>A fachada configura todos os componentes do subsistema necessários para oferecer os pontos de interação. A partir disso, o cliente interage com essas funcionalidades a partir da fachada criada.</a:t>
            </a:r>
            <a:endParaRPr/>
          </a:p>
        </p:txBody>
      </p:sp>
      <p:sp>
        <p:nvSpPr>
          <p:cNvPr id="502" name="Google Shape;502;g3d1b2d940f1_0_2025"/>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UTILIZAÇÃO</a:t>
            </a:r>
            <a:endParaRPr sz="2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g3d1b2d940f1_0_2030"/>
          <p:cNvSpPr txBox="1"/>
          <p:nvPr>
            <p:ph idx="1" type="body"/>
          </p:nvPr>
        </p:nvSpPr>
        <p:spPr>
          <a:xfrm>
            <a:off x="4401425" y="1997200"/>
            <a:ext cx="4187100" cy="25512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Para assistir a um filme, você precisaria realizar várias etapas: ligar o projetor, baixar a tela, ligar o amplificador, configurar a entrada de som, ligar o player de vídeo e dar o play.</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pt-BR"/>
              <a:t>Sem uma fachada, precisamos fazer isso de forma manual em cada etapa. No entanto, podemos definir uma fachada que orquestra todo esse processo.</a:t>
            </a:r>
            <a:endParaRPr/>
          </a:p>
        </p:txBody>
      </p:sp>
      <p:sp>
        <p:nvSpPr>
          <p:cNvPr id="508" name="Google Shape;508;g3d1b2d940f1_0_2030"/>
          <p:cNvSpPr txBox="1"/>
          <p:nvPr>
            <p:ph type="title"/>
          </p:nvPr>
        </p:nvSpPr>
        <p:spPr>
          <a:xfrm>
            <a:off x="4431925" y="1323800"/>
            <a:ext cx="41871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HORA DE EXERCÍCIO</a:t>
            </a:r>
            <a:endParaRPr/>
          </a:p>
        </p:txBody>
      </p:sp>
      <p:sp>
        <p:nvSpPr>
          <p:cNvPr id="509" name="Google Shape;509;g3d1b2d940f1_0_2030"/>
          <p:cNvSpPr/>
          <p:nvPr/>
        </p:nvSpPr>
        <p:spPr>
          <a:xfrm>
            <a:off x="0" y="1476225"/>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g3d1b2d940f1_0_2030"/>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g3d1b2d940f1_0_2030"/>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2" name="Google Shape;512;g3d1b2d940f1_0_2030"/>
          <p:cNvPicPr preferRelativeResize="0"/>
          <p:nvPr/>
        </p:nvPicPr>
        <p:blipFill rotWithShape="1">
          <a:blip r:embed="rId3">
            <a:alphaModFix/>
          </a:blip>
          <a:srcRect b="0" l="24517" r="0" t="0"/>
          <a:stretch/>
        </p:blipFill>
        <p:spPr>
          <a:xfrm>
            <a:off x="0" y="1596176"/>
            <a:ext cx="3224400" cy="25511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g3d1b2d940f1_0_2040"/>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DIAGRAMA</a:t>
            </a:r>
            <a:endParaRPr/>
          </a:p>
        </p:txBody>
      </p:sp>
      <p:pic>
        <p:nvPicPr>
          <p:cNvPr id="518" name="Google Shape;518;g3d1b2d940f1_0_2040"/>
          <p:cNvPicPr preferRelativeResize="0"/>
          <p:nvPr/>
        </p:nvPicPr>
        <p:blipFill>
          <a:blip r:embed="rId3">
            <a:alphaModFix/>
          </a:blip>
          <a:stretch>
            <a:fillRect/>
          </a:stretch>
        </p:blipFill>
        <p:spPr>
          <a:xfrm>
            <a:off x="2472185" y="1012200"/>
            <a:ext cx="4199629" cy="39789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d1b2d940f1_0_2046"/>
          <p:cNvSpPr txBox="1"/>
          <p:nvPr>
            <p:ph idx="1" type="body"/>
          </p:nvPr>
        </p:nvSpPr>
        <p:spPr>
          <a:xfrm>
            <a:off x="4579525" y="2540600"/>
            <a:ext cx="3932700" cy="23892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lang="pt-BR"/>
              <a:t>Fornecer uma interface simples de um subsistema complexo</a:t>
            </a:r>
            <a:endParaRPr/>
          </a:p>
          <a:p>
            <a:pPr indent="-330200" lvl="0" marL="457200" rtl="0" algn="just">
              <a:lnSpc>
                <a:spcPct val="100000"/>
              </a:lnSpc>
              <a:spcBef>
                <a:spcPts val="0"/>
              </a:spcBef>
              <a:spcAft>
                <a:spcPts val="0"/>
              </a:spcAft>
              <a:buSzPts val="1600"/>
              <a:buChar char="-"/>
            </a:pPr>
            <a:r>
              <a:rPr lang="pt-BR"/>
              <a:t>Há muitas dependências entre clientes e classes de implementação</a:t>
            </a:r>
            <a:endParaRPr/>
          </a:p>
          <a:p>
            <a:pPr indent="-330200" lvl="0" marL="457200" rtl="0" algn="just">
              <a:lnSpc>
                <a:spcPct val="100000"/>
              </a:lnSpc>
              <a:spcBef>
                <a:spcPts val="0"/>
              </a:spcBef>
              <a:spcAft>
                <a:spcPts val="0"/>
              </a:spcAft>
              <a:buSzPts val="1600"/>
              <a:buChar char="-"/>
            </a:pPr>
            <a:r>
              <a:rPr lang="pt-BR"/>
              <a:t>Estruturar subsistemas em uma organização de camadas</a:t>
            </a:r>
            <a:endParaRPr/>
          </a:p>
        </p:txBody>
      </p:sp>
      <p:sp>
        <p:nvSpPr>
          <p:cNvPr id="524" name="Google Shape;524;g3d1b2d940f1_0_2046"/>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APLICABILIDADE</a:t>
            </a:r>
            <a:endParaRPr sz="25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g3d1b2d940f1_0_2051"/>
          <p:cNvSpPr txBox="1"/>
          <p:nvPr>
            <p:ph idx="1" type="body"/>
          </p:nvPr>
        </p:nvSpPr>
        <p:spPr>
          <a:xfrm>
            <a:off x="4579525" y="2476484"/>
            <a:ext cx="3932700" cy="23892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lang="pt-BR"/>
              <a:t>Isolar clientes dos componentes do subsistema</a:t>
            </a:r>
            <a:endParaRPr/>
          </a:p>
          <a:p>
            <a:pPr indent="-330200" lvl="0" marL="457200" rtl="0" algn="just">
              <a:lnSpc>
                <a:spcPct val="100000"/>
              </a:lnSpc>
              <a:spcBef>
                <a:spcPts val="0"/>
              </a:spcBef>
              <a:spcAft>
                <a:spcPts val="0"/>
              </a:spcAft>
              <a:buSzPts val="1600"/>
              <a:buChar char="-"/>
            </a:pPr>
            <a:r>
              <a:rPr lang="pt-BR"/>
              <a:t>Promove acoplamento fraco entre o subsistema e seus clientes</a:t>
            </a:r>
            <a:endParaRPr/>
          </a:p>
          <a:p>
            <a:pPr indent="-330200" lvl="0" marL="457200" rtl="0" algn="just">
              <a:lnSpc>
                <a:spcPct val="100000"/>
              </a:lnSpc>
              <a:spcBef>
                <a:spcPts val="0"/>
              </a:spcBef>
              <a:spcAft>
                <a:spcPts val="0"/>
              </a:spcAft>
              <a:buSzPts val="1600"/>
              <a:buChar char="-"/>
            </a:pPr>
            <a:r>
              <a:rPr lang="pt-BR"/>
              <a:t>Não impede as aplicações de utilizarem os componentes do subsistema, quando necessário</a:t>
            </a:r>
            <a:endParaRPr/>
          </a:p>
        </p:txBody>
      </p:sp>
      <p:sp>
        <p:nvSpPr>
          <p:cNvPr id="530" name="Google Shape;530;g3d1b2d940f1_0_2051"/>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CONSEQUÊNCIAS</a:t>
            </a:r>
            <a:endParaRPr sz="25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g3d1b2d940f1_0_2056"/>
          <p:cNvSpPr txBox="1"/>
          <p:nvPr>
            <p:ph type="title"/>
          </p:nvPr>
        </p:nvSpPr>
        <p:spPr>
          <a:xfrm>
            <a:off x="3762375" y="1012300"/>
            <a:ext cx="4915200" cy="1940100"/>
          </a:xfrm>
          <a:prstGeom prst="rect">
            <a:avLst/>
          </a:prstGeom>
          <a:noFill/>
          <a:ln>
            <a:noFill/>
          </a:ln>
        </p:spPr>
        <p:txBody>
          <a:bodyPr anchorCtr="0" anchor="ctr" bIns="0" lIns="91425" spcFirstLastPara="1" rIns="91425" wrap="square" tIns="0">
            <a:noAutofit/>
          </a:bodyPr>
          <a:lstStyle/>
          <a:p>
            <a:pPr indent="0" lvl="0" marL="0" rtl="0" algn="r">
              <a:lnSpc>
                <a:spcPct val="100000"/>
              </a:lnSpc>
              <a:spcBef>
                <a:spcPts val="0"/>
              </a:spcBef>
              <a:spcAft>
                <a:spcPts val="0"/>
              </a:spcAft>
              <a:buSzPts val="3500"/>
              <a:buNone/>
            </a:pPr>
            <a:r>
              <a:rPr lang="pt-BR"/>
              <a:t>FLYWEIGHT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g3d1b2d940f1_0_2060"/>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Usar compartilhamento para suportar eficientemente grandes quantidades de objetos de granularidade fina.</a:t>
            </a:r>
            <a:endParaRPr/>
          </a:p>
          <a:p>
            <a:pPr indent="0" lvl="0" marL="0" rtl="0" algn="just">
              <a:lnSpc>
                <a:spcPct val="100000"/>
              </a:lnSpc>
              <a:spcBef>
                <a:spcPts val="0"/>
              </a:spcBef>
              <a:spcAft>
                <a:spcPts val="0"/>
              </a:spcAft>
              <a:buSzPts val="1600"/>
              <a:buNone/>
            </a:pPr>
            <a:r>
              <a:t/>
            </a:r>
            <a:endParaRPr/>
          </a:p>
          <a:p>
            <a:pPr indent="0" lvl="0" marL="0" rtl="0" algn="just">
              <a:spcBef>
                <a:spcPts val="0"/>
              </a:spcBef>
              <a:spcAft>
                <a:spcPts val="0"/>
              </a:spcAft>
              <a:buSzPts val="1600"/>
              <a:buNone/>
            </a:pPr>
            <a:r>
              <a:rPr lang="pt-BR"/>
              <a:t>GoF, Padrões de Projetos. p.187</a:t>
            </a:r>
            <a:endParaRPr/>
          </a:p>
        </p:txBody>
      </p:sp>
      <p:sp>
        <p:nvSpPr>
          <p:cNvPr id="541" name="Google Shape;541;g3d1b2d940f1_0_2060"/>
          <p:cNvSpPr txBox="1"/>
          <p:nvPr>
            <p:ph type="title"/>
          </p:nvPr>
        </p:nvSpPr>
        <p:spPr>
          <a:xfrm>
            <a:off x="4655731" y="1323800"/>
            <a:ext cx="3963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DEFINIÇÃO</a:t>
            </a:r>
            <a:endParaRPr/>
          </a:p>
        </p:txBody>
      </p:sp>
      <p:sp>
        <p:nvSpPr>
          <p:cNvPr id="542" name="Google Shape;542;g3d1b2d940f1_0_2060"/>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g3d1b2d940f1_0_2060"/>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g3d1b2d940f1_0_2060"/>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45" name="Google Shape;545;g3d1b2d940f1_0_2060"/>
          <p:cNvPicPr preferRelativeResize="0"/>
          <p:nvPr/>
        </p:nvPicPr>
        <p:blipFill rotWithShape="1">
          <a:blip r:embed="rId3">
            <a:alphaModFix/>
          </a:blip>
          <a:srcRect b="0" l="6471" r="19400" t="0"/>
          <a:stretch/>
        </p:blipFill>
        <p:spPr>
          <a:xfrm>
            <a:off x="0" y="1589325"/>
            <a:ext cx="3224401" cy="24455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g3d1b2d940f1_0_2069"/>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t-BR"/>
              <a:t>Imagine que você precisa criar 100.000 objetos em um sistema. Se cada objeto carregar todas as suas informações internas, a memória (RAM) pode esgotar rapidamente. O Flyweight resolve isso dividindo os dados do objeto em dois tipos.</a:t>
            </a:r>
            <a:endParaRPr/>
          </a:p>
        </p:txBody>
      </p:sp>
      <p:sp>
        <p:nvSpPr>
          <p:cNvPr id="551" name="Google Shape;551;g3d1b2d940f1_0_2069"/>
          <p:cNvSpPr txBox="1"/>
          <p:nvPr>
            <p:ph type="title"/>
          </p:nvPr>
        </p:nvSpPr>
        <p:spPr>
          <a:xfrm>
            <a:off x="4655731" y="1323800"/>
            <a:ext cx="3963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MOTIVAÇÃO</a:t>
            </a:r>
            <a:endParaRPr/>
          </a:p>
        </p:txBody>
      </p:sp>
      <p:sp>
        <p:nvSpPr>
          <p:cNvPr id="552" name="Google Shape;552;g3d1b2d940f1_0_2069"/>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g3d1b2d940f1_0_2069"/>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g3d1b2d940f1_0_2069"/>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5" name="Google Shape;555;g3d1b2d940f1_0_2069"/>
          <p:cNvPicPr preferRelativeResize="0"/>
          <p:nvPr/>
        </p:nvPicPr>
        <p:blipFill rotWithShape="1">
          <a:blip r:embed="rId3">
            <a:alphaModFix/>
          </a:blip>
          <a:srcRect b="0" l="6471" r="19400" t="0"/>
          <a:stretch/>
        </p:blipFill>
        <p:spPr>
          <a:xfrm>
            <a:off x="0" y="1589325"/>
            <a:ext cx="3224401" cy="24455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g3d1b2d940f1_0_2082"/>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330200" lvl="0" marL="457200" rtl="0" algn="just">
              <a:spcBef>
                <a:spcPts val="0"/>
              </a:spcBef>
              <a:spcAft>
                <a:spcPts val="0"/>
              </a:spcAft>
              <a:buSzPts val="1600"/>
              <a:buChar char="-"/>
            </a:pPr>
            <a:r>
              <a:rPr b="1" lang="pt-BR"/>
              <a:t>E</a:t>
            </a:r>
            <a:r>
              <a:rPr b="1" lang="pt-BR"/>
              <a:t>stado Intrínseco</a:t>
            </a:r>
            <a:r>
              <a:rPr lang="pt-BR"/>
              <a:t>: Informações que são constantes, repetitivas e podem ser compartilhadas (ex: a cor ou a textura de um elemento que se repete).</a:t>
            </a:r>
            <a:endParaRPr/>
          </a:p>
          <a:p>
            <a:pPr indent="0" lvl="0" marL="0" rtl="0" algn="just">
              <a:spcBef>
                <a:spcPts val="0"/>
              </a:spcBef>
              <a:spcAft>
                <a:spcPts val="0"/>
              </a:spcAft>
              <a:buNone/>
            </a:pPr>
            <a:r>
              <a:t/>
            </a:r>
            <a:endParaRPr/>
          </a:p>
          <a:p>
            <a:pPr indent="-330200" lvl="0" marL="457200" rtl="0" algn="just">
              <a:spcBef>
                <a:spcPts val="0"/>
              </a:spcBef>
              <a:spcAft>
                <a:spcPts val="0"/>
              </a:spcAft>
              <a:buSzPts val="1600"/>
              <a:buChar char="-"/>
            </a:pPr>
            <a:r>
              <a:rPr b="1" lang="pt-BR"/>
              <a:t>Estado Extrínseco</a:t>
            </a:r>
            <a:r>
              <a:rPr lang="pt-BR"/>
              <a:t>: Informações que variam de acordo com o contexto e não podem ser compartilhadas (ex: a coordenada (x, y) de onde o objeto está posicionado).</a:t>
            </a:r>
            <a:endParaRPr/>
          </a:p>
        </p:txBody>
      </p:sp>
      <p:sp>
        <p:nvSpPr>
          <p:cNvPr id="561" name="Google Shape;561;g3d1b2d940f1_0_2082"/>
          <p:cNvSpPr txBox="1"/>
          <p:nvPr>
            <p:ph type="title"/>
          </p:nvPr>
        </p:nvSpPr>
        <p:spPr>
          <a:xfrm>
            <a:off x="4655731" y="1323800"/>
            <a:ext cx="3963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MOTIVAÇÃO</a:t>
            </a:r>
            <a:endParaRPr/>
          </a:p>
        </p:txBody>
      </p:sp>
      <p:sp>
        <p:nvSpPr>
          <p:cNvPr id="562" name="Google Shape;562;g3d1b2d940f1_0_2082"/>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g3d1b2d940f1_0_2082"/>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g3d1b2d940f1_0_2082"/>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5" name="Google Shape;565;g3d1b2d940f1_0_2082"/>
          <p:cNvPicPr preferRelativeResize="0"/>
          <p:nvPr/>
        </p:nvPicPr>
        <p:blipFill rotWithShape="1">
          <a:blip r:embed="rId3">
            <a:alphaModFix/>
          </a:blip>
          <a:srcRect b="0" l="6471" r="19400" t="0"/>
          <a:stretch/>
        </p:blipFill>
        <p:spPr>
          <a:xfrm>
            <a:off x="0" y="1589325"/>
            <a:ext cx="3224401" cy="24455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g3d1b2d940f1_0_2015"/>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DIAGRAMA</a:t>
            </a:r>
            <a:endParaRPr/>
          </a:p>
        </p:txBody>
      </p:sp>
      <p:pic>
        <p:nvPicPr>
          <p:cNvPr id="571" name="Google Shape;571;g3d1b2d940f1_0_2015"/>
          <p:cNvPicPr preferRelativeResize="0"/>
          <p:nvPr/>
        </p:nvPicPr>
        <p:blipFill>
          <a:blip r:embed="rId3">
            <a:alphaModFix/>
          </a:blip>
          <a:stretch>
            <a:fillRect/>
          </a:stretch>
        </p:blipFill>
        <p:spPr>
          <a:xfrm>
            <a:off x="854005" y="1012200"/>
            <a:ext cx="7435989" cy="3978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g3d2013d45e9_0_0"/>
          <p:cNvSpPr txBox="1"/>
          <p:nvPr>
            <p:ph idx="1" type="body"/>
          </p:nvPr>
        </p:nvSpPr>
        <p:spPr>
          <a:xfrm>
            <a:off x="4579525" y="2383800"/>
            <a:ext cx="3932700" cy="2724300"/>
          </a:xfrm>
          <a:prstGeom prst="rect">
            <a:avLst/>
          </a:prstGeom>
          <a:noFill/>
          <a:ln>
            <a:noFill/>
          </a:ln>
        </p:spPr>
        <p:txBody>
          <a:bodyPr anchorCtr="0" anchor="t" bIns="91425" lIns="91425" spcFirstLastPara="1" rIns="91425" wrap="square" tIns="91425">
            <a:noAutofit/>
          </a:bodyPr>
          <a:lstStyle/>
          <a:p>
            <a:pPr indent="-323850" lvl="0" marL="457200" rtl="0" algn="just">
              <a:lnSpc>
                <a:spcPct val="100000"/>
              </a:lnSpc>
              <a:spcBef>
                <a:spcPts val="0"/>
              </a:spcBef>
              <a:spcAft>
                <a:spcPts val="0"/>
              </a:spcAft>
              <a:buSzPts val="1500"/>
              <a:buChar char="-"/>
            </a:pPr>
            <a:r>
              <a:rPr b="1" lang="pt-BR" sz="1500"/>
              <a:t>Flyweight</a:t>
            </a:r>
            <a:r>
              <a:rPr lang="pt-BR" sz="1500"/>
              <a:t>: interface que define um objeto que pode receber e atuar sobre estados extrínsecos</a:t>
            </a:r>
            <a:endParaRPr sz="1500"/>
          </a:p>
          <a:p>
            <a:pPr indent="-323850" lvl="0" marL="457200" rtl="0" algn="just">
              <a:lnSpc>
                <a:spcPct val="100000"/>
              </a:lnSpc>
              <a:spcBef>
                <a:spcPts val="0"/>
              </a:spcBef>
              <a:spcAft>
                <a:spcPts val="0"/>
              </a:spcAft>
              <a:buSzPts val="1500"/>
              <a:buChar char="-"/>
            </a:pPr>
            <a:r>
              <a:rPr b="1" lang="pt-BR" sz="1500"/>
              <a:t>ConcreteFlyweight</a:t>
            </a:r>
            <a:r>
              <a:rPr lang="pt-BR" sz="1500"/>
              <a:t>: implementação do objeto que acrescenta armazenamento de estados intrínsecos, se houver. Um objeto ConcreteFlyweight deve ser compartilhável</a:t>
            </a:r>
            <a:endParaRPr sz="1500"/>
          </a:p>
          <a:p>
            <a:pPr indent="-323850" lvl="0" marL="457200" rtl="0" algn="just">
              <a:lnSpc>
                <a:spcPct val="100000"/>
              </a:lnSpc>
              <a:spcBef>
                <a:spcPts val="0"/>
              </a:spcBef>
              <a:spcAft>
                <a:spcPts val="0"/>
              </a:spcAft>
              <a:buSzPts val="1500"/>
              <a:buChar char="-"/>
            </a:pPr>
            <a:r>
              <a:rPr b="1" lang="pt-BR" sz="1500"/>
              <a:t>UnsharedConcreteFlyweight</a:t>
            </a:r>
            <a:r>
              <a:rPr lang="pt-BR" sz="1500"/>
              <a:t>: implementação do objeto que não necessita compartilhar objetos Flyweight</a:t>
            </a:r>
            <a:endParaRPr sz="1500"/>
          </a:p>
        </p:txBody>
      </p:sp>
      <p:sp>
        <p:nvSpPr>
          <p:cNvPr id="577" name="Google Shape;577;g3d2013d45e9_0_0"/>
          <p:cNvSpPr txBox="1"/>
          <p:nvPr>
            <p:ph type="title"/>
          </p:nvPr>
        </p:nvSpPr>
        <p:spPr>
          <a:xfrm>
            <a:off x="3174925"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PARTICIPANTES</a:t>
            </a:r>
            <a:endParaRPr sz="25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g3d2013d45e9_0_5"/>
          <p:cNvSpPr txBox="1"/>
          <p:nvPr>
            <p:ph idx="1" type="body"/>
          </p:nvPr>
        </p:nvSpPr>
        <p:spPr>
          <a:xfrm>
            <a:off x="4579525" y="2383800"/>
            <a:ext cx="3932700" cy="27243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b="1" lang="pt-BR"/>
              <a:t>FlyweightFactory</a:t>
            </a:r>
            <a:r>
              <a:rPr lang="pt-BR"/>
              <a:t>: classe que cria e gerencia objetos Flyweight, garantindo que os objetos sejam compartilhados de forma adequada</a:t>
            </a:r>
            <a:endParaRPr/>
          </a:p>
          <a:p>
            <a:pPr indent="-330200" lvl="0" marL="457200" rtl="0" algn="just">
              <a:lnSpc>
                <a:spcPct val="100000"/>
              </a:lnSpc>
              <a:spcBef>
                <a:spcPts val="0"/>
              </a:spcBef>
              <a:spcAft>
                <a:spcPts val="0"/>
              </a:spcAft>
              <a:buSzPts val="1600"/>
              <a:buChar char="-"/>
            </a:pPr>
            <a:r>
              <a:rPr b="1" lang="pt-BR"/>
              <a:t>Cliente</a:t>
            </a:r>
            <a:r>
              <a:rPr lang="pt-BR"/>
              <a:t>: elemento que mantém referência para objetos Flyweight, computando ou armazenando o estado extrínseco dos objetos</a:t>
            </a:r>
            <a:endParaRPr/>
          </a:p>
        </p:txBody>
      </p:sp>
      <p:sp>
        <p:nvSpPr>
          <p:cNvPr id="583" name="Google Shape;583;g3d2013d45e9_0_5"/>
          <p:cNvSpPr txBox="1"/>
          <p:nvPr>
            <p:ph type="title"/>
          </p:nvPr>
        </p:nvSpPr>
        <p:spPr>
          <a:xfrm>
            <a:off x="3174925"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PARTICIPANTES</a:t>
            </a:r>
            <a:endParaRPr sz="25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d2013d45e9_0_10"/>
          <p:cNvSpPr txBox="1"/>
          <p:nvPr>
            <p:ph idx="1" type="body"/>
          </p:nvPr>
        </p:nvSpPr>
        <p:spPr>
          <a:xfrm>
            <a:off x="4579525" y="2540600"/>
            <a:ext cx="3932700" cy="24018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pt-BR"/>
              <a:t>O FlyweightFactory é responsável por criar (se não existir) e retornar objetos Flyweight com estado intrínseco. No cliente, utilizamos dos estados extrínsecos para computar os objetos intrínsecos e aplicar as operações que manipulam os estados na aplicação.</a:t>
            </a:r>
            <a:endParaRPr/>
          </a:p>
        </p:txBody>
      </p:sp>
      <p:sp>
        <p:nvSpPr>
          <p:cNvPr id="589" name="Google Shape;589;g3d2013d45e9_0_10"/>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UTILIZAÇÃO</a:t>
            </a:r>
            <a:endParaRPr sz="25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3d2013d45e9_0_15"/>
          <p:cNvSpPr txBox="1"/>
          <p:nvPr>
            <p:ph idx="1" type="body"/>
          </p:nvPr>
        </p:nvSpPr>
        <p:spPr>
          <a:xfrm>
            <a:off x="4401425" y="1997200"/>
            <a:ext cx="4187100" cy="27660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Em um jogo, temos elementos de cenário que é composto por árvores de alguns tipos previstos para renderização. Temos árvores sendo renderizadas em diferentes posições do mapa, mas sempre apresentando as mesmas características entre si, para árvores de um mesmo tipo.</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pt-BR"/>
              <a:t>Vamos implementar esse sistema de mapas.</a:t>
            </a:r>
            <a:endParaRPr/>
          </a:p>
        </p:txBody>
      </p:sp>
      <p:sp>
        <p:nvSpPr>
          <p:cNvPr id="595" name="Google Shape;595;g3d2013d45e9_0_15"/>
          <p:cNvSpPr txBox="1"/>
          <p:nvPr>
            <p:ph type="title"/>
          </p:nvPr>
        </p:nvSpPr>
        <p:spPr>
          <a:xfrm>
            <a:off x="4431925" y="1323800"/>
            <a:ext cx="41871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HORA DE EXERCÍCIO</a:t>
            </a:r>
            <a:endParaRPr/>
          </a:p>
        </p:txBody>
      </p:sp>
      <p:sp>
        <p:nvSpPr>
          <p:cNvPr id="596" name="Google Shape;596;g3d2013d45e9_0_15"/>
          <p:cNvSpPr/>
          <p:nvPr/>
        </p:nvSpPr>
        <p:spPr>
          <a:xfrm>
            <a:off x="0" y="1476225"/>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g3d2013d45e9_0_15"/>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g3d2013d45e9_0_15"/>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9" name="Google Shape;599;g3d2013d45e9_0_15"/>
          <p:cNvPicPr preferRelativeResize="0"/>
          <p:nvPr/>
        </p:nvPicPr>
        <p:blipFill rotWithShape="1">
          <a:blip r:embed="rId3">
            <a:alphaModFix/>
          </a:blip>
          <a:srcRect b="0" l="8323" r="11728" t="0"/>
          <a:stretch/>
        </p:blipFill>
        <p:spPr>
          <a:xfrm>
            <a:off x="0" y="1614502"/>
            <a:ext cx="3224401" cy="249439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g3d1b2d940f1_0_2091"/>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DIAGRAMA</a:t>
            </a:r>
            <a:endParaRPr/>
          </a:p>
        </p:txBody>
      </p:sp>
      <p:pic>
        <p:nvPicPr>
          <p:cNvPr id="605" name="Google Shape;605;g3d1b2d940f1_0_2091"/>
          <p:cNvPicPr preferRelativeResize="0"/>
          <p:nvPr/>
        </p:nvPicPr>
        <p:blipFill>
          <a:blip r:embed="rId3">
            <a:alphaModFix/>
          </a:blip>
          <a:stretch>
            <a:fillRect/>
          </a:stretch>
        </p:blipFill>
        <p:spPr>
          <a:xfrm>
            <a:off x="647700" y="1307075"/>
            <a:ext cx="7848600" cy="31623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g3d2013d45e9_0_29"/>
          <p:cNvSpPr txBox="1"/>
          <p:nvPr>
            <p:ph idx="1" type="body"/>
          </p:nvPr>
        </p:nvSpPr>
        <p:spPr>
          <a:xfrm>
            <a:off x="4579525" y="2540600"/>
            <a:ext cx="3932700" cy="23892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lang="pt-BR"/>
              <a:t>Uma aplicação que utiliza um grande número de objetos, causando altos custos de armazenamento</a:t>
            </a:r>
            <a:endParaRPr/>
          </a:p>
          <a:p>
            <a:pPr indent="-330200" lvl="0" marL="457200" rtl="0" algn="just">
              <a:lnSpc>
                <a:spcPct val="100000"/>
              </a:lnSpc>
              <a:spcBef>
                <a:spcPts val="0"/>
              </a:spcBef>
              <a:spcAft>
                <a:spcPts val="0"/>
              </a:spcAft>
              <a:buSzPts val="1600"/>
              <a:buChar char="-"/>
            </a:pPr>
            <a:r>
              <a:rPr lang="pt-BR"/>
              <a:t>A maioria dos estados dos objetos pode ser extrínseco</a:t>
            </a:r>
            <a:endParaRPr/>
          </a:p>
          <a:p>
            <a:pPr indent="-330200" lvl="0" marL="457200" rtl="0" algn="just">
              <a:lnSpc>
                <a:spcPct val="100000"/>
              </a:lnSpc>
              <a:spcBef>
                <a:spcPts val="0"/>
              </a:spcBef>
              <a:spcAft>
                <a:spcPts val="0"/>
              </a:spcAft>
              <a:buSzPts val="1600"/>
              <a:buChar char="-"/>
            </a:pPr>
            <a:r>
              <a:rPr lang="pt-BR"/>
              <a:t>A aplicação não depende da identidade dos objetos</a:t>
            </a:r>
            <a:endParaRPr/>
          </a:p>
        </p:txBody>
      </p:sp>
      <p:sp>
        <p:nvSpPr>
          <p:cNvPr id="611" name="Google Shape;611;g3d2013d45e9_0_29"/>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APLICABILIDADE</a:t>
            </a:r>
            <a:endParaRPr sz="25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g3d2013d45e9_0_34"/>
          <p:cNvSpPr txBox="1"/>
          <p:nvPr>
            <p:ph idx="1" type="body"/>
          </p:nvPr>
        </p:nvSpPr>
        <p:spPr>
          <a:xfrm>
            <a:off x="4579525" y="2476484"/>
            <a:ext cx="3932700" cy="23892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lang="pt-BR"/>
              <a:t>Economia de armazenamento sendo uma junção de vários fatores:</a:t>
            </a:r>
            <a:endParaRPr/>
          </a:p>
          <a:p>
            <a:pPr indent="-330200" lvl="1" marL="914400" rtl="0" algn="just">
              <a:lnSpc>
                <a:spcPct val="100000"/>
              </a:lnSpc>
              <a:spcBef>
                <a:spcPts val="0"/>
              </a:spcBef>
              <a:spcAft>
                <a:spcPts val="0"/>
              </a:spcAft>
              <a:buSzPts val="1600"/>
              <a:buChar char="○"/>
            </a:pPr>
            <a:r>
              <a:rPr lang="pt-BR"/>
              <a:t>Reduzir o número total de instâncias obtidas com o compartilhamento</a:t>
            </a:r>
            <a:endParaRPr/>
          </a:p>
          <a:p>
            <a:pPr indent="-330200" lvl="1" marL="914400" rtl="0" algn="just">
              <a:lnSpc>
                <a:spcPct val="100000"/>
              </a:lnSpc>
              <a:spcBef>
                <a:spcPts val="0"/>
              </a:spcBef>
              <a:spcAft>
                <a:spcPts val="0"/>
              </a:spcAft>
              <a:buSzPts val="1600"/>
              <a:buChar char="○"/>
            </a:pPr>
            <a:r>
              <a:rPr lang="pt-BR"/>
              <a:t>A quantidade de estados intrínsecos</a:t>
            </a:r>
            <a:endParaRPr/>
          </a:p>
          <a:p>
            <a:pPr indent="-330200" lvl="1" marL="914400" rtl="0" algn="just">
              <a:lnSpc>
                <a:spcPct val="100000"/>
              </a:lnSpc>
              <a:spcBef>
                <a:spcPts val="0"/>
              </a:spcBef>
              <a:spcAft>
                <a:spcPts val="0"/>
              </a:spcAft>
              <a:buSzPts val="1600"/>
              <a:buChar char="○"/>
            </a:pPr>
            <a:r>
              <a:rPr lang="pt-BR"/>
              <a:t>O estado extrínseco é computado ou armazenado</a:t>
            </a:r>
            <a:endParaRPr/>
          </a:p>
        </p:txBody>
      </p:sp>
      <p:sp>
        <p:nvSpPr>
          <p:cNvPr id="617" name="Google Shape;617;g3d2013d45e9_0_34"/>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CONSEQUÊNCIAS</a:t>
            </a:r>
            <a:endParaRPr sz="25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3d1b2d940f1_0_637"/>
          <p:cNvSpPr txBox="1"/>
          <p:nvPr>
            <p:ph type="title"/>
          </p:nvPr>
        </p:nvSpPr>
        <p:spPr>
          <a:xfrm>
            <a:off x="3762375" y="1012300"/>
            <a:ext cx="4915200" cy="1940100"/>
          </a:xfrm>
          <a:prstGeom prst="rect">
            <a:avLst/>
          </a:prstGeom>
          <a:noFill/>
          <a:ln>
            <a:noFill/>
          </a:ln>
        </p:spPr>
        <p:txBody>
          <a:bodyPr anchorCtr="0" anchor="ctr" bIns="0" lIns="91425" spcFirstLastPara="1" rIns="91425" wrap="square" tIns="0">
            <a:noAutofit/>
          </a:bodyPr>
          <a:lstStyle/>
          <a:p>
            <a:pPr indent="0" lvl="0" marL="0" rtl="0" algn="r">
              <a:lnSpc>
                <a:spcPct val="100000"/>
              </a:lnSpc>
              <a:spcBef>
                <a:spcPts val="0"/>
              </a:spcBef>
              <a:spcAft>
                <a:spcPts val="0"/>
              </a:spcAft>
              <a:buSzPts val="3500"/>
              <a:buNone/>
            </a:pPr>
            <a:r>
              <a:rPr lang="pt-BR"/>
              <a:t>PROXY</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3d2013d45e9_0_43"/>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Fornecer um substituto (surrogate) ou marcador da localização de outro objeto para controlar o acesso a esse objeto.</a:t>
            </a:r>
            <a:endParaRPr/>
          </a:p>
          <a:p>
            <a:pPr indent="0" lvl="0" marL="0" rtl="0" algn="just">
              <a:lnSpc>
                <a:spcPct val="100000"/>
              </a:lnSpc>
              <a:spcBef>
                <a:spcPts val="0"/>
              </a:spcBef>
              <a:spcAft>
                <a:spcPts val="0"/>
              </a:spcAft>
              <a:buSzPts val="1600"/>
              <a:buNone/>
            </a:pPr>
            <a:r>
              <a:t/>
            </a:r>
            <a:endParaRPr/>
          </a:p>
          <a:p>
            <a:pPr indent="0" lvl="0" marL="0" rtl="0" algn="just">
              <a:spcBef>
                <a:spcPts val="0"/>
              </a:spcBef>
              <a:spcAft>
                <a:spcPts val="0"/>
              </a:spcAft>
              <a:buSzPts val="1600"/>
              <a:buNone/>
            </a:pPr>
            <a:r>
              <a:rPr lang="pt-BR"/>
              <a:t>GoF, Padrões de Projetos. p.198</a:t>
            </a:r>
            <a:endParaRPr/>
          </a:p>
        </p:txBody>
      </p:sp>
      <p:sp>
        <p:nvSpPr>
          <p:cNvPr id="628" name="Google Shape;628;g3d2013d45e9_0_43"/>
          <p:cNvSpPr txBox="1"/>
          <p:nvPr>
            <p:ph type="title"/>
          </p:nvPr>
        </p:nvSpPr>
        <p:spPr>
          <a:xfrm>
            <a:off x="4655731" y="1323800"/>
            <a:ext cx="3963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DEFINIÇÃO</a:t>
            </a:r>
            <a:endParaRPr/>
          </a:p>
        </p:txBody>
      </p:sp>
      <p:sp>
        <p:nvSpPr>
          <p:cNvPr id="629" name="Google Shape;629;g3d2013d45e9_0_43"/>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g3d2013d45e9_0_43"/>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g3d2013d45e9_0_43"/>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32" name="Google Shape;632;g3d2013d45e9_0_43"/>
          <p:cNvPicPr preferRelativeResize="0"/>
          <p:nvPr/>
        </p:nvPicPr>
        <p:blipFill rotWithShape="1">
          <a:blip r:embed="rId3">
            <a:alphaModFix/>
          </a:blip>
          <a:srcRect b="0" l="0" r="1000" t="0"/>
          <a:stretch/>
        </p:blipFill>
        <p:spPr>
          <a:xfrm>
            <a:off x="0" y="1590750"/>
            <a:ext cx="3224400" cy="24427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d2013d45e9_0_53"/>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SzPts val="1600"/>
              <a:buNone/>
            </a:pPr>
            <a:r>
              <a:rPr lang="pt-BR"/>
              <a:t>A ideia de controlar o acesso a um objeto gira em torno de adiar o custo integral da criação e inicialização até o instante em que é realmente necessário utilizá-lo.</a:t>
            </a:r>
            <a:endParaRPr/>
          </a:p>
          <a:p>
            <a:pPr indent="0" lvl="0" marL="0" rtl="0" algn="just">
              <a:spcBef>
                <a:spcPts val="0"/>
              </a:spcBef>
              <a:spcAft>
                <a:spcPts val="0"/>
              </a:spcAft>
              <a:buSzPts val="1600"/>
              <a:buNone/>
            </a:pPr>
            <a:r>
              <a:t/>
            </a:r>
            <a:endParaRPr/>
          </a:p>
          <a:p>
            <a:pPr indent="0" lvl="0" marL="0" rtl="0" algn="just">
              <a:spcBef>
                <a:spcPts val="0"/>
              </a:spcBef>
              <a:spcAft>
                <a:spcPts val="0"/>
              </a:spcAft>
              <a:buSzPts val="1600"/>
              <a:buNone/>
            </a:pPr>
            <a:r>
              <a:rPr lang="pt-BR"/>
              <a:t>Por exemplo, imagine o custo envolvido para carregar uma imagem do sistema de arquivos para renderização em um e-commerce.</a:t>
            </a:r>
            <a:endParaRPr/>
          </a:p>
        </p:txBody>
      </p:sp>
      <p:sp>
        <p:nvSpPr>
          <p:cNvPr id="638" name="Google Shape;638;g3d2013d45e9_0_53"/>
          <p:cNvSpPr txBox="1"/>
          <p:nvPr>
            <p:ph type="title"/>
          </p:nvPr>
        </p:nvSpPr>
        <p:spPr>
          <a:xfrm>
            <a:off x="4655731" y="1323800"/>
            <a:ext cx="3963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MOTIVAÇÃO</a:t>
            </a:r>
            <a:endParaRPr/>
          </a:p>
        </p:txBody>
      </p:sp>
      <p:sp>
        <p:nvSpPr>
          <p:cNvPr id="639" name="Google Shape;639;g3d2013d45e9_0_53"/>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g3d2013d45e9_0_53"/>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g3d2013d45e9_0_53"/>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42" name="Google Shape;642;g3d2013d45e9_0_53"/>
          <p:cNvPicPr preferRelativeResize="0"/>
          <p:nvPr/>
        </p:nvPicPr>
        <p:blipFill rotWithShape="1">
          <a:blip r:embed="rId3">
            <a:alphaModFix/>
          </a:blip>
          <a:srcRect b="0" l="0" r="1000" t="0"/>
          <a:stretch/>
        </p:blipFill>
        <p:spPr>
          <a:xfrm>
            <a:off x="0" y="1590750"/>
            <a:ext cx="3224400" cy="24427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d2013d45e9_0_24"/>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DIAGRAMA</a:t>
            </a:r>
            <a:endParaRPr/>
          </a:p>
        </p:txBody>
      </p:sp>
      <p:pic>
        <p:nvPicPr>
          <p:cNvPr id="648" name="Google Shape;648;g3d2013d45e9_0_24"/>
          <p:cNvPicPr preferRelativeResize="0"/>
          <p:nvPr/>
        </p:nvPicPr>
        <p:blipFill>
          <a:blip r:embed="rId3">
            <a:alphaModFix/>
          </a:blip>
          <a:stretch>
            <a:fillRect/>
          </a:stretch>
        </p:blipFill>
        <p:spPr>
          <a:xfrm>
            <a:off x="848613" y="1012200"/>
            <a:ext cx="7446775" cy="37751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d2013d45e9_0_67"/>
          <p:cNvSpPr txBox="1"/>
          <p:nvPr>
            <p:ph idx="1" type="body"/>
          </p:nvPr>
        </p:nvSpPr>
        <p:spPr>
          <a:xfrm>
            <a:off x="4579525" y="2383800"/>
            <a:ext cx="3932700" cy="2724300"/>
          </a:xfrm>
          <a:prstGeom prst="rect">
            <a:avLst/>
          </a:prstGeom>
          <a:noFill/>
          <a:ln>
            <a:noFill/>
          </a:ln>
        </p:spPr>
        <p:txBody>
          <a:bodyPr anchorCtr="0" anchor="t" bIns="91425" lIns="91425" spcFirstLastPara="1" rIns="91425" wrap="square" tIns="91425">
            <a:noAutofit/>
          </a:bodyPr>
          <a:lstStyle/>
          <a:p>
            <a:pPr indent="-327025" lvl="0" marL="457200" rtl="0" algn="just">
              <a:lnSpc>
                <a:spcPct val="100000"/>
              </a:lnSpc>
              <a:spcBef>
                <a:spcPts val="0"/>
              </a:spcBef>
              <a:spcAft>
                <a:spcPts val="0"/>
              </a:spcAft>
              <a:buSzPts val="1550"/>
              <a:buChar char="-"/>
            </a:pPr>
            <a:r>
              <a:rPr b="1" lang="pt-BR" sz="1550"/>
              <a:t>Subject</a:t>
            </a:r>
            <a:r>
              <a:rPr lang="pt-BR" sz="1550"/>
              <a:t>: interface que mantém relação entre RealSubject e Proxy</a:t>
            </a:r>
            <a:endParaRPr sz="1550"/>
          </a:p>
          <a:p>
            <a:pPr indent="-327025" lvl="0" marL="457200" rtl="0" algn="just">
              <a:lnSpc>
                <a:spcPct val="100000"/>
              </a:lnSpc>
              <a:spcBef>
                <a:spcPts val="0"/>
              </a:spcBef>
              <a:spcAft>
                <a:spcPts val="0"/>
              </a:spcAft>
              <a:buSzPts val="1550"/>
              <a:buChar char="-"/>
            </a:pPr>
            <a:r>
              <a:rPr b="1" lang="pt-BR" sz="1550"/>
              <a:t>RealSubject</a:t>
            </a:r>
            <a:r>
              <a:rPr lang="pt-BR" sz="1550"/>
              <a:t>: classe que define o objeto real que o proxy representa</a:t>
            </a:r>
            <a:endParaRPr sz="1550"/>
          </a:p>
          <a:p>
            <a:pPr indent="-327025" lvl="0" marL="457200" rtl="0" algn="just">
              <a:lnSpc>
                <a:spcPct val="100000"/>
              </a:lnSpc>
              <a:spcBef>
                <a:spcPts val="0"/>
              </a:spcBef>
              <a:spcAft>
                <a:spcPts val="0"/>
              </a:spcAft>
              <a:buSzPts val="1550"/>
              <a:buChar char="-"/>
            </a:pPr>
            <a:r>
              <a:rPr b="1" lang="pt-BR" sz="1550"/>
              <a:t>Proxy</a:t>
            </a:r>
            <a:r>
              <a:rPr lang="pt-BR" sz="1550"/>
              <a:t>: classe que usa a interface definida por Subject, mantendo uma referência que permite ao proxy usar o objeto real</a:t>
            </a:r>
            <a:endParaRPr sz="1550"/>
          </a:p>
          <a:p>
            <a:pPr indent="-327025" lvl="0" marL="457200" rtl="0" algn="just">
              <a:lnSpc>
                <a:spcPct val="100000"/>
              </a:lnSpc>
              <a:spcBef>
                <a:spcPts val="0"/>
              </a:spcBef>
              <a:spcAft>
                <a:spcPts val="0"/>
              </a:spcAft>
              <a:buSzPts val="1550"/>
              <a:buChar char="-"/>
            </a:pPr>
            <a:r>
              <a:rPr b="1" lang="pt-BR" sz="1550"/>
              <a:t>Cliente</a:t>
            </a:r>
            <a:r>
              <a:rPr lang="pt-BR" sz="1550"/>
              <a:t>: elemento que interage com o proxy para fazer uso do objeto gerenciado</a:t>
            </a:r>
            <a:endParaRPr sz="1550"/>
          </a:p>
        </p:txBody>
      </p:sp>
      <p:sp>
        <p:nvSpPr>
          <p:cNvPr id="654" name="Google Shape;654;g3d2013d45e9_0_67"/>
          <p:cNvSpPr txBox="1"/>
          <p:nvPr>
            <p:ph type="title"/>
          </p:nvPr>
        </p:nvSpPr>
        <p:spPr>
          <a:xfrm>
            <a:off x="3174925"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PARTICIPANTES</a:t>
            </a:r>
            <a:endParaRPr sz="25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g3d2013d45e9_0_72"/>
          <p:cNvSpPr txBox="1"/>
          <p:nvPr>
            <p:ph idx="1" type="body"/>
          </p:nvPr>
        </p:nvSpPr>
        <p:spPr>
          <a:xfrm>
            <a:off x="4579525" y="2540600"/>
            <a:ext cx="3932700" cy="24018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pt-BR"/>
              <a:t>No cliente, fazemos uso do proxy para acessar o objeto gerenciado. Internamente, esse objeto é manipulado com a mesma interface utilizada pelo proxy. Dessa forma, aonde for necessário utilizar o objeto real, podemos fazer uso do proxy sem alterações na operação.</a:t>
            </a:r>
            <a:endParaRPr/>
          </a:p>
        </p:txBody>
      </p:sp>
      <p:sp>
        <p:nvSpPr>
          <p:cNvPr id="660" name="Google Shape;660;g3d2013d45e9_0_72"/>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UTILIZAÇÃO</a:t>
            </a:r>
            <a:endParaRPr sz="25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g3d2013d45e9_0_77"/>
          <p:cNvSpPr txBox="1"/>
          <p:nvPr>
            <p:ph idx="1" type="body"/>
          </p:nvPr>
        </p:nvSpPr>
        <p:spPr>
          <a:xfrm>
            <a:off x="4579525" y="2540600"/>
            <a:ext cx="3932700" cy="24018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b="1" lang="pt-BR"/>
              <a:t>Proxy virtual</a:t>
            </a:r>
            <a:r>
              <a:rPr lang="pt-BR"/>
              <a:t>: O proxy mantém uma referência leve do objeto. Somente quando ele é necessário, seu carregamento é finalizado</a:t>
            </a:r>
            <a:endParaRPr/>
          </a:p>
          <a:p>
            <a:pPr indent="-330200" lvl="0" marL="457200" rtl="0" algn="just">
              <a:lnSpc>
                <a:spcPct val="100000"/>
              </a:lnSpc>
              <a:spcBef>
                <a:spcPts val="0"/>
              </a:spcBef>
              <a:spcAft>
                <a:spcPts val="0"/>
              </a:spcAft>
              <a:buSzPts val="1600"/>
              <a:buChar char="-"/>
            </a:pPr>
            <a:r>
              <a:rPr b="1" lang="pt-BR"/>
              <a:t>Proxy de proteção</a:t>
            </a:r>
            <a:r>
              <a:rPr lang="pt-BR"/>
              <a:t>: O proxy valida a autorização de uso do objeto real</a:t>
            </a:r>
            <a:endParaRPr/>
          </a:p>
          <a:p>
            <a:pPr indent="-330200" lvl="0" marL="457200" rtl="0" algn="just">
              <a:lnSpc>
                <a:spcPct val="100000"/>
              </a:lnSpc>
              <a:spcBef>
                <a:spcPts val="0"/>
              </a:spcBef>
              <a:spcAft>
                <a:spcPts val="0"/>
              </a:spcAft>
              <a:buSzPts val="1600"/>
              <a:buChar char="-"/>
            </a:pPr>
            <a:r>
              <a:rPr b="1" lang="pt-BR"/>
              <a:t>Proxy remoto</a:t>
            </a:r>
            <a:r>
              <a:rPr lang="pt-BR"/>
              <a:t>: O proxy empacota os detalhes de interação com um objeto que está em um espaço diferente</a:t>
            </a:r>
            <a:endParaRPr/>
          </a:p>
        </p:txBody>
      </p:sp>
      <p:sp>
        <p:nvSpPr>
          <p:cNvPr id="666" name="Google Shape;666;g3d2013d45e9_0_77"/>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TIPOS DE PROXY</a:t>
            </a:r>
            <a:endParaRPr sz="25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g3d2013d45e9_0_82"/>
          <p:cNvSpPr txBox="1"/>
          <p:nvPr>
            <p:ph idx="1" type="body"/>
          </p:nvPr>
        </p:nvSpPr>
        <p:spPr>
          <a:xfrm>
            <a:off x="4401425" y="1997200"/>
            <a:ext cx="4187100" cy="27660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Imagine um sistema de e-commerce que exibe uma lista de 1.000 produtos. Cada produto possui uma imagem em alta resolução. Carregar todas as 1.000 imagens na memória assim que a página abre deixaria a aplicação lenta e consumiria gigabytes de RAM.</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pt-BR"/>
              <a:t>Vamos implementar essa renderização das imagens.</a:t>
            </a:r>
            <a:endParaRPr/>
          </a:p>
        </p:txBody>
      </p:sp>
      <p:sp>
        <p:nvSpPr>
          <p:cNvPr id="672" name="Google Shape;672;g3d2013d45e9_0_82"/>
          <p:cNvSpPr txBox="1"/>
          <p:nvPr>
            <p:ph type="title"/>
          </p:nvPr>
        </p:nvSpPr>
        <p:spPr>
          <a:xfrm>
            <a:off x="4431925" y="1323800"/>
            <a:ext cx="41871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HORA DE EXERCÍCIO</a:t>
            </a:r>
            <a:endParaRPr/>
          </a:p>
        </p:txBody>
      </p:sp>
      <p:sp>
        <p:nvSpPr>
          <p:cNvPr id="673" name="Google Shape;673;g3d2013d45e9_0_82"/>
          <p:cNvSpPr/>
          <p:nvPr/>
        </p:nvSpPr>
        <p:spPr>
          <a:xfrm>
            <a:off x="0" y="1476225"/>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g3d2013d45e9_0_82"/>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g3d2013d45e9_0_82"/>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76" name="Google Shape;676;g3d2013d45e9_0_82"/>
          <p:cNvPicPr preferRelativeResize="0"/>
          <p:nvPr/>
        </p:nvPicPr>
        <p:blipFill rotWithShape="1">
          <a:blip r:embed="rId3">
            <a:alphaModFix/>
          </a:blip>
          <a:srcRect b="10338" l="27767" r="0" t="0"/>
          <a:stretch/>
        </p:blipFill>
        <p:spPr>
          <a:xfrm>
            <a:off x="0" y="1567100"/>
            <a:ext cx="3224400" cy="258920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g3d2013d45e9_0_62"/>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DIAGRAMA</a:t>
            </a:r>
            <a:endParaRPr/>
          </a:p>
        </p:txBody>
      </p:sp>
      <p:pic>
        <p:nvPicPr>
          <p:cNvPr id="682" name="Google Shape;682;g3d2013d45e9_0_62"/>
          <p:cNvPicPr preferRelativeResize="0"/>
          <p:nvPr/>
        </p:nvPicPr>
        <p:blipFill>
          <a:blip r:embed="rId3">
            <a:alphaModFix/>
          </a:blip>
          <a:stretch>
            <a:fillRect/>
          </a:stretch>
        </p:blipFill>
        <p:spPr>
          <a:xfrm>
            <a:off x="661143" y="1012200"/>
            <a:ext cx="7821713" cy="39789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g3d2013d45e9_0_97"/>
          <p:cNvSpPr txBox="1"/>
          <p:nvPr>
            <p:ph idx="1" type="body"/>
          </p:nvPr>
        </p:nvSpPr>
        <p:spPr>
          <a:xfrm>
            <a:off x="4401425" y="1997200"/>
            <a:ext cx="4187100" cy="27660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Em um sistema hospitalar, o prontuário do paciente pode ter seu histórico visualizado e ter diagnósticos alterados. No entanto, devo limitar essas operações somente às pessoas da enfermagem, e os demais usuários não devem ser capazes de realizar essas operações.</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pt-BR"/>
              <a:t>Implemente este sistema.</a:t>
            </a:r>
            <a:endParaRPr/>
          </a:p>
        </p:txBody>
      </p:sp>
      <p:sp>
        <p:nvSpPr>
          <p:cNvPr id="688" name="Google Shape;688;g3d2013d45e9_0_97"/>
          <p:cNvSpPr txBox="1"/>
          <p:nvPr>
            <p:ph type="title"/>
          </p:nvPr>
        </p:nvSpPr>
        <p:spPr>
          <a:xfrm>
            <a:off x="4431925" y="1323800"/>
            <a:ext cx="41871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HORA DE EXERCÍCIO</a:t>
            </a:r>
            <a:endParaRPr/>
          </a:p>
        </p:txBody>
      </p:sp>
      <p:sp>
        <p:nvSpPr>
          <p:cNvPr id="689" name="Google Shape;689;g3d2013d45e9_0_97"/>
          <p:cNvSpPr/>
          <p:nvPr/>
        </p:nvSpPr>
        <p:spPr>
          <a:xfrm>
            <a:off x="0" y="1476225"/>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g3d2013d45e9_0_97"/>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g3d2013d45e9_0_97"/>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92" name="Google Shape;692;g3d2013d45e9_0_97"/>
          <p:cNvPicPr preferRelativeResize="0"/>
          <p:nvPr/>
        </p:nvPicPr>
        <p:blipFill rotWithShape="1">
          <a:blip r:embed="rId3">
            <a:alphaModFix/>
          </a:blip>
          <a:srcRect b="10338" l="27767" r="0" t="0"/>
          <a:stretch/>
        </p:blipFill>
        <p:spPr>
          <a:xfrm>
            <a:off x="0" y="1567100"/>
            <a:ext cx="3224400" cy="2589208"/>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g3d2013d45e9_0_106"/>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DIAGRAMA?</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g3d2013d45e9_0_111"/>
          <p:cNvSpPr txBox="1"/>
          <p:nvPr>
            <p:ph idx="1" type="body"/>
          </p:nvPr>
        </p:nvSpPr>
        <p:spPr>
          <a:xfrm>
            <a:off x="4579525" y="2540600"/>
            <a:ext cx="3932700" cy="23892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lang="pt-BR"/>
              <a:t>A aplicação precisa manter representação local de objetos em outros ambientes</a:t>
            </a:r>
            <a:endParaRPr/>
          </a:p>
          <a:p>
            <a:pPr indent="-330200" lvl="0" marL="457200" rtl="0" algn="just">
              <a:lnSpc>
                <a:spcPct val="100000"/>
              </a:lnSpc>
              <a:spcBef>
                <a:spcPts val="0"/>
              </a:spcBef>
              <a:spcAft>
                <a:spcPts val="0"/>
              </a:spcAft>
              <a:buSzPts val="1600"/>
              <a:buChar char="-"/>
            </a:pPr>
            <a:r>
              <a:rPr lang="pt-BR"/>
              <a:t>A aplicação precisa carregar objetos sob demanda</a:t>
            </a:r>
            <a:endParaRPr/>
          </a:p>
          <a:p>
            <a:pPr indent="-330200" lvl="0" marL="457200" rtl="0" algn="just">
              <a:lnSpc>
                <a:spcPct val="100000"/>
              </a:lnSpc>
              <a:spcBef>
                <a:spcPts val="0"/>
              </a:spcBef>
              <a:spcAft>
                <a:spcPts val="0"/>
              </a:spcAft>
              <a:buSzPts val="1600"/>
              <a:buChar char="-"/>
            </a:pPr>
            <a:r>
              <a:rPr lang="pt-BR"/>
              <a:t>A aplicação precisa controlar o acesso a determinados objetos</a:t>
            </a:r>
            <a:endParaRPr/>
          </a:p>
        </p:txBody>
      </p:sp>
      <p:sp>
        <p:nvSpPr>
          <p:cNvPr id="703" name="Google Shape;703;g3d2013d45e9_0_111"/>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APLICABILIDADE</a:t>
            </a:r>
            <a:endParaRPr sz="25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d2013d45e9_0_116"/>
          <p:cNvSpPr txBox="1"/>
          <p:nvPr>
            <p:ph idx="1" type="body"/>
          </p:nvPr>
        </p:nvSpPr>
        <p:spPr>
          <a:xfrm>
            <a:off x="4579525" y="2476484"/>
            <a:ext cx="3932700" cy="23892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lang="pt-BR"/>
              <a:t>Um proxy remoto oculta o fato do objeto estar em outro ambiente</a:t>
            </a:r>
            <a:endParaRPr/>
          </a:p>
          <a:p>
            <a:pPr indent="-330200" lvl="0" marL="457200" rtl="0" algn="just">
              <a:lnSpc>
                <a:spcPct val="100000"/>
              </a:lnSpc>
              <a:spcBef>
                <a:spcPts val="0"/>
              </a:spcBef>
              <a:spcAft>
                <a:spcPts val="0"/>
              </a:spcAft>
              <a:buSzPts val="1600"/>
              <a:buChar char="-"/>
            </a:pPr>
            <a:r>
              <a:rPr lang="pt-BR"/>
              <a:t>Um proxy pode executar otimizações para criação de objetos sob demanda</a:t>
            </a:r>
            <a:endParaRPr/>
          </a:p>
          <a:p>
            <a:pPr indent="-330200" lvl="0" marL="457200" rtl="0" algn="just">
              <a:lnSpc>
                <a:spcPct val="100000"/>
              </a:lnSpc>
              <a:spcBef>
                <a:spcPts val="0"/>
              </a:spcBef>
              <a:spcAft>
                <a:spcPts val="0"/>
              </a:spcAft>
              <a:buSzPts val="1600"/>
              <a:buChar char="-"/>
            </a:pPr>
            <a:r>
              <a:rPr lang="pt-BR"/>
              <a:t>Podemos ter tarefas relacionadas a validação de acesso a objetos do sistema</a:t>
            </a:r>
            <a:endParaRPr/>
          </a:p>
        </p:txBody>
      </p:sp>
      <p:sp>
        <p:nvSpPr>
          <p:cNvPr id="709" name="Google Shape;709;g3d2013d45e9_0_116"/>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CONSEQUÊNCIAS</a:t>
            </a:r>
            <a:endParaRPr sz="25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g3d2013d45e9_0_121"/>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Ao longo dos exemplos, estratégias de estruturação dos objetos, sempre focando em atender um requisito específico da formação de objetos complexos dentro do sistema.</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pt-BR"/>
              <a:t>Tal qual os padrões criacionais, a combinação de padrões permite soluções mais robustas e alinhadas com o que o negócio espera.</a:t>
            </a:r>
            <a:endParaRPr/>
          </a:p>
        </p:txBody>
      </p:sp>
      <p:sp>
        <p:nvSpPr>
          <p:cNvPr id="715" name="Google Shape;715;g3d2013d45e9_0_121"/>
          <p:cNvSpPr txBox="1"/>
          <p:nvPr>
            <p:ph type="title"/>
          </p:nvPr>
        </p:nvSpPr>
        <p:spPr>
          <a:xfrm>
            <a:off x="3846950" y="1323800"/>
            <a:ext cx="47718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PADRÕES ESTRUTURAIS</a:t>
            </a:r>
            <a:endParaRPr/>
          </a:p>
        </p:txBody>
      </p:sp>
      <p:sp>
        <p:nvSpPr>
          <p:cNvPr id="716" name="Google Shape;716;g3d2013d45e9_0_121"/>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g3d2013d45e9_0_121"/>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g3d2013d45e9_0_121"/>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19" name="Google Shape;719;g3d2013d45e9_0_121"/>
          <p:cNvPicPr preferRelativeResize="0"/>
          <p:nvPr/>
        </p:nvPicPr>
        <p:blipFill rotWithShape="1">
          <a:blip r:embed="rId3">
            <a:alphaModFix/>
          </a:blip>
          <a:srcRect b="0" l="12717" r="0" t="0"/>
          <a:stretch/>
        </p:blipFill>
        <p:spPr>
          <a:xfrm>
            <a:off x="44625" y="1614250"/>
            <a:ext cx="3135150" cy="239570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g3d2013d45e9_0_130"/>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PADRÕES</a:t>
            </a:r>
            <a:endParaRPr/>
          </a:p>
        </p:txBody>
      </p:sp>
      <p:pic>
        <p:nvPicPr>
          <p:cNvPr id="725" name="Google Shape;725;g3d2013d45e9_0_130"/>
          <p:cNvPicPr preferRelativeResize="0"/>
          <p:nvPr/>
        </p:nvPicPr>
        <p:blipFill rotWithShape="1">
          <a:blip r:embed="rId3">
            <a:alphaModFix/>
          </a:blip>
          <a:srcRect b="0" l="61241" r="15108" t="0"/>
          <a:stretch/>
        </p:blipFill>
        <p:spPr>
          <a:xfrm>
            <a:off x="0" y="0"/>
            <a:ext cx="1823175" cy="5143500"/>
          </a:xfrm>
          <a:prstGeom prst="rect">
            <a:avLst/>
          </a:prstGeom>
          <a:noFill/>
          <a:ln>
            <a:noFill/>
          </a:ln>
        </p:spPr>
      </p:pic>
      <p:grpSp>
        <p:nvGrpSpPr>
          <p:cNvPr id="726" name="Google Shape;726;g3d2013d45e9_0_130"/>
          <p:cNvGrpSpPr/>
          <p:nvPr/>
        </p:nvGrpSpPr>
        <p:grpSpPr>
          <a:xfrm>
            <a:off x="1223348" y="4553184"/>
            <a:ext cx="1015032" cy="325196"/>
            <a:chOff x="1156673" y="4600809"/>
            <a:chExt cx="1015032" cy="325196"/>
          </a:xfrm>
        </p:grpSpPr>
        <p:sp>
          <p:nvSpPr>
            <p:cNvPr id="727" name="Google Shape;727;g3d2013d45e9_0_130"/>
            <p:cNvSpPr/>
            <p:nvPr/>
          </p:nvSpPr>
          <p:spPr>
            <a:xfrm>
              <a:off x="1937576" y="4600809"/>
              <a:ext cx="234129" cy="75728"/>
            </a:xfrm>
            <a:custGeom>
              <a:rect b="b" l="l" r="r" t="t"/>
              <a:pathLst>
                <a:path extrusionOk="0" h="1941" w="6001">
                  <a:moveTo>
                    <a:pt x="0" y="0"/>
                  </a:moveTo>
                  <a:lnTo>
                    <a:pt x="0" y="1941"/>
                  </a:lnTo>
                  <a:lnTo>
                    <a:pt x="6001" y="1941"/>
                  </a:lnTo>
                  <a:lnTo>
                    <a:pt x="600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g3d2013d45e9_0_130"/>
            <p:cNvSpPr/>
            <p:nvPr/>
          </p:nvSpPr>
          <p:spPr>
            <a:xfrm>
              <a:off x="1394514" y="4600809"/>
              <a:ext cx="440869" cy="75728"/>
            </a:xfrm>
            <a:custGeom>
              <a:rect b="b" l="l" r="r" t="t"/>
              <a:pathLst>
                <a:path extrusionOk="0" h="1941" w="11300">
                  <a:moveTo>
                    <a:pt x="1" y="0"/>
                  </a:moveTo>
                  <a:lnTo>
                    <a:pt x="1" y="1941"/>
                  </a:lnTo>
                  <a:lnTo>
                    <a:pt x="11300" y="1941"/>
                  </a:lnTo>
                  <a:lnTo>
                    <a:pt x="1130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g3d2013d45e9_0_130"/>
            <p:cNvSpPr/>
            <p:nvPr/>
          </p:nvSpPr>
          <p:spPr>
            <a:xfrm>
              <a:off x="1156673" y="4725738"/>
              <a:ext cx="474774" cy="75767"/>
            </a:xfrm>
            <a:custGeom>
              <a:rect b="b" l="l" r="r" t="t"/>
              <a:pathLst>
                <a:path extrusionOk="0" h="1942" w="12169">
                  <a:moveTo>
                    <a:pt x="1" y="1"/>
                  </a:moveTo>
                  <a:lnTo>
                    <a:pt x="1" y="1942"/>
                  </a:lnTo>
                  <a:lnTo>
                    <a:pt x="12169" y="1942"/>
                  </a:lnTo>
                  <a:lnTo>
                    <a:pt x="1216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g3d2013d45e9_0_130"/>
            <p:cNvSpPr/>
            <p:nvPr/>
          </p:nvSpPr>
          <p:spPr>
            <a:xfrm>
              <a:off x="1718307" y="4725738"/>
              <a:ext cx="453393" cy="75767"/>
            </a:xfrm>
            <a:custGeom>
              <a:rect b="b" l="l" r="r" t="t"/>
              <a:pathLst>
                <a:path extrusionOk="0" h="1942" w="11621">
                  <a:moveTo>
                    <a:pt x="0" y="1"/>
                  </a:moveTo>
                  <a:lnTo>
                    <a:pt x="0" y="1942"/>
                  </a:lnTo>
                  <a:lnTo>
                    <a:pt x="11621" y="1942"/>
                  </a:lnTo>
                  <a:lnTo>
                    <a:pt x="1162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g3d2013d45e9_0_130"/>
            <p:cNvSpPr/>
            <p:nvPr/>
          </p:nvSpPr>
          <p:spPr>
            <a:xfrm>
              <a:off x="1536688" y="4850706"/>
              <a:ext cx="635008" cy="75299"/>
            </a:xfrm>
            <a:custGeom>
              <a:rect b="b" l="l" r="r" t="t"/>
              <a:pathLst>
                <a:path extrusionOk="0" h="1930" w="16276">
                  <a:moveTo>
                    <a:pt x="0" y="1"/>
                  </a:moveTo>
                  <a:lnTo>
                    <a:pt x="0" y="1930"/>
                  </a:lnTo>
                  <a:lnTo>
                    <a:pt x="16276" y="1930"/>
                  </a:lnTo>
                  <a:lnTo>
                    <a:pt x="1627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32" name="Google Shape;732;g3d2013d45e9_0_130"/>
          <p:cNvSpPr txBox="1"/>
          <p:nvPr/>
        </p:nvSpPr>
        <p:spPr>
          <a:xfrm>
            <a:off x="1984300" y="1054350"/>
            <a:ext cx="6881400" cy="3498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Adapter</a:t>
            </a:r>
            <a:r>
              <a:rPr lang="pt-BR" sz="1800">
                <a:solidFill>
                  <a:schemeClr val="lt1"/>
                </a:solidFill>
                <a:latin typeface="Anaheim"/>
                <a:ea typeface="Anaheim"/>
                <a:cs typeface="Anaheim"/>
                <a:sym typeface="Anaheim"/>
              </a:rPr>
              <a:t>: adaptar objetos de assinaturas diferentes</a:t>
            </a:r>
            <a:endParaRPr sz="1800">
              <a:solidFill>
                <a:schemeClr val="lt1"/>
              </a:solidFill>
              <a:latin typeface="Anaheim"/>
              <a:ea typeface="Anaheim"/>
              <a:cs typeface="Anaheim"/>
              <a:sym typeface="Anaheim"/>
            </a:endParaRPr>
          </a:p>
          <a:p>
            <a:pPr indent="-342900" lvl="0" marL="457200" rtl="0" algn="l">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Bridge</a:t>
            </a:r>
            <a:r>
              <a:rPr lang="pt-BR" sz="1800">
                <a:solidFill>
                  <a:schemeClr val="lt1"/>
                </a:solidFill>
                <a:latin typeface="Anaheim"/>
                <a:ea typeface="Anaheim"/>
                <a:cs typeface="Anaheim"/>
                <a:sym typeface="Anaheim"/>
              </a:rPr>
              <a:t>: conectar duas partes da aplicação sem gerar dependência explícita</a:t>
            </a:r>
            <a:endParaRPr sz="1800">
              <a:solidFill>
                <a:schemeClr val="lt1"/>
              </a:solidFill>
              <a:latin typeface="Anaheim"/>
              <a:ea typeface="Anaheim"/>
              <a:cs typeface="Anaheim"/>
              <a:sym typeface="Anaheim"/>
            </a:endParaRPr>
          </a:p>
          <a:p>
            <a:pPr indent="-342900" lvl="0" marL="457200" rtl="0" algn="l">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Composite</a:t>
            </a:r>
            <a:r>
              <a:rPr lang="pt-BR" sz="1800">
                <a:solidFill>
                  <a:schemeClr val="lt1"/>
                </a:solidFill>
                <a:latin typeface="Anaheim"/>
                <a:ea typeface="Anaheim"/>
                <a:cs typeface="Anaheim"/>
                <a:sym typeface="Anaheim"/>
              </a:rPr>
              <a:t>: enriquecer objetos com uma estrutura alinhada de objetos individuais e composições</a:t>
            </a:r>
            <a:endParaRPr sz="1800">
              <a:solidFill>
                <a:schemeClr val="lt1"/>
              </a:solidFill>
              <a:latin typeface="Anaheim"/>
              <a:ea typeface="Anaheim"/>
              <a:cs typeface="Anaheim"/>
              <a:sym typeface="Anaheim"/>
            </a:endParaRPr>
          </a:p>
          <a:p>
            <a:pPr indent="-342900" lvl="0" marL="457200" rtl="0" algn="l">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Decorator</a:t>
            </a:r>
            <a:r>
              <a:rPr lang="pt-BR" sz="1800">
                <a:solidFill>
                  <a:schemeClr val="lt1"/>
                </a:solidFill>
                <a:latin typeface="Anaheim"/>
                <a:ea typeface="Anaheim"/>
                <a:cs typeface="Anaheim"/>
                <a:sym typeface="Anaheim"/>
              </a:rPr>
              <a:t>: adicionar novas funcionalidades seguindo um mesmo contrato</a:t>
            </a:r>
            <a:endParaRPr sz="1800">
              <a:solidFill>
                <a:schemeClr val="lt1"/>
              </a:solidFill>
              <a:latin typeface="Anaheim"/>
              <a:ea typeface="Anaheim"/>
              <a:cs typeface="Anaheim"/>
              <a:sym typeface="Anaheim"/>
            </a:endParaRPr>
          </a:p>
          <a:p>
            <a:pPr indent="-342900" lvl="0" marL="457200" rtl="0" algn="l">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Façade</a:t>
            </a:r>
            <a:r>
              <a:rPr lang="pt-BR" sz="1800">
                <a:solidFill>
                  <a:schemeClr val="lt1"/>
                </a:solidFill>
                <a:latin typeface="Anaheim"/>
                <a:ea typeface="Anaheim"/>
                <a:cs typeface="Anaheim"/>
                <a:sym typeface="Anaheim"/>
              </a:rPr>
              <a:t>: esconder detalhes de orquestração de objetos, oferecendo um ponto único de interação</a:t>
            </a:r>
            <a:endParaRPr sz="1800">
              <a:solidFill>
                <a:schemeClr val="lt1"/>
              </a:solidFill>
              <a:latin typeface="Anaheim"/>
              <a:ea typeface="Anaheim"/>
              <a:cs typeface="Anaheim"/>
              <a:sym typeface="Anaheim"/>
            </a:endParaRPr>
          </a:p>
          <a:p>
            <a:pPr indent="-342900" lvl="0" marL="457200" rtl="0" algn="l">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Flyweight</a:t>
            </a:r>
            <a:r>
              <a:rPr lang="pt-BR" sz="1800">
                <a:solidFill>
                  <a:schemeClr val="lt1"/>
                </a:solidFill>
                <a:latin typeface="Anaheim"/>
                <a:ea typeface="Anaheim"/>
                <a:cs typeface="Anaheim"/>
                <a:sym typeface="Anaheim"/>
              </a:rPr>
              <a:t>: gerenciar grandes quantidades de objetos com estados compartilhados</a:t>
            </a:r>
            <a:endParaRPr sz="1800">
              <a:solidFill>
                <a:schemeClr val="lt1"/>
              </a:solidFill>
              <a:latin typeface="Anaheim"/>
              <a:ea typeface="Anaheim"/>
              <a:cs typeface="Anaheim"/>
              <a:sym typeface="Anaheim"/>
            </a:endParaRPr>
          </a:p>
          <a:p>
            <a:pPr indent="-342900" lvl="0" marL="457200" rtl="0" algn="l">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Proxy</a:t>
            </a:r>
            <a:r>
              <a:rPr lang="pt-BR" sz="1800">
                <a:solidFill>
                  <a:schemeClr val="lt1"/>
                </a:solidFill>
                <a:latin typeface="Anaheim"/>
                <a:ea typeface="Anaheim"/>
                <a:cs typeface="Anaheim"/>
                <a:sym typeface="Anaheim"/>
              </a:rPr>
              <a:t>: gerenciar o acesso a objetos pesados</a:t>
            </a:r>
            <a:endParaRPr sz="1800">
              <a:solidFill>
                <a:schemeClr val="lt1"/>
              </a:solidFill>
              <a:latin typeface="Anaheim"/>
              <a:ea typeface="Anaheim"/>
              <a:cs typeface="Anaheim"/>
              <a:sym typeface="Anaheim"/>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g3d2013d45e9_0_457"/>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SzPts val="1600"/>
              <a:buChar char="●"/>
            </a:pPr>
            <a:r>
              <a:rPr lang="pt-BR"/>
              <a:t>Padrão Decorator</a:t>
            </a:r>
            <a:endParaRPr/>
          </a:p>
          <a:p>
            <a:pPr indent="-330200" lvl="0" marL="457200" rtl="0" algn="l">
              <a:lnSpc>
                <a:spcPct val="100000"/>
              </a:lnSpc>
              <a:spcBef>
                <a:spcPts val="0"/>
              </a:spcBef>
              <a:spcAft>
                <a:spcPts val="0"/>
              </a:spcAft>
              <a:buSzPts val="1600"/>
              <a:buChar char="●"/>
            </a:pPr>
            <a:r>
              <a:rPr lang="pt-BR"/>
              <a:t>Padrão Façade</a:t>
            </a:r>
            <a:endParaRPr/>
          </a:p>
          <a:p>
            <a:pPr indent="-330200" lvl="0" marL="457200" rtl="0" algn="l">
              <a:lnSpc>
                <a:spcPct val="100000"/>
              </a:lnSpc>
              <a:spcBef>
                <a:spcPts val="0"/>
              </a:spcBef>
              <a:spcAft>
                <a:spcPts val="0"/>
              </a:spcAft>
              <a:buSzPts val="1600"/>
              <a:buChar char="●"/>
            </a:pPr>
            <a:r>
              <a:rPr lang="pt-BR"/>
              <a:t>Padrão Flyweight</a:t>
            </a:r>
            <a:endParaRPr/>
          </a:p>
          <a:p>
            <a:pPr indent="-330200" lvl="0" marL="457200" rtl="0" algn="l">
              <a:lnSpc>
                <a:spcPct val="100000"/>
              </a:lnSpc>
              <a:spcBef>
                <a:spcPts val="0"/>
              </a:spcBef>
              <a:spcAft>
                <a:spcPts val="0"/>
              </a:spcAft>
              <a:buSzPts val="1600"/>
              <a:buChar char="●"/>
            </a:pPr>
            <a:r>
              <a:rPr lang="pt-BR"/>
              <a:t>Padrão Proxy</a:t>
            </a:r>
            <a:endParaRPr/>
          </a:p>
          <a:p>
            <a:pPr indent="-330200" lvl="0" marL="457200" rtl="0" algn="l">
              <a:lnSpc>
                <a:spcPct val="100000"/>
              </a:lnSpc>
              <a:spcBef>
                <a:spcPts val="0"/>
              </a:spcBef>
              <a:spcAft>
                <a:spcPts val="0"/>
              </a:spcAft>
              <a:buSzPts val="1600"/>
              <a:buChar char="●"/>
            </a:pPr>
            <a:r>
              <a:rPr lang="pt-BR"/>
              <a:t>Revisão dos padrões de projeto estruturais</a:t>
            </a:r>
            <a:endParaRPr/>
          </a:p>
        </p:txBody>
      </p:sp>
      <p:sp>
        <p:nvSpPr>
          <p:cNvPr id="738" name="Google Shape;738;g3d2013d45e9_0_457"/>
          <p:cNvSpPr txBox="1"/>
          <p:nvPr>
            <p:ph type="title"/>
          </p:nvPr>
        </p:nvSpPr>
        <p:spPr>
          <a:xfrm>
            <a:off x="4655731" y="1323800"/>
            <a:ext cx="3963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RECAPITULANDO</a:t>
            </a:r>
            <a:endParaRPr/>
          </a:p>
        </p:txBody>
      </p:sp>
      <p:sp>
        <p:nvSpPr>
          <p:cNvPr id="739" name="Google Shape;739;g3d2013d45e9_0_457"/>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g3d2013d45e9_0_457"/>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g3d2013d45e9_0_457"/>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42" name="Google Shape;742;g3d2013d45e9_0_457"/>
          <p:cNvPicPr preferRelativeResize="0"/>
          <p:nvPr/>
        </p:nvPicPr>
        <p:blipFill rotWithShape="1">
          <a:blip r:embed="rId3">
            <a:alphaModFix/>
          </a:blip>
          <a:srcRect b="7843" l="0" r="5357" t="0"/>
          <a:stretch/>
        </p:blipFill>
        <p:spPr>
          <a:xfrm>
            <a:off x="0" y="1566675"/>
            <a:ext cx="3224400" cy="259004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27"/>
          <p:cNvSpPr txBox="1"/>
          <p:nvPr>
            <p:ph type="title"/>
          </p:nvPr>
        </p:nvSpPr>
        <p:spPr>
          <a:xfrm>
            <a:off x="2951850" y="700250"/>
            <a:ext cx="32403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400"/>
              <a:buNone/>
            </a:pPr>
            <a:r>
              <a:rPr lang="pt-BR"/>
              <a:t>OBRIGADO!</a:t>
            </a:r>
            <a:endParaRPr/>
          </a:p>
        </p:txBody>
      </p:sp>
      <p:sp>
        <p:nvSpPr>
          <p:cNvPr id="748" name="Google Shape;748;p27"/>
          <p:cNvSpPr txBox="1"/>
          <p:nvPr/>
        </p:nvSpPr>
        <p:spPr>
          <a:xfrm>
            <a:off x="288350" y="4506400"/>
            <a:ext cx="6203400" cy="533400"/>
          </a:xfrm>
          <a:prstGeom prst="rect">
            <a:avLst/>
          </a:prstGeom>
          <a:noFill/>
          <a:ln>
            <a:noFill/>
          </a:ln>
        </p:spPr>
        <p:txBody>
          <a:bodyPr anchorCtr="0" anchor="t" bIns="91425" lIns="91425" spcFirstLastPara="1" rIns="91425" wrap="square" tIns="91425">
            <a:noAutofit/>
          </a:bodyPr>
          <a:lstStyle/>
          <a:p>
            <a:pPr indent="0" lvl="0" marL="0" marR="0" rtl="0" algn="l">
              <a:lnSpc>
                <a:spcPct val="50000"/>
              </a:lnSpc>
              <a:spcBef>
                <a:spcPts val="0"/>
              </a:spcBef>
              <a:spcAft>
                <a:spcPts val="0"/>
              </a:spcAft>
              <a:buClr>
                <a:srgbClr val="000000"/>
              </a:buClr>
              <a:buSzPts val="1600"/>
              <a:buFont typeface="Arial"/>
              <a:buNone/>
            </a:pPr>
            <a:r>
              <a:rPr b="1" i="0" lang="pt-BR" sz="1600" u="none" cap="none" strike="noStrike">
                <a:solidFill>
                  <a:schemeClr val="lt1"/>
                </a:solidFill>
                <a:latin typeface="Anaheim"/>
                <a:ea typeface="Anaheim"/>
                <a:cs typeface="Anaheim"/>
                <a:sym typeface="Anaheim"/>
              </a:rPr>
              <a:t>“</a:t>
            </a:r>
            <a:r>
              <a:rPr b="1" lang="pt-BR" sz="1600">
                <a:solidFill>
                  <a:schemeClr val="lt1"/>
                </a:solidFill>
                <a:latin typeface="Anaheim"/>
                <a:ea typeface="Anaheim"/>
                <a:cs typeface="Anaheim"/>
                <a:sym typeface="Anaheim"/>
              </a:rPr>
              <a:t>AQUI DO LADO PERDENEIRAS…</a:t>
            </a:r>
            <a:r>
              <a:rPr b="1" i="0" lang="pt-BR" sz="1600" u="none" cap="none" strike="noStrike">
                <a:solidFill>
                  <a:schemeClr val="lt1"/>
                </a:solidFill>
                <a:latin typeface="Anaheim"/>
                <a:ea typeface="Anaheim"/>
                <a:cs typeface="Anaheim"/>
                <a:sym typeface="Anaheim"/>
              </a:rPr>
              <a:t>”</a:t>
            </a:r>
            <a:endParaRPr b="1" i="0" sz="1600" u="none" cap="none" strike="noStrike">
              <a:solidFill>
                <a:schemeClr val="lt1"/>
              </a:solidFill>
              <a:latin typeface="Anaheim"/>
              <a:ea typeface="Anaheim"/>
              <a:cs typeface="Anaheim"/>
              <a:sym typeface="Anaheim"/>
            </a:endParaRPr>
          </a:p>
          <a:p>
            <a:pPr indent="0" lvl="0" marL="0" marR="0" rtl="0" algn="l">
              <a:lnSpc>
                <a:spcPct val="50000"/>
              </a:lnSpc>
              <a:spcBef>
                <a:spcPts val="0"/>
              </a:spcBef>
              <a:spcAft>
                <a:spcPts val="0"/>
              </a:spcAft>
              <a:buClr>
                <a:srgbClr val="000000"/>
              </a:buClr>
              <a:buSzPts val="1600"/>
              <a:buFont typeface="Arial"/>
              <a:buNone/>
            </a:pPr>
            <a:r>
              <a:t/>
            </a:r>
            <a:endParaRPr b="1" i="0" sz="1600" u="none" cap="none" strike="noStrike">
              <a:solidFill>
                <a:schemeClr val="lt1"/>
              </a:solidFill>
              <a:latin typeface="Anaheim"/>
              <a:ea typeface="Anaheim"/>
              <a:cs typeface="Anaheim"/>
              <a:sym typeface="Anaheim"/>
            </a:endParaRPr>
          </a:p>
          <a:p>
            <a:pPr indent="0" lvl="0" marL="0" marR="0" rtl="0" algn="l">
              <a:lnSpc>
                <a:spcPct val="50000"/>
              </a:lnSpc>
              <a:spcBef>
                <a:spcPts val="0"/>
              </a:spcBef>
              <a:spcAft>
                <a:spcPts val="0"/>
              </a:spcAft>
              <a:buClr>
                <a:srgbClr val="000000"/>
              </a:buClr>
              <a:buSzPts val="1600"/>
              <a:buFont typeface="Arial"/>
              <a:buNone/>
            </a:pPr>
            <a:r>
              <a:rPr b="1" lang="pt-BR" sz="1600">
                <a:solidFill>
                  <a:schemeClr val="lt1"/>
                </a:solidFill>
                <a:latin typeface="Anaheim"/>
                <a:ea typeface="Anaheim"/>
                <a:cs typeface="Anaheim"/>
                <a:sym typeface="Anaheim"/>
              </a:rPr>
              <a:t>Lasier Martins</a:t>
            </a:r>
            <a:endParaRPr b="1" i="0" sz="1600" u="none" cap="none" strike="noStrike">
              <a:solidFill>
                <a:schemeClr val="lt1"/>
              </a:solidFill>
              <a:latin typeface="Anaheim"/>
              <a:ea typeface="Anaheim"/>
              <a:cs typeface="Anaheim"/>
              <a:sym typeface="Anaheim"/>
            </a:endParaRPr>
          </a:p>
          <a:p>
            <a:pPr indent="0" lvl="0" marL="0" marR="0" rtl="0" algn="l">
              <a:lnSpc>
                <a:spcPct val="50000"/>
              </a:lnSpc>
              <a:spcBef>
                <a:spcPts val="0"/>
              </a:spcBef>
              <a:spcAft>
                <a:spcPts val="0"/>
              </a:spcAft>
              <a:buClr>
                <a:srgbClr val="000000"/>
              </a:buClr>
              <a:buSzPts val="1600"/>
              <a:buFont typeface="Arial"/>
              <a:buNone/>
            </a:pPr>
            <a:r>
              <a:t/>
            </a:r>
            <a:endParaRPr b="1" i="0" sz="1600" u="none" cap="none" strike="noStrike">
              <a:solidFill>
                <a:schemeClr val="lt1"/>
              </a:solidFill>
              <a:latin typeface="Anaheim"/>
              <a:ea typeface="Anaheim"/>
              <a:cs typeface="Anaheim"/>
              <a:sym typeface="Anaheim"/>
            </a:endParaRPr>
          </a:p>
          <a:p>
            <a:pPr indent="0" lvl="0" marL="0" marR="0" rtl="0" algn="l">
              <a:lnSpc>
                <a:spcPct val="50000"/>
              </a:lnSpc>
              <a:spcBef>
                <a:spcPts val="0"/>
              </a:spcBef>
              <a:spcAft>
                <a:spcPts val="0"/>
              </a:spcAft>
              <a:buClr>
                <a:srgbClr val="000000"/>
              </a:buClr>
              <a:buSzPts val="1600"/>
              <a:buFont typeface="Arial"/>
              <a:buNone/>
            </a:pPr>
            <a:r>
              <a:t/>
            </a:r>
            <a:endParaRPr b="1" i="0" sz="1600" u="none" cap="none" strike="noStrike">
              <a:solidFill>
                <a:schemeClr val="lt1"/>
              </a:solidFill>
              <a:latin typeface="Anaheim"/>
              <a:ea typeface="Anaheim"/>
              <a:cs typeface="Anaheim"/>
              <a:sym typeface="Anaheim"/>
            </a:endParaRPr>
          </a:p>
        </p:txBody>
      </p:sp>
      <p:sp>
        <p:nvSpPr>
          <p:cNvPr id="749" name="Google Shape;749;p27"/>
          <p:cNvSpPr/>
          <p:nvPr/>
        </p:nvSpPr>
        <p:spPr>
          <a:xfrm>
            <a:off x="135950" y="1566450"/>
            <a:ext cx="2097600" cy="2743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50" name="Google Shape;750;p27"/>
          <p:cNvPicPr preferRelativeResize="0"/>
          <p:nvPr/>
        </p:nvPicPr>
        <p:blipFill rotWithShape="1">
          <a:blip r:embed="rId3">
            <a:alphaModFix/>
          </a:blip>
          <a:srcRect b="0" l="16022" r="12165" t="0"/>
          <a:stretch/>
        </p:blipFill>
        <p:spPr>
          <a:xfrm>
            <a:off x="135950" y="1610025"/>
            <a:ext cx="2097600" cy="2664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rogramming Lesson by Slidesgo">
  <a:themeElements>
    <a:clrScheme name="Simple Light">
      <a:dk1>
        <a:srgbClr val="1B1464"/>
      </a:dk1>
      <a:lt1>
        <a:srgbClr val="FFFFFF"/>
      </a:lt1>
      <a:dk2>
        <a:srgbClr val="00FFC5"/>
      </a:dk2>
      <a:lt2>
        <a:srgbClr val="EC008C"/>
      </a:lt2>
      <a:accent1>
        <a:srgbClr val="1B1464"/>
      </a:accent1>
      <a:accent2>
        <a:srgbClr val="00FFC5"/>
      </a:accent2>
      <a:accent3>
        <a:srgbClr val="EC008C"/>
      </a:accent3>
      <a:accent4>
        <a:srgbClr val="1B1464"/>
      </a:accent4>
      <a:accent5>
        <a:srgbClr val="00FFC5"/>
      </a:accent5>
      <a:accent6>
        <a:srgbClr val="EC008C"/>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